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10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4"/>
  </p:sldMasterIdLst>
  <p:notesMasterIdLst>
    <p:notesMasterId r:id="rId32"/>
  </p:notesMasterIdLst>
  <p:handoutMasterIdLst>
    <p:handoutMasterId r:id="rId33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13"/>
    <p:sldId id="275" r:id="rId12"/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331" r:id="rId89"/>
    <p:sldId id="332" r:id="rId90"/>
    <p:sldId id="333" r:id="rId91"/>
    <p:sldId id="334" r:id="rId92"/>
    <p:sldId id="335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343" r:id="rId101"/>
    <p:sldId id="344" r:id="rId102"/>
    <p:sldId id="345" r:id="rId103"/>
    <p:sldId id="346" r:id="rId104"/>
    <p:sldId id="347" r:id="rId105"/>
    <p:sldId id="348" r:id="rId106"/>
    <p:sldId id="349" r:id="rId107"/>
    <p:sldId id="350" r:id="rId108"/>
    <p:sldId id="351" r:id="rId109"/>
    <p:sldId id="352" r:id="rId110"/>
    <p:sldId id="353" r:id="rId111"/>
    <p:sldId id="354" r:id="rId112"/>
    <p:sldId id="355" r:id="rId113"/>
    <p:sldId id="356" r:id="rId114"/>
    <p:sldId id="357" r:id="rId115"/>
    <p:sldId id="358" r:id="rId116"/>
    <p:sldId id="359" r:id="rId117"/>
    <p:sldId id="360" r:id="rId118"/>
    <p:sldId id="361" r:id="rId119"/>
    <p:sldId id="362" r:id="rId120"/>
    <p:sldId id="363" r:id="rId121"/>
    <p:sldId id="364" r:id="rId122"/>
    <p:sldId id="365" r:id="rId123"/>
    <p:sldId id="366" r:id="rId124"/>
    <p:sldId id="367" r:id="rId125"/>
    <p:sldId id="368" r:id="rId126"/>
    <p:sldId id="369" r:id="rId127"/>
    <p:sldId id="370" r:id="rId128"/>
    <p:sldId id="371" r:id="rId129"/>
    <p:sldId id="372" r:id="rId130"/>
    <p:sldId id="373" r:id="rId131"/>
    <p:sldId id="374" r:id="rId132"/>
    <p:sldId id="375" r:id="rId133"/>
    <p:sldId id="376" r:id="rId134"/>
    <p:sldId id="377" r:id="rId135"/>
    <p:sldId id="378" r:id="rId136"/>
    <p:sldId id="379" r:id="rId137"/>
    <p:sldId id="380" r:id="rId138"/>
    <p:sldId id="381" r:id="rId139"/>
    <p:sldId id="382" r:id="rId140"/>
    <p:sldId id="383" r:id="rId141"/>
    <p:sldId id="384" r:id="rId142"/>
    <p:sldId id="385" r:id="rId143"/>
    <p:sldId id="386" r:id="rId144"/>
    <p:sldId id="387" r:id="rId145"/>
    <p:sldId id="388" r:id="rId146"/>
    <p:sldId id="389" r:id="rId147"/>
    <p:sldId id="390" r:id="rId148"/>
    <p:sldId id="391" r:id="rId149"/>
    <p:sldId id="392" r:id="rId150"/>
    <p:sldId id="393" r:id="rId151"/>
    <p:sldId id="394" r:id="rId152"/>
    <p:sldId id="395" r:id="rId153"/>
    <p:sldId id="396" r:id="rId154"/>
    <p:sldId id="397" r:id="rId155"/>
    <p:sldId id="398" r:id="rId156"/>
    <p:sldId id="399" r:id="rId157"/>
    <p:sldId id="400" r:id="rId158"/>
    <p:sldId id="401" r:id="rId159"/>
    <p:sldId id="402" r:id="rId160"/>
    <p:sldId id="403" r:id="rId161"/>
    <p:sldId id="404" r:id="rId162"/>
    <p:sldId id="405" r:id="rId163"/>
    <p:sldId id="406" r:id="rId164"/>
    <p:sldId id="407" r:id="rId165"/>
    <p:sldId id="408" r:id="rId166"/>
    <p:sldId id="409" r:id="rId167"/>
    <p:sldId id="410" r:id="rId168"/>
    <p:sldId id="411" r:id="rId169"/>
    <p:sldId id="412" r:id="rId170"/>
    <p:sldId id="413" r:id="rId171"/>
    <p:sldId id="414" r:id="rId172"/>
    <p:sldId id="415" r:id="rId173"/>
    <p:sldId id="416" r:id="rId174"/>
    <p:sldId id="417" r:id="rId175"/>
    <p:sldId id="418" r:id="rId176"/>
    <p:sldId id="419" r:id="rId177"/>
    <p:sldId id="420" r:id="rId178"/>
    <p:sldId id="421" r:id="rId179"/>
    <p:sldId id="422" r:id="rId180"/>
    <p:sldId id="423" r:id="rId181"/>
    <p:sldId id="424" r:id="rId182"/>
    <p:sldId id="425" r:id="rId183"/>
    <p:sldId id="426" r:id="rId184"/>
    <p:sldId id="427" r:id="rId185"/>
    <p:sldId id="428" r:id="rId186"/>
    <p:sldId id="429" r:id="rId187"/>
    <p:sldId id="430" r:id="rId188"/>
    <p:sldId id="431" r:id="rId189"/>
    <p:sldId id="432" r:id="rId190"/>
    <p:sldId id="433" r:id="rId191"/>
    <p:sldId id="434" r:id="rId192"/>
    <p:sldId id="435" r:id="rId193"/>
    <p:sldId id="436" r:id="rId194"/>
    <p:sldId id="437" r:id="rId195"/>
    <p:sldId id="438" r:id="rId196"/>
    <p:sldId id="439" r:id="rId197"/>
  </p:sldIdLst>
  <p:sldSz cx="12192000" cy="6858000"/>
  <p:notesSz cx="7010400" cy="9296400"/>
  <p:custDataLst>
    <p:tags r:id="rId3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 Start here" id="{2EE27990-49DE-400D-A231-BDB1CAEBD56A}">
          <p14:sldIdLst>
            <p14:sldId id="256"/>
            <p14:sldId id="257"/>
            <p14:sldId id="258"/>
            <p14:sldId id="259"/>
          </p14:sldIdLst>
        </p14:section>
        <p14:section name="01 Basic slides" id="{895FA598-F067-458D-8669-7087CAF6A04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02 Company introduction" id="{9767B154-5583-48EC-A2B2-20A6C67D3844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03 Customer situation" id="{836A4C7A-4B4E-4883-A935-73E4C4311ED7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04 Buying center" id="{5C075DC1-D949-4B08-8821-6E4C4E1DE48C}">
          <p14:sldIdLst>
            <p14:sldId id="296"/>
            <p14:sldId id="297"/>
            <p14:sldId id="298"/>
            <p14:sldId id="299"/>
            <p14:sldId id="300"/>
          </p14:sldIdLst>
        </p14:section>
        <p14:section name="05 Solution &amp; value" id="{0E7AC395-BF2C-4DE4-A861-71FC799A9D1D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06 Business case" id="{7FAD9B81-B0F7-46BE-BFE6-FA411B3DAB72}">
          <p14:sldIdLst>
            <p14:sldId id="310"/>
            <p14:sldId id="311"/>
            <p14:sldId id="312"/>
            <p14:sldId id="313"/>
            <p14:sldId id="314"/>
          </p14:sldIdLst>
        </p14:section>
        <p14:section name="07 Approach &amp; plan" id="{BE639993-B244-4DCB-B01F-3F3ED600DD4D}">
          <p14:sldIdLst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08 Proposal" id="{29C284A0-20FF-4CD0-B95D-EAA75DE0936A}">
          <p14:sldIdLst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09 References" id="{4DEEF6FF-E912-409E-BB64-F6B07B7CB9A9}">
          <p14:sldIdLst>
            <p14:sldId id="332"/>
            <p14:sldId id="333"/>
            <p14:sldId id="334"/>
            <p14:sldId id="335"/>
            <p14:sldId id="336"/>
          </p14:sldIdLst>
        </p14:section>
        <p14:section name="10 Kick-off &amp; ways of working" id="{1B562DF2-7C88-4F0B-85EA-02E7C5B9E44E}">
          <p14:sldIdLst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</p14:sldIdLst>
        </p14:section>
        <p14:section name="11 Analysis &amp; diagnostics" id="{2100BFDF-5E73-43EB-9447-F9CAD884AAF6}">
          <p14:sldIdLst>
            <p14:sldId id="345"/>
            <p14:sldId id="346"/>
            <p14:sldId id="347"/>
            <p14:sldId id="348"/>
            <p14:sldId id="349"/>
            <p14:sldId id="350"/>
            <p14:sldId id="351"/>
          </p14:sldIdLst>
        </p14:section>
        <p14:section name="12 Processes" id="{1F992D69-9992-4094-868D-A4D02AF002CE}">
          <p14:sldIdLst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</p14:sldIdLst>
        </p14:section>
        <p14:section name="13 Target picture &amp; roadmap" id="{239E65AB-6215-48CC-BBF0-C8E5A884BC59}">
          <p14:sldIdLst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  <p14:section name="14 Validation &amp; compliance" id="{1E0E0665-5AD7-4FE8-B503-E7541688F710}">
          <p14:sldIdLst>
            <p14:sldId id="371"/>
            <p14:sldId id="372"/>
            <p14:sldId id="373"/>
            <p14:sldId id="374"/>
            <p14:sldId id="375"/>
            <p14:sldId id="376"/>
            <p14:sldId id="377"/>
          </p14:sldIdLst>
        </p14:section>
        <p14:section name="15 Implementation &amp; change" id="{C9D18487-9E8A-4F9A-8FEB-6DFCDDEDAAAB}">
          <p14:sldIdLst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</p14:sldIdLst>
        </p14:section>
        <p14:section name="16 Project steering" id="{C5E24129-179A-4EC6-93BA-9EE538492940}">
          <p14:sldIdLst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</p14:sldIdLst>
        </p14:section>
        <p14:section name="17 Workshops" id="{64408B13-4F9B-4358-ADF4-A0E296F92AE4}">
          <p14:sldIdLst>
            <p14:sldId id="397"/>
            <p14:sldId id="398"/>
            <p14:sldId id="399"/>
            <p14:sldId id="400"/>
            <p14:sldId id="401"/>
            <p14:sldId id="402"/>
            <p14:sldId id="403"/>
          </p14:sldIdLst>
        </p14:section>
        <p14:section name="18 Account management" id="{1B0A66B0-BD44-4DC3-84E5-AB06B9609261}">
          <p14:sldIdLst>
            <p14:sldId id="404"/>
            <p14:sldId id="405"/>
            <p14:sldId id="406"/>
            <p14:sldId id="407"/>
            <p14:sldId id="408"/>
          </p14:sldIdLst>
        </p14:section>
        <p14:section name="19 Frameworks" id="{C5ED3901-5D48-46D6-BB56-69AD58FDC77F}">
          <p14:sldIdLst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</p14:sldIdLst>
        </p14:section>
        <p14:section name="20 Charts" id="{02BA8477-225D-4B4A-92C3-E1CA493EEF1A}">
          <p14:sldIdLst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</p14:sldIdLst>
        </p14:section>
        <p14:section name="21 Closing" id="{445358F5-80E7-40A9-837B-562CA67054D1}">
          <p14:sldIdLst>
            <p14:sldId id="425"/>
            <p14:sldId id="426"/>
            <p14:sldId id="427"/>
            <p14:sldId id="428"/>
            <p14:sldId id="429"/>
            <p14:sldId id="430"/>
          </p14:sldIdLst>
        </p14:section>
        <p14:section name="22 Appendix" id="{C6A82EE6-73F5-4B27-9EF7-57AFB8221104}">
          <p14:sldIdLst>
            <p14:sldId id="431"/>
            <p14:sldId id="432"/>
            <p14:sldId id="433"/>
            <p14:sldId id="434"/>
          </p14:sldIdLst>
        </p14:section>
        <p14:section name="23 Toolkit" id="{A9AD08A9-5FCA-4599-AEC1-77E8CC7B71D5}">
          <p14:sldIdLst>
            <p14:sldId id="435"/>
            <p14:sldId id="436"/>
            <p14:sldId id="437"/>
            <p14:sldId id="438"/>
            <p14:sldId id="4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95C913-7658-09D2-9FB6-6A0723661325}" name="Jan Weser" initials="JW" userId="S::jan.weser@koerber.com::e9d300bb-0184-4587-94dc-715af8e041db" providerId="AD"/>
  <p188:author id="{9A47F71C-B364-59FA-6692-D57E4738A5F7}" name="Paula Hentges" initials="PH" userId="S::paula.hentges@koerber.com::88fa869a-c4e2-4a35-b4d3-1f524469474a" providerId="AD"/>
  <p188:author id="{D1C85928-FC48-9405-BBFF-5733BA9F2E63}" name="Lena Wouters" initials="LW" userId="S::lena.wouters@Koerber.com::5e5af90f-17ea-4289-9284-c16839a9ee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ECE6"/>
    <a:srgbClr val="F0ECE5"/>
    <a:srgbClr val="81C0FF"/>
    <a:srgbClr val="2345AB"/>
    <a:srgbClr val="2345A8"/>
    <a:srgbClr val="0060FF"/>
    <a:srgbClr val="FE8623"/>
    <a:srgbClr val="FF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BF935-A24E-4662-804D-81136B5353BF}" v="734" dt="2025-10-23T12:47:54.084"/>
    <p1510:client id="{C01DD4CA-2584-4D4A-8D86-FAB964274AE2}" v="14" dt="2025-10-23T13:31:00.090"/>
    <p1510:client id="{E73ACA87-6029-ED47-9334-8B18BA0C2057}" v="12" dt="2025-10-22T15:38:50.615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94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7.xml"/><Relationship Id="rId6" Type="http://schemas.openxmlformats.org/officeDocument/2006/relationships/slide" Target="slides/slide26.xml"/><Relationship Id="rId7" Type="http://schemas.openxmlformats.org/officeDocument/2006/relationships/slide" Target="slides/slide25.xml"/><Relationship Id="rId8" Type="http://schemas.openxmlformats.org/officeDocument/2006/relationships/slide" Target="slides/slide24.xml"/><Relationship Id="rId9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21.xml"/><Relationship Id="rId12" Type="http://schemas.openxmlformats.org/officeDocument/2006/relationships/slide" Target="slides/slide20.xml"/><Relationship Id="rId13" Type="http://schemas.openxmlformats.org/officeDocument/2006/relationships/slide" Target="slides/slide19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tags" Target="tags/tag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5/10/relationships/revisionInfo" Target="revisionInfo.xml"/><Relationship Id="rId40" Type="http://schemas.microsoft.com/office/2018/10/relationships/authors" Target="authors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2" Type="http://schemas.openxmlformats.org/officeDocument/2006/relationships/slide" Target="slides/slide139.xml"/><Relationship Id="rId153" Type="http://schemas.openxmlformats.org/officeDocument/2006/relationships/slide" Target="slides/slide140.xml"/><Relationship Id="rId154" Type="http://schemas.openxmlformats.org/officeDocument/2006/relationships/slide" Target="slides/slide141.xml"/><Relationship Id="rId155" Type="http://schemas.openxmlformats.org/officeDocument/2006/relationships/slide" Target="slides/slide142.xml"/><Relationship Id="rId156" Type="http://schemas.openxmlformats.org/officeDocument/2006/relationships/slide" Target="slides/slide143.xml"/><Relationship Id="rId157" Type="http://schemas.openxmlformats.org/officeDocument/2006/relationships/slide" Target="slides/slide144.xml"/><Relationship Id="rId158" Type="http://schemas.openxmlformats.org/officeDocument/2006/relationships/slide" Target="slides/slide145.xml"/><Relationship Id="rId159" Type="http://schemas.openxmlformats.org/officeDocument/2006/relationships/slide" Target="slides/slide146.xml"/><Relationship Id="rId160" Type="http://schemas.openxmlformats.org/officeDocument/2006/relationships/slide" Target="slides/slide147.xml"/><Relationship Id="rId161" Type="http://schemas.openxmlformats.org/officeDocument/2006/relationships/slide" Target="slides/slide148.xml"/><Relationship Id="rId162" Type="http://schemas.openxmlformats.org/officeDocument/2006/relationships/slide" Target="slides/slide149.xml"/><Relationship Id="rId163" Type="http://schemas.openxmlformats.org/officeDocument/2006/relationships/slide" Target="slides/slide150.xml"/><Relationship Id="rId164" Type="http://schemas.openxmlformats.org/officeDocument/2006/relationships/slide" Target="slides/slide151.xml"/><Relationship Id="rId165" Type="http://schemas.openxmlformats.org/officeDocument/2006/relationships/slide" Target="slides/slide152.xml"/><Relationship Id="rId166" Type="http://schemas.openxmlformats.org/officeDocument/2006/relationships/slide" Target="slides/slide153.xml"/><Relationship Id="rId167" Type="http://schemas.openxmlformats.org/officeDocument/2006/relationships/slide" Target="slides/slide154.xml"/><Relationship Id="rId168" Type="http://schemas.openxmlformats.org/officeDocument/2006/relationships/slide" Target="slides/slide155.xml"/><Relationship Id="rId169" Type="http://schemas.openxmlformats.org/officeDocument/2006/relationships/slide" Target="slides/slide156.xml"/><Relationship Id="rId170" Type="http://schemas.openxmlformats.org/officeDocument/2006/relationships/slide" Target="slides/slide157.xml"/><Relationship Id="rId171" Type="http://schemas.openxmlformats.org/officeDocument/2006/relationships/slide" Target="slides/slide158.xml"/><Relationship Id="rId172" Type="http://schemas.openxmlformats.org/officeDocument/2006/relationships/slide" Target="slides/slide159.xml"/><Relationship Id="rId173" Type="http://schemas.openxmlformats.org/officeDocument/2006/relationships/slide" Target="slides/slide160.xml"/><Relationship Id="rId174" Type="http://schemas.openxmlformats.org/officeDocument/2006/relationships/slide" Target="slides/slide161.xml"/><Relationship Id="rId175" Type="http://schemas.openxmlformats.org/officeDocument/2006/relationships/slide" Target="slides/slide162.xml"/><Relationship Id="rId176" Type="http://schemas.openxmlformats.org/officeDocument/2006/relationships/slide" Target="slides/slide163.xml"/><Relationship Id="rId177" Type="http://schemas.openxmlformats.org/officeDocument/2006/relationships/slide" Target="slides/slide164.xml"/><Relationship Id="rId178" Type="http://schemas.openxmlformats.org/officeDocument/2006/relationships/slide" Target="slides/slide165.xml"/><Relationship Id="rId179" Type="http://schemas.openxmlformats.org/officeDocument/2006/relationships/slide" Target="slides/slide166.xml"/><Relationship Id="rId180" Type="http://schemas.openxmlformats.org/officeDocument/2006/relationships/slide" Target="slides/slide167.xml"/><Relationship Id="rId181" Type="http://schemas.openxmlformats.org/officeDocument/2006/relationships/slide" Target="slides/slide168.xml"/><Relationship Id="rId182" Type="http://schemas.openxmlformats.org/officeDocument/2006/relationships/slide" Target="slides/slide169.xml"/><Relationship Id="rId183" Type="http://schemas.openxmlformats.org/officeDocument/2006/relationships/slide" Target="slides/slide170.xml"/><Relationship Id="rId184" Type="http://schemas.openxmlformats.org/officeDocument/2006/relationships/slide" Target="slides/slide171.xml"/><Relationship Id="rId185" Type="http://schemas.openxmlformats.org/officeDocument/2006/relationships/slide" Target="slides/slide172.xml"/><Relationship Id="rId186" Type="http://schemas.openxmlformats.org/officeDocument/2006/relationships/slide" Target="slides/slide173.xml"/><Relationship Id="rId187" Type="http://schemas.openxmlformats.org/officeDocument/2006/relationships/slide" Target="slides/slide174.xml"/><Relationship Id="rId188" Type="http://schemas.openxmlformats.org/officeDocument/2006/relationships/slide" Target="slides/slide175.xml"/><Relationship Id="rId189" Type="http://schemas.openxmlformats.org/officeDocument/2006/relationships/slide" Target="slides/slide176.xml"/><Relationship Id="rId190" Type="http://schemas.openxmlformats.org/officeDocument/2006/relationships/slide" Target="slides/slide177.xml"/><Relationship Id="rId191" Type="http://schemas.openxmlformats.org/officeDocument/2006/relationships/slide" Target="slides/slide178.xml"/><Relationship Id="rId192" Type="http://schemas.openxmlformats.org/officeDocument/2006/relationships/slide" Target="slides/slide179.xml"/><Relationship Id="rId193" Type="http://schemas.openxmlformats.org/officeDocument/2006/relationships/slide" Target="slides/slide180.xml"/><Relationship Id="rId194" Type="http://schemas.openxmlformats.org/officeDocument/2006/relationships/slide" Target="slides/slide181.xml"/><Relationship Id="rId195" Type="http://schemas.openxmlformats.org/officeDocument/2006/relationships/slide" Target="slides/slide182.xml"/><Relationship Id="rId196" Type="http://schemas.openxmlformats.org/officeDocument/2006/relationships/slide" Target="slides/slide183.xml"/><Relationship Id="rId197" Type="http://schemas.openxmlformats.org/officeDocument/2006/relationships/slide" Target="slides/slide18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KPI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tx2"/>
              </a:solidFill>
            </c:spPr>
          </c:dPt>
          <c:dPt>
            <c:idx val="1"/>
            <c:spPr>
              <a:solidFill>
                <a:schemeClr val="tx2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accent1"/>
              </a:solidFill>
            </c:spPr>
          </c:dPt>
          <c:dPt>
            <c:idx val="4"/>
            <c:spPr>
              <a:solidFill>
                <a:schemeClr val="tx2"/>
              </a:solidFill>
            </c:spPr>
          </c:dPt>
          <c:cat>
            <c:strRef>
              <c:f>Sheet1!$A$2:$A$6</c:f>
              <c:strCache>
                <c:ptCount val="5"/>
                <c:pt idx="0">
                  <c:v>Best in class</c:v>
                </c:pt>
                <c:pt idx="1">
                  <c:v>Top quartile</c:v>
                </c:pt>
                <c:pt idx="2">
                  <c:v>Median</c:v>
                </c:pt>
                <c:pt idx="3">
                  <c:v>[Customer]</c:v>
                </c:pt>
                <c:pt idx="4">
                  <c:v>Bottom quartile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0.7</c:v>
                </c:pt>
                <c:pt idx="2">
                  <c:v>0.6</c:v>
                </c:pt>
                <c:pt idx="3">
                  <c:v>0.55</c:v>
                </c:pt>
                <c:pt idx="4">
                  <c:v>0.45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cash flow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tx2"/>
              </a:solidFill>
            </c:spPr>
          </c:dPt>
          <c:dPt>
            <c:idx val="1"/>
            <c:spPr>
              <a:solidFill>
                <a:schemeClr val="tx2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tx2"/>
              </a:solidFill>
            </c:spPr>
          </c:dPt>
          <c:dPt>
            <c:idx val="4"/>
            <c:spPr>
              <a:solidFill>
                <a:schemeClr val="accent1"/>
              </a:solidFill>
            </c:spPr>
          </c:dPt>
          <c:dPt>
            <c:idx val="5"/>
            <c:spPr>
              <a:solidFill>
                <a:schemeClr val="accent1"/>
              </a:solidFill>
            </c:spPr>
          </c:dPt>
          <c:dPt>
            <c:idx val="6"/>
            <c:spPr>
              <a:solidFill>
                <a:schemeClr val="accent1"/>
              </a:solidFill>
            </c:spPr>
          </c:dPt>
          <c:cat>
            <c:strRef>
              <c:f>Sheet1!$A$2:$A$8</c:f>
              <c:strCache>
                <c:ptCount val="7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-6</c:v>
                </c:pt>
                <c:pt idx="1">
                  <c:v>-14</c:v>
                </c:pt>
                <c:pt idx="2">
                  <c:v>-10</c:v>
                </c:pt>
                <c:pt idx="3">
                  <c:v>-4</c:v>
                </c:pt>
                <c:pt idx="4">
                  <c:v>2</c:v>
                </c:pt>
                <c:pt idx="5">
                  <c:v>9</c:v>
                </c:pt>
                <c:pt idx="6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Basis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Lever 1</c:v>
                </c:pt>
                <c:pt idx="1">
                  <c:v>Lever 2</c:v>
                </c:pt>
                <c:pt idx="2">
                  <c:v>Lever 3</c:v>
                </c:pt>
                <c:pt idx="3">
                  <c:v>Gross benefit</c:v>
                </c:pt>
                <c:pt idx="4">
                  <c:v>Operating cost</c:v>
                </c:pt>
                <c:pt idx="5">
                  <c:v>Investment</c:v>
                </c:pt>
                <c:pt idx="6">
                  <c:v>NPV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12.0</c:v>
                </c:pt>
                <c:pt idx="2">
                  <c:v>18.0</c:v>
                </c:pt>
                <c:pt idx="3">
                  <c:v>0</c:v>
                </c:pt>
                <c:pt idx="4">
                  <c:v>19.0</c:v>
                </c:pt>
                <c:pt idx="5">
                  <c:v>5.0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Lbls>
            <c:dLbl>
              <c:idx val="3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bg1"/>
                        </a:solidFill>
                      </a:rPr>
                      <a:t>22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bg1"/>
                        </a:solidFill>
                      </a:rPr>
                      <a:t>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Lever 1</c:v>
                </c:pt>
                <c:pt idx="1">
                  <c:v>Lever 2</c:v>
                </c:pt>
                <c:pt idx="2">
                  <c:v>Lever 3</c:v>
                </c:pt>
                <c:pt idx="3">
                  <c:v>Gross benefit</c:v>
                </c:pt>
                <c:pt idx="4">
                  <c:v>Operating cost</c:v>
                </c:pt>
                <c:pt idx="5">
                  <c:v>Investment</c:v>
                </c:pt>
                <c:pt idx="6">
                  <c:v>NPV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22.0</c:v>
                </c:pt>
                <c:pt idx="4">
                  <c:v>0</c:v>
                </c:pt>
                <c:pt idx="5">
                  <c:v>0</c:v>
                </c:pt>
                <c:pt idx="6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Zunahme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tx1"/>
                        </a:solidFill>
                      </a:rPr>
                      <a:t>+12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tx1"/>
                        </a:solidFill>
                      </a:rPr>
                      <a:t>+6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tx1"/>
                        </a:solidFill>
                      </a:rPr>
                      <a:t>+4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Lever 1</c:v>
                </c:pt>
                <c:pt idx="1">
                  <c:v>Lever 2</c:v>
                </c:pt>
                <c:pt idx="2">
                  <c:v>Lever 3</c:v>
                </c:pt>
                <c:pt idx="3">
                  <c:v>Gross benefit</c:v>
                </c:pt>
                <c:pt idx="4">
                  <c:v>Operating cost</c:v>
                </c:pt>
                <c:pt idx="5">
                  <c:v>Investment</c:v>
                </c:pt>
                <c:pt idx="6">
                  <c:v>NPV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12.0</c:v>
                </c:pt>
                <c:pt idx="1">
                  <c:v>6.0</c:v>
                </c:pt>
                <c:pt idx="2">
                  <c:v>4.0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Abnahme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</c:spPr>
          <c:dLbls>
            <c:dLbl>
              <c:idx val="4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bg1"/>
                        </a:solidFill>
                      </a:rPr>
                      <a:t>-3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bg1"/>
                        </a:solidFill>
                      </a:rPr>
                      <a:t>-14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Lever 1</c:v>
                </c:pt>
                <c:pt idx="1">
                  <c:v>Lever 2</c:v>
                </c:pt>
                <c:pt idx="2">
                  <c:v>Lever 3</c:v>
                </c:pt>
                <c:pt idx="3">
                  <c:v>Gross benefit</c:v>
                </c:pt>
                <c:pt idx="4">
                  <c:v>Operating cost</c:v>
                </c:pt>
                <c:pt idx="5">
                  <c:v>Investment</c:v>
                </c:pt>
                <c:pt idx="6">
                  <c:v>NPV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3.0</c:v>
                </c:pt>
                <c:pt idx="5">
                  <c:v>14.0</c:v>
                </c:pt>
                <c:pt idx="6">
                  <c:v>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KPI 1</c:v>
                </c:pt>
                <c:pt idx="1">
                  <c:v>KPI 2</c:v>
                </c:pt>
                <c:pt idx="2">
                  <c:v>KPI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0.7</c:v>
                </c:pt>
                <c:pt idx="2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KPI 1</c:v>
                </c:pt>
                <c:pt idx="1">
                  <c:v>KPI 2</c:v>
                </c:pt>
                <c:pt idx="2">
                  <c:v>KPI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0.65</c:v>
                </c:pt>
                <c:pt idx="1">
                  <c:v>0.8</c:v>
                </c:pt>
                <c:pt idx="2">
                  <c:v>0.9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Fully agree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200">
                    <a:solidFill>
                      <a:schemeClr val="bg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Statement 1</c:v>
                </c:pt>
                <c:pt idx="1">
                  <c:v>Statement 2</c:v>
                </c:pt>
                <c:pt idx="2">
                  <c:v>Statement 3</c:v>
                </c:pt>
                <c:pt idx="3">
                  <c:v>Statement 4</c:v>
                </c:pt>
                <c:pt idx="4">
                  <c:v>Statement 5</c:v>
                </c:pt>
                <c:pt idx="5">
                  <c:v>Statement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0.45</c:v>
                </c:pt>
                <c:pt idx="1">
                  <c:v>0.38</c:v>
                </c:pt>
                <c:pt idx="2">
                  <c:v>0.3</c:v>
                </c:pt>
                <c:pt idx="3">
                  <c:v>0.22</c:v>
                </c:pt>
                <c:pt idx="4">
                  <c:v>0.15</c:v>
                </c:pt>
                <c:pt idx="5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Agree</c:v>
                </c:pt>
              </c:strCache>
            </c:strRef>
          </c:tx>
          <c:spPr>
            <a:solidFill>
              <a:schemeClr val="accent1">
                <a:lumMod val="45000"/>
                <a:lumOff val="55000"/>
              </a:schemeClr>
            </a:solidFill>
            <a:ln>
              <a:noFill/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Statement 1</c:v>
                </c:pt>
                <c:pt idx="1">
                  <c:v>Statement 2</c:v>
                </c:pt>
                <c:pt idx="2">
                  <c:v>Statement 3</c:v>
                </c:pt>
                <c:pt idx="3">
                  <c:v>Statement 4</c:v>
                </c:pt>
                <c:pt idx="4">
                  <c:v>Statement 5</c:v>
                </c:pt>
                <c:pt idx="5">
                  <c:v>Statement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</c:v>
                </c:pt>
                <c:pt idx="1">
                  <c:v>0.32</c:v>
                </c:pt>
                <c:pt idx="2">
                  <c:v>0.3</c:v>
                </c:pt>
                <c:pt idx="3">
                  <c:v>0.28</c:v>
                </c:pt>
                <c:pt idx="4">
                  <c:v>0.25</c:v>
                </c:pt>
                <c:pt idx="5">
                  <c:v>0.2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Statement 1</c:v>
                </c:pt>
                <c:pt idx="1">
                  <c:v>Statement 2</c:v>
                </c:pt>
                <c:pt idx="2">
                  <c:v>Statement 3</c:v>
                </c:pt>
                <c:pt idx="3">
                  <c:v>Statement 4</c:v>
                </c:pt>
                <c:pt idx="4">
                  <c:v>Statement 5</c:v>
                </c:pt>
                <c:pt idx="5">
                  <c:v>Statement 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0.15</c:v>
                </c:pt>
                <c:pt idx="1">
                  <c:v>0.18</c:v>
                </c:pt>
                <c:pt idx="2">
                  <c:v>0.2</c:v>
                </c:pt>
                <c:pt idx="3">
                  <c:v>0.25</c:v>
                </c:pt>
                <c:pt idx="4">
                  <c:v>0.25</c:v>
                </c:pt>
                <c:pt idx="5">
                  <c:v>0.25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Disagree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Statement 1</c:v>
                </c:pt>
                <c:pt idx="1">
                  <c:v>Statement 2</c:v>
                </c:pt>
                <c:pt idx="2">
                  <c:v>Statement 3</c:v>
                </c:pt>
                <c:pt idx="3">
                  <c:v>Statement 4</c:v>
                </c:pt>
                <c:pt idx="4">
                  <c:v>Statement 5</c:v>
                </c:pt>
                <c:pt idx="5">
                  <c:v>Statement 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0.1</c:v>
                </c:pt>
                <c:pt idx="1">
                  <c:v>0.12</c:v>
                </c:pt>
                <c:pt idx="2">
                  <c:v>0.2</c:v>
                </c:pt>
                <c:pt idx="3">
                  <c:v>0.25</c:v>
                </c:pt>
                <c:pt idx="4">
                  <c:v>0.35</c:v>
                </c:pt>
                <c:pt idx="5">
                  <c:v>0.45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accent1"/>
              </a:solidFill>
            </c:spPr>
          </c:dPt>
          <c:dPt>
            <c:idx val="1"/>
            <c:spPr>
              <a:solidFill>
                <a:schemeClr val="accent1"/>
              </a:solidFill>
            </c:spPr>
          </c:dPt>
          <c:dPt>
            <c:idx val="2"/>
            <c:spPr>
              <a:solidFill>
                <a:schemeClr val="accent6"/>
              </a:solidFill>
            </c:spPr>
          </c:dPt>
          <c:dPt>
            <c:idx val="3"/>
            <c:spPr>
              <a:solidFill>
                <a:schemeClr val="accent1"/>
              </a:solidFill>
            </c:spPr>
          </c:dPt>
          <c:dPt>
            <c:idx val="4"/>
            <c:spPr>
              <a:solidFill>
                <a:schemeClr val="accent6"/>
              </a:solidFill>
            </c:spPr>
          </c:dPt>
          <c:dPt>
            <c:idx val="5"/>
            <c:spPr>
              <a:solidFill>
                <a:schemeClr val="accent1"/>
              </a:solidFill>
            </c:spPr>
          </c:dPt>
          <c:cat>
            <c:strRef>
              <c:f>Sheet1!$A$2:$A$7</c:f>
              <c:strCache>
                <c:ptCount val="6"/>
                <c:pt idx="0">
                  <c:v>Quality system</c:v>
                </c:pt>
                <c:pt idx="1">
                  <c:v>Documentation</c:v>
                </c:pt>
                <c:pt idx="2">
                  <c:v>Data integrity</c:v>
                </c:pt>
                <c:pt idx="3">
                  <c:v>Facilities &amp; equipment</c:v>
                </c:pt>
                <c:pt idx="4">
                  <c:v>Contamination control</c:v>
                </c:pt>
                <c:pt idx="5">
                  <c:v>Training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</c:v>
                </c:pt>
                <c:pt idx="1">
                  <c:v>0.82</c:v>
                </c:pt>
                <c:pt idx="2">
                  <c:v>0.62</c:v>
                </c:pt>
                <c:pt idx="3">
                  <c:v>0.85</c:v>
                </c:pt>
                <c:pt idx="4">
                  <c:v>0.68</c:v>
                </c:pt>
                <c:pt idx="5">
                  <c:v>0.95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Körber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5CF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ln w="31750">
              <a:solidFill>
                <a:schemeClr val="tx2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20</c:v>
                </c:pt>
                <c:pt idx="2">
                  <c:v>32</c:v>
                </c:pt>
                <c:pt idx="3">
                  <c:v>45</c:v>
                </c:pt>
                <c:pt idx="4">
                  <c:v>55</c:v>
                </c:pt>
                <c:pt idx="5">
                  <c:v>66</c:v>
                </c:pt>
                <c:pt idx="6">
                  <c:v>76</c:v>
                </c:pt>
                <c:pt idx="7">
                  <c:v>85</c:v>
                </c:pt>
                <c:pt idx="8">
                  <c:v>92</c:v>
                </c:pt>
                <c:pt idx="9">
                  <c:v>97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ln w="31750">
              <a:solidFill>
                <a:schemeClr val="accent1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</c:v>
                </c:pt>
                <c:pt idx="1">
                  <c:v>19</c:v>
                </c:pt>
                <c:pt idx="2">
                  <c:v>30</c:v>
                </c:pt>
                <c:pt idx="3">
                  <c:v>42</c:v>
                </c:pt>
                <c:pt idx="4">
                  <c:v>52</c:v>
                </c:pt>
                <c:pt idx="5">
                  <c:v>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Forecast</c:v>
                </c:pt>
              </c:strCache>
            </c:strRef>
          </c:tx>
          <c:spPr>
            <a:ln w="31750">
              <a:solidFill>
                <a:schemeClr val="accent1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5">
                  <c:v>62</c:v>
                </c:pt>
                <c:pt idx="6">
                  <c:v>72</c:v>
                </c:pt>
                <c:pt idx="7">
                  <c:v>81</c:v>
                </c:pt>
                <c:pt idx="8">
                  <c:v>88</c:v>
                </c:pt>
                <c:pt idx="9">
                  <c:v>94</c:v>
                </c:pt>
                <c:pt idx="10">
                  <c:v>97</c:v>
                </c:pt>
                <c:pt idx="11">
                  <c:v>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5C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Votes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accent1"/>
              </a:solidFill>
            </c:spPr>
          </c:dPt>
          <c:dPt>
            <c:idx val="1"/>
            <c:spPr>
              <a:solidFill>
                <a:schemeClr val="accent1"/>
              </a:solidFill>
            </c:spPr>
          </c:dPt>
          <c:dPt>
            <c:idx val="2"/>
            <c:spPr>
              <a:solidFill>
                <a:schemeClr val="accent1"/>
              </a:solidFill>
            </c:spPr>
          </c:dPt>
          <c:dPt>
            <c:idx val="3"/>
            <c:spPr>
              <a:solidFill>
                <a:schemeClr val="tx2"/>
              </a:solidFill>
            </c:spPr>
          </c:dPt>
          <c:dPt>
            <c:idx val="4"/>
            <c:spPr>
              <a:solidFill>
                <a:schemeClr val="tx2"/>
              </a:solidFill>
            </c:spPr>
          </c:dPt>
          <c:dPt>
            <c:idx val="5"/>
            <c:spPr>
              <a:solidFill>
                <a:schemeClr val="tx2"/>
              </a:solidFill>
            </c:spPr>
          </c:dPt>
          <c:dPt>
            <c:idx val="6"/>
            <c:spPr>
              <a:solidFill>
                <a:schemeClr val="tx2"/>
              </a:solidFill>
            </c:spPr>
          </c:dPt>
          <c:dPt>
            <c:idx val="7"/>
            <c:spPr>
              <a:solidFill>
                <a:schemeClr val="tx2"/>
              </a:solidFill>
            </c:spPr>
          </c:dPt>
          <c:cat>
            <c:strRef>
              <c:f>Sheet1!$A$2:$A$9</c:f>
              <c:strCache>
                <c:ptCount val="8"/>
                <c:pt idx="0">
                  <c:v>Idea 1</c:v>
                </c:pt>
                <c:pt idx="1">
                  <c:v>Idea 2</c:v>
                </c:pt>
                <c:pt idx="2">
                  <c:v>Idea 3</c:v>
                </c:pt>
                <c:pt idx="3">
                  <c:v>Idea 4</c:v>
                </c:pt>
                <c:pt idx="4">
                  <c:v>Idea 5</c:v>
                </c:pt>
                <c:pt idx="5">
                  <c:v>Idea 6</c:v>
                </c:pt>
                <c:pt idx="6">
                  <c:v>Idea 7</c:v>
                </c:pt>
                <c:pt idx="7">
                  <c:v>Idea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</c:v>
                </c:pt>
                <c:pt idx="1">
                  <c:v>11</c:v>
                </c:pt>
                <c:pt idx="2">
                  <c:v>9</c:v>
                </c:pt>
                <c:pt idx="3">
                  <c:v>6</c:v>
                </c:pt>
                <c:pt idx="4">
                  <c:v>5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tx2"/>
              </a:solidFill>
            </c:spPr>
          </c:dPt>
          <c:dPt>
            <c:idx val="1"/>
            <c:spPr>
              <a:solidFill>
                <a:schemeClr val="tx2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tx2"/>
              </a:solidFill>
            </c:spPr>
          </c:dPt>
          <c:dPt>
            <c:idx val="4"/>
            <c:spPr>
              <a:solidFill>
                <a:schemeClr val="accent1"/>
              </a:solidFill>
            </c:spPr>
          </c:dPt>
          <c:cat>
            <c:strRef>
              <c:f>Sheet1!$A$2:$A$6</c:f>
              <c:strCache>
                <c:ptCount val="5"/>
                <c:pt idx="0">
                  <c:v>Cat. 1</c:v>
                </c:pt>
                <c:pt idx="1">
                  <c:v>Cat. 2</c:v>
                </c:pt>
                <c:pt idx="2">
                  <c:v>Cat. 3</c:v>
                </c:pt>
                <c:pt idx="3">
                  <c:v>Cat. 4</c:v>
                </c:pt>
                <c:pt idx="4">
                  <c:v>Cat.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23</c:v>
                </c:pt>
                <c:pt idx="2">
                  <c:v>26</c:v>
                </c:pt>
                <c:pt idx="3">
                  <c:v>29</c:v>
                </c:pt>
                <c:pt idx="4">
                  <c:v>32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Segment 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300">
                    <a:solidFill>
                      <a:schemeClr val="bg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</c:v>
                </c:pt>
                <c:pt idx="1">
                  <c:v>0.38</c:v>
                </c:pt>
                <c:pt idx="2">
                  <c:v>0.44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Segment B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300">
                    <a:solidFill>
                      <a:schemeClr val="tx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0.46</c:v>
                </c:pt>
                <c:pt idx="2">
                  <c:v>0.42</c:v>
                </c:pt>
                <c:pt idx="3">
                  <c:v>0.4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Segment C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300">
                    <a:solidFill>
                      <a:schemeClr val="tx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</c:v>
                </c:pt>
                <c:pt idx="1">
                  <c:v>0.16</c:v>
                </c:pt>
                <c:pt idx="2">
                  <c:v>0.14</c:v>
                </c:pt>
                <c:pt idx="3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accent1"/>
              </a:solidFill>
            </c:spPr>
          </c:dPt>
          <c:dPt>
            <c:idx val="1"/>
            <c:spPr>
              <a:solidFill>
                <a:schemeClr val="tx2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tx2"/>
              </a:solidFill>
            </c:spPr>
          </c:dPt>
          <c:dPt>
            <c:idx val="4"/>
            <c:spPr>
              <a:solidFill>
                <a:schemeClr val="tx2"/>
              </a:solidFill>
            </c:spPr>
          </c:dPt>
          <c:cat>
            <c:strRef>
              <c:f>Sheet1!$A$2:$A$6</c:f>
              <c:strCache>
                <c:ptCount val="5"/>
                <c:pt idx="0">
                  <c:v>Cat. 1</c:v>
                </c:pt>
                <c:pt idx="1">
                  <c:v>Cat. 2</c:v>
                </c:pt>
                <c:pt idx="2">
                  <c:v>Cat. 3</c:v>
                </c:pt>
                <c:pt idx="3">
                  <c:v>Cat. 4</c:v>
                </c:pt>
                <c:pt idx="4">
                  <c:v>Cat.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75</c:v>
                </c:pt>
                <c:pt idx="2">
                  <c:v>60</c:v>
                </c:pt>
                <c:pt idx="3">
                  <c:v>45</c:v>
                </c:pt>
                <c:pt idx="4">
                  <c:v>30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1750">
              <a:solidFill>
                <a:schemeClr val="accent1"/>
              </a:solidFill>
            </a:ln>
          </c:spPr>
          <c:marker>
            <c:symbol val="circle"/>
            <c:size val="6"/>
            <c:spPr>
              <a:solidFill>
                <a:schemeClr val="accent1"/>
              </a:solidFill>
              <a:ln>
                <a:noFill/>
              </a:ln>
            </c:spPr>
          </c:marker>
          <c:dLbls>
            <c:dLbl>
              <c:idx val="11"/>
              <c:spPr/>
              <c:txPr>
                <a:bodyPr/>
                <a:lstStyle/>
                <a:p>
                  <a:pPr>
                    <a:defRPr sz="1300" b="1">
                      <a:solidFill>
                        <a:schemeClr val="accent1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</c:v>
                </c:pt>
                <c:pt idx="1">
                  <c:v>32</c:v>
                </c:pt>
                <c:pt idx="2">
                  <c:v>33</c:v>
                </c:pt>
                <c:pt idx="3">
                  <c:v>35</c:v>
                </c:pt>
                <c:pt idx="4">
                  <c:v>36</c:v>
                </c:pt>
                <c:pt idx="5">
                  <c:v>38</c:v>
                </c:pt>
                <c:pt idx="6">
                  <c:v>40</c:v>
                </c:pt>
                <c:pt idx="7">
                  <c:v>41</c:v>
                </c:pt>
                <c:pt idx="8">
                  <c:v>43</c:v>
                </c:pt>
                <c:pt idx="9">
                  <c:v>43</c:v>
                </c:pt>
                <c:pt idx="10">
                  <c:v>44</c:v>
                </c:pt>
                <c:pt idx="11">
                  <c:v>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22225">
              <a:solidFill>
                <a:schemeClr val="accent3"/>
              </a:solidFill>
              <a:prstDash val="dash"/>
            </a:ln>
          </c:spPr>
          <c:marker>
            <c:symbol val="circle"/>
            <c:size val="6"/>
            <c:spPr>
              <a:solidFill>
                <a:schemeClr val="accent3"/>
              </a:solidFill>
              <a:ln>
                <a:noFill/>
              </a:ln>
            </c:spPr>
          </c:marker>
          <c:dLbls>
            <c:dLbl>
              <c:idx val="11"/>
              <c:spPr/>
              <c:txPr>
                <a:bodyPr/>
                <a:lstStyle/>
                <a:p>
                  <a:pPr>
                    <a:defRPr sz="1300" b="1">
                      <a:solidFill>
                        <a:schemeClr val="accent3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43</c:v>
                </c:pt>
                <c:pt idx="1">
                  <c:v>43</c:v>
                </c:pt>
                <c:pt idx="2">
                  <c:v>43</c:v>
                </c:pt>
                <c:pt idx="3">
                  <c:v>43</c:v>
                </c:pt>
                <c:pt idx="4">
                  <c:v>43</c:v>
                </c:pt>
                <c:pt idx="5">
                  <c:v>43</c:v>
                </c:pt>
                <c:pt idx="6">
                  <c:v>43</c:v>
                </c:pt>
                <c:pt idx="7">
                  <c:v>43</c:v>
                </c:pt>
                <c:pt idx="8">
                  <c:v>43</c:v>
                </c:pt>
                <c:pt idx="9">
                  <c:v>43</c:v>
                </c:pt>
                <c:pt idx="10">
                  <c:v>43</c:v>
                </c:pt>
                <c:pt idx="11">
                  <c:v>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8.0"/>
          <c:min val="25.0"/>
        </c:scaling>
        <c:delete val="0"/>
        <c:axPos val="l"/>
        <c:majorGridlines>
          <c:spPr>
            <a:ln w="6350">
              <a:solidFill>
                <a:srgbClr val="D9D5CF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chemeClr val="bg2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0.68</c:v>
                </c:pt>
                <c:pt idx="1">
                  <c:v>0.31999999999999995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chemeClr val="bg2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chemeClr val="bg2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chemeClr val="bg2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</c:v>
                </c:pt>
                <c:pt idx="1">
                  <c:v>0.15000000000000002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accent1"/>
              </a:solidFill>
            </c:spPr>
          </c:dPt>
          <c:dPt>
            <c:idx val="1"/>
            <c:spPr>
              <a:solidFill>
                <a:schemeClr val="accent1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tx2"/>
              </a:solidFill>
            </c:spPr>
          </c:dPt>
          <c:dPt>
            <c:idx val="4"/>
            <c:spPr>
              <a:solidFill>
                <a:schemeClr val="tx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bg1"/>
                        </a:solidFill>
                      </a:rPr>
                      <a:t>A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bg1"/>
                        </a:solidFill>
                      </a:rPr>
                      <a:t>B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tx1"/>
                        </a:solidFill>
                      </a:rPr>
                      <a:t>C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tx1"/>
                        </a:solidFill>
                      </a:rPr>
                      <a:t>D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>
                        <a:solidFill>
                          <a:schemeClr val="tx1"/>
                        </a:solidFill>
                      </a:rPr>
                      <a:t>E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Sheet1!$A$2:$A$6</c:f>
              <c:numCache>
                <c:formatCode>General</c:formatCode>
                <c:ptCount val="5"/>
                <c:pt idx="0">
                  <c:v>70</c:v>
                </c:pt>
                <c:pt idx="1">
                  <c:v>82</c:v>
                </c:pt>
                <c:pt idx="2">
                  <c:v>30</c:v>
                </c:pt>
                <c:pt idx="3">
                  <c:v>45</c:v>
                </c:pt>
                <c:pt idx="4">
                  <c:v>25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6</c:v>
                </c:pt>
                <c:pt idx="3">
                  <c:v>9</c:v>
                </c:pt>
                <c:pt idx="4">
                  <c:v>15</c:v>
                </c:pt>
              </c:numCache>
            </c:numRef>
          </c:yVal>
          <c:bubbleSize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12</c:v>
                </c:pt>
                <c:pt idx="3">
                  <c:v>20</c:v>
                </c:pt>
                <c:pt idx="4">
                  <c:v>8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0"/>
        <c:showNegBubbles val="0"/>
        <c:axId val="-2115720072"/>
        <c:axId val="-2115723560"/>
      </c:bubbleChart>
      <c:valAx>
        <c:axId val="-21157200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300" b="0"/>
                  <a:t>Dimension X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300" b="0"/>
                  <a:t>Dimension Y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300">
                <a:solidFill>
                  <a:schemeClr val="tx1"/>
                </a:solidFill>
              </a:defRPr>
            </a:pPr>
          </a:p>
        </c:txPr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3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83990-11A4-4591-BB2E-8B9EBF45D776}" type="datetimeFigureOut">
              <a:rPr lang="en-US" smtClean="0">
                <a:latin typeface="Arial" panose="020B0604020202020204" pitchFamily="34" charset="0"/>
              </a:rPr>
              <a:t>10/15/2026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70A6C-A967-4BE9-9801-C835F295E7F4}" type="slidenum">
              <a:rPr lang="en-US" smtClean="0">
                <a:latin typeface="Arial" panose="020B0604020202020204" pitchFamily="34" charset="0"/>
              </a:rPr>
              <a:t>‹Nr.›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3390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B525F1B7-D9C1-4048-B20A-C8895EC064A8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59583F78-C84D-44B5-BACE-07816AF64631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Cover of the library. Do not use in customer meetings.</a:t>
            </a:r>
          </a:p>
          <a:p/>
          <a:p>
            <a:r>
              <a:t>ADAPT: Update version and date with every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Short guide for everyone working with the library.</a:t>
            </a:r>
          </a:p>
          <a:p/>
          <a:p>
            <a:r>
              <a:t>ADAPT: Extend when new conventions are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Navigation: click a chapter to jump to it (also in slide show).</a:t>
            </a:r>
          </a:p>
          <a:p/>
          <a:p>
            <a:r>
              <a:t>ADAPT: Filled automatically with slide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Starting point for every new presentation.</a:t>
            </a:r>
          </a:p>
          <a:p/>
          <a:p>
            <a:r>
              <a:t>ADAPT: Add your own meeting types as rows.</a:t>
            </a:r>
          </a:p>
          <a:p/>
          <a:p>
            <a:r>
              <a:t>TIP: Rule of thumb: 1.5–2 minutes per slide, keep 30% of the time for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Generic slides that fit every presentation: covers, agenda, text, columns, images, numbers, quote.</a:t>
            </a:r>
          </a:p>
          <a:p/>
          <a:p>
            <a:r>
              <a:t>ADAPT: Text placeholders are native Körber layout placeholders – just type.</a:t>
            </a:r>
          </a:p>
          <a:p/>
          <a:p>
            <a:r>
              <a:t>TIP: Start every deck with these slides and add specific modules from the later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Cover for customer meetings.</a:t>
            </a:r>
          </a:p>
          <a:p/>
          <a:p>
            <a:r>
              <a:t>ADAPT: Use the customer’s topic as title, not “Körber presentation”.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Cover with image.</a:t>
            </a:r>
          </a:p>
          <a:p/>
          <a:p>
            <a:r>
              <a:t>ADAPT: Right-click the picture &gt; Change Picture (Körber Pictures Library).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Cover for project meetings (kick-off, steering committee).</a:t>
            </a:r>
          </a:p>
          <a:p/>
          <a:p>
            <a:r>
              <a:t>ADAPT: Add project name and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Agenda with up to five items.</a:t>
            </a:r>
          </a:p>
          <a:p/>
          <a:p>
            <a:r>
              <a:t>ADAPT: Phrase items as outcomes, not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Agenda for workshops and longer meetings.</a:t>
            </a:r>
          </a:p>
          <a:p/>
          <a:p>
            <a:r>
              <a:t>ADAPT: Adapt times, topics, outcomes and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Simple text slide with bullet levels of the Körber master.</a:t>
            </a:r>
          </a:p>
          <a:p/>
          <a:p>
            <a:r>
              <a:t>ADAPT: Type into the placeholder; use the indent buttons for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One strong statement – for transitions, summaries or a key insight.</a:t>
            </a:r>
          </a:p>
          <a:p/>
          <a:p>
            <a:r>
              <a:t>ADAPT: Maximum three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Comparison or two perspectives.</a:t>
            </a:r>
          </a:p>
          <a:p/>
          <a:p>
            <a:r>
              <a:t>ADAPT: Replace headlines and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Three arguments, capabilities or steps.</a:t>
            </a:r>
          </a:p>
          <a:p/>
          <a:p>
            <a:r>
              <a:t>ADAPT: Swap icons from the icon library (Toolkit).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Four topics with equal weight.</a:t>
            </a:r>
          </a:p>
          <a:p/>
          <a:p>
            <a:r>
              <a:t>ADAPT: Highlight one card in blue only if it matters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Overview of six topics (e.g., trends, focus areas).</a:t>
            </a:r>
          </a:p>
          <a:p/>
          <a:p>
            <a:r>
              <a:t>ADAPT: Keep each box to one headline and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Text with a large image.</a:t>
            </a:r>
          </a:p>
          <a:p/>
          <a:p>
            <a:r>
              <a:t>ADAPT: Right-click the picture &gt; Change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Three to four key figures.</a:t>
            </a:r>
          </a:p>
          <a:p/>
          <a:p>
            <a:r>
              <a:t>ADAPT: Every number needs a label and 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Simple sequence of 3–5 steps.</a:t>
            </a:r>
          </a:p>
          <a:p/>
          <a:p>
            <a:r>
              <a:t>ADAPT: Delete or add chevrons and columns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Quote as emotional proof point.</a:t>
            </a:r>
          </a:p>
          <a:p/>
          <a:p>
            <a:r>
              <a:t>ADAPT: Only with written approval; change the photo via Change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Strong visual transition or chapter opener.</a:t>
            </a:r>
          </a:p>
          <a:p/>
          <a:p>
            <a:r>
              <a:t>ADAPT: Two short words per line; change the picture via Change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One-page summary at the start of every analysis or recommendation deck (pyramid principle).</a:t>
            </a:r>
          </a:p>
          <a:p/>
          <a:p>
            <a:r>
              <a:t>ADAPT: Top box = the answer; three blocks = the supporting arguments; each with the evidence.</a:t>
            </a:r>
          </a:p>
          <a:p/>
          <a:p>
            <a:r>
              <a:t>TIP: Write this slide first and last: it is the storyline of the whole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Repeat between chapters of long decks to show where you are.</a:t>
            </a:r>
          </a:p>
          <a:p/>
          <a:p>
            <a:r>
              <a:t>ADAPT: Copy for every chapter and move the blue highlight.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Blank canvas in Körber layout for your own content.</a:t>
            </a:r>
          </a:p>
          <a:p/>
          <a:p>
            <a:r>
              <a:t>ADAPT: Build from the building blocks in the 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Körber Pharma Consulting introduction (based on Intro deck v5.1).</a:t>
            </a:r>
          </a:p>
          <a:p/>
          <a:p>
            <a:r>
              <a:t>ADAPT: Content is approved company messaging – adapt only the facts that change.</a:t>
            </a:r>
          </a:p>
          <a:p/>
          <a:p>
            <a:r>
              <a:t>TIP: Show two to three of these slides, chosen for the customer’s question – not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Cover of the company introduction.</a:t>
            </a:r>
          </a:p>
          <a:p/>
          <a:p>
            <a:r>
              <a:t>ADAPT: Add date and customer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Shows the strength of the group behind the consulting team.</a:t>
            </a:r>
          </a:p>
          <a:p/>
          <a:p>
            <a:r>
              <a:t>ADAPT: Update figures once a year (Brand Hub).</a:t>
            </a:r>
          </a:p>
          <a:p/>
          <a:p>
            <a:r>
              <a:t>TIP: Read bottom-up: global group → pharma business → consulting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Differentiation through the Körber Pharma ecosystem.</a:t>
            </a:r>
          </a:p>
          <a:p/>
          <a:p>
            <a:r>
              <a:t>ADAPT: Keep text short – the graphic carries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Why customers work with us – outcomes instead of deliverables.</a:t>
            </a:r>
          </a:p>
          <a:p/>
          <a:p>
            <a:r>
              <a:t>ADAPT: Keep the 97% figure up to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Portfolio overview: signature offerings on top of core capabilities.</a:t>
            </a:r>
          </a:p>
          <a:p/>
          <a:p>
            <a:r>
              <a:t>ADAPT: Highlight the offering relevant for the customer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Where our consulting teams are based.</a:t>
            </a:r>
          </a:p>
          <a:p/>
          <a:p>
            <a:r>
              <a:t>ADAPT: Update locations if teams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Introduce the project team.</a:t>
            </a:r>
          </a:p>
          <a:p/>
          <a:p>
            <a:r>
              <a:t>ADAPT: Insert photos via Change Picture or copy a circle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Show that we understood the customer: situation, findings, hypotheses, benchmark.</a:t>
            </a:r>
          </a:p>
          <a:p/>
          <a:p>
            <a:r>
              <a:t>ADAPT: Fill with customer-specific insights only.</a:t>
            </a:r>
          </a:p>
          <a:p/>
          <a:p>
            <a:r>
              <a:t>TIP: This chapter builds credibility – listen first, then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Storyline opener following the SCR logic.</a:t>
            </a:r>
          </a:p>
          <a:p/>
          <a:p>
            <a:r>
              <a:t>ADAPT: One headline and one supporting line per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Synthesis of stakeholder interviews.</a:t>
            </a:r>
          </a:p>
          <a:p/>
          <a:p>
            <a:r>
              <a:t>ADAPT: Anonymised quotes in the customer’s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MECE breakdown of the key question.</a:t>
            </a:r>
          </a:p>
          <a:p/>
          <a:p>
            <a:r>
              <a:t>ADAPT: Key question as a SMART question; sub-questions must not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Hypothesis-driven work for discovery and steering committees.</a:t>
            </a:r>
          </a:p>
          <a:p/>
          <a:p>
            <a:r>
              <a:t>ADAPT: Update status after each analysis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Result of a maturity assessment.</a:t>
            </a:r>
          </a:p>
          <a:p/>
          <a:p>
            <a:r>
              <a:t>ADAPT: Move the dots horizontally (scale 1–5): filled = today, outline =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Comparison with peers – creates urgency.</a:t>
            </a:r>
          </a:p>
          <a:p/>
          <a:p>
            <a:r>
              <a:t>ADAPT: Right-click the chart &gt; Edit Data; highlight the customer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Process view with the biggest pain points.</a:t>
            </a:r>
          </a:p>
          <a:p/>
          <a:p>
            <a:r>
              <a:t>ADAPT: Highlight the steps with the highest impact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Buying center, stakeholders and value messages – mostly internal slides.</a:t>
            </a:r>
          </a:p>
          <a:p/>
          <a:p>
            <a:r>
              <a:t>ADAPT: Do not show slides marked “Internal” to the customer.</a:t>
            </a:r>
          </a:p>
          <a:p/>
          <a:p>
            <a:r>
              <a:t>TIP: Complex B2B decisions involve 6–10 people – each needs their own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Opportunity and account planning.</a:t>
            </a:r>
          </a:p>
          <a:p/>
          <a:p>
            <a:r>
              <a:t>ADAPT: Add the names of the customer’s people per role.</a:t>
            </a:r>
          </a:p>
          <a:p/>
          <a:p>
            <a:r>
              <a:t>TIP: Maintain the buying-center role per contact in the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Stakeholder strategy.</a:t>
            </a:r>
          </a:p>
          <a:p/>
          <a:p>
            <a:r>
              <a:t>ADAPT: Move the circles; colour = attitude towards Körber.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Customer org chart with relationship status.</a:t>
            </a:r>
          </a:p>
          <a:p/>
          <a:p>
            <a:r>
              <a:t>ADAPT: Adapt boxes to the customer organisation; initials = Körber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Messaging matrix for proposals and follow-ups.</a:t>
            </a:r>
          </a:p>
          <a:p/>
          <a:p>
            <a:r>
              <a:t>ADAPT: Back every message with a measurable KPI.</a:t>
            </a:r>
          </a:p>
          <a:p/>
          <a:p>
            <a:r>
              <a:t>TIP: Same solution, different stories: the CFO buys payback, QA buys inspection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Value proposition, solution, options and recommendation.</a:t>
            </a:r>
          </a:p>
          <a:p/>
          <a:p>
            <a:r>
              <a:t>ADAPT: Always argue from the customer benefit.</a:t>
            </a:r>
          </a:p>
          <a:p/>
          <a:p>
            <a:r>
              <a:t>TIP: Logic: problem → solution → measurable benefit →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Core message of the solution presentation.</a:t>
            </a:r>
          </a:p>
          <a:p/>
          <a:p>
            <a:r>
              <a:t>ADAPT: Promise in one sentence, three proof points.</a:t>
            </a:r>
          </a:p>
          <a:p/>
          <a:p>
            <a:r>
              <a:t>TIP: The statement must work without the slide – as an elevator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Modular offer – makes it easy to start small.</a:t>
            </a:r>
          </a:p>
          <a:p/>
          <a:p>
            <a:r>
              <a:t>ADAPT: Adapt duration and deliverables; recommended module in blue.</a:t>
            </a:r>
          </a:p>
          <a:p/>
          <a:p>
            <a:r>
              <a:t>TIP: Land and expand: start with module 1, deliver results, then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Translates operational levers into financial impact – for CFO and management.</a:t>
            </a:r>
          </a:p>
          <a:p/>
          <a:p>
            <a:r>
              <a:t>ADAPT: Every leaf needs a KPI and an owner at the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Links the promise to a measurement logic.</a:t>
            </a:r>
          </a:p>
          <a:p/>
          <a:p>
            <a:r>
              <a:t>ADAPT: Agree KPI, baseline and method with the customer.</a:t>
            </a:r>
          </a:p>
          <a:p/>
          <a:p>
            <a:r>
              <a:t>TIP: No baseline, no proof: measure it before the project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Before-and-after comparison.</a:t>
            </a:r>
          </a:p>
          <a:p/>
          <a:p>
            <a:r>
              <a:t>ADAPT: Maximum five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Option comparison before the recommendation.</a:t>
            </a:r>
          </a:p>
          <a:p/>
          <a:p>
            <a:r>
              <a:t>ADAPT: Recommended option in blue; always show at least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Weighted evaluation of options.</a:t>
            </a:r>
          </a:p>
          <a:p/>
          <a:p>
            <a:r>
              <a:t>ADAPT: Agree criteria and weights with the customer first; Harvey balls 0–4.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Clear recommendation with a call to action.</a:t>
            </a:r>
          </a:p>
          <a:p/>
          <a:p>
            <a:r>
              <a:t>ADAPT: Name decision, budget and date.</a:t>
            </a:r>
          </a:p>
          <a:p/>
          <a:p>
            <a:r>
              <a:t>TIP: Put the ask into the title – decision makers must know what is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Investment logic: summary, cash flow, value bridge, scenarios.</a:t>
            </a:r>
          </a:p>
          <a:p/>
          <a:p>
            <a:r>
              <a:t>ADAPT: Validate figures with the customer’s controlling.</a:t>
            </a:r>
          </a:p>
          <a:p/>
          <a:p>
            <a:r>
              <a:t>TIP: Build the business case together with the customer – then they defend it internally.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One-pager for the investment decision.</a:t>
            </a:r>
          </a:p>
          <a:p/>
          <a:p>
            <a:r>
              <a:t>ADAPT: Copy values from the business-case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Investment phase and break-even.</a:t>
            </a:r>
          </a:p>
          <a:p/>
          <a:p>
            <a:r>
              <a:t>ADAPT: Edit data; negative values grey, positive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Waterfall: where the value comes from.</a:t>
            </a:r>
          </a:p>
          <a:p/>
          <a:p>
            <a:r>
              <a:t>ADAPT: Edit data: columns “Summe” (totals), “Zunahme” (up), “Abnahme” (down); “Basis” stays invisible.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Scenario analysis for the investment decision.</a:t>
            </a:r>
          </a:p>
          <a:p/>
          <a:p>
            <a:r>
              <a:t>ADAPT: Document the assumptions per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Project approach, timeline, organisation and governance.</a:t>
            </a:r>
          </a:p>
          <a:p/>
          <a:p>
            <a:r>
              <a:t>ADAPT: Adapt phases, dates and roles to the project.</a:t>
            </a:r>
          </a:p>
          <a:p/>
          <a:p>
            <a:r>
              <a:t>TIP: Concrete beats generic: the approach shows that we master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Overview of the approach.</a:t>
            </a:r>
          </a:p>
          <a:p/>
          <a:p>
            <a:r>
              <a:t>ADAPT: Phrase deliverables as nouns – they are the basis for payment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Detail of one phase.</a:t>
            </a:r>
          </a:p>
          <a:p/>
          <a:p>
            <a:r>
              <a:t>ADAPT: Duplicate per phase; mark the phase in the chevron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Timeline on month level.</a:t>
            </a:r>
          </a:p>
          <a:p/>
          <a:p>
            <a:r>
              <a:t>ADAPT: Move bars; critical path in blue. Maximum 10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Milestone timeline for management.</a:t>
            </a:r>
          </a:p>
          <a:p/>
          <a:p>
            <a:r>
              <a:t>ADAPT: Filled = reached, outline =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Shows risk control through decision gates – convinces CFO and procurement.</a:t>
            </a:r>
          </a:p>
          <a:p/>
          <a:p>
            <a:r>
              <a:t>ADAPT: Define gate criteria per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Shows when and how the customer is involved.</a:t>
            </a:r>
          </a:p>
          <a:p/>
          <a:p>
            <a:r>
              <a:t>ADAPT: Adapt workshops, participants and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Project organisation for proposal and kick-off.</a:t>
            </a:r>
          </a:p>
          <a:p/>
          <a:p>
            <a:r>
              <a:t>ADAPT: Fill names; tandem leads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Responsibility matrix for kick-off and project handbook.</a:t>
            </a:r>
          </a:p>
          <a:p/>
          <a:p>
            <a:r>
              <a:t>ADAPT: Exactly one “A” per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Steering and communication structure.</a:t>
            </a:r>
          </a:p>
          <a:p/>
          <a:p>
            <a:r>
              <a:t>ADAPT: Adapt bodies, participants and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Proposal presentation: scope, packages, fees, payment plan, mutual action plan.</a:t>
            </a:r>
          </a:p>
          <a:p/>
          <a:p>
            <a:r>
              <a:t>ADAPT: Align figures with the written proposal.</a:t>
            </a:r>
          </a:p>
          <a:p/>
          <a:p>
            <a:r>
              <a:t>TIP: Never show the price without the value – present the business case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Executive summary of the proposal.</a:t>
            </a:r>
          </a:p>
          <a:p/>
          <a:p>
            <a:r>
              <a:t>ADAPT: Take all four fields from the written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In/out of scope – prevents misunderstandings.</a:t>
            </a:r>
          </a:p>
          <a:p/>
          <a:p>
            <a:r>
              <a:t>ADAPT: Align with the service description.</a:t>
            </a:r>
          </a:p>
          <a:p/>
          <a:p>
            <a:r>
              <a:t>TIP: Address out-of-scope actively – it builds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Good-better-best packages – moves the discussion from “if” to “which”.</a:t>
            </a:r>
          </a:p>
          <a:p/>
          <a:p>
            <a:r>
              <a:t>ADAPT: Recommended package in the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Fee overview per phase.</a:t>
            </a:r>
          </a:p>
          <a:p/>
          <a:p>
            <a:r>
              <a:t>ADAPT: Copy values from the calculation; check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Milestone-based payment plan – reduces perceived risk.</a:t>
            </a:r>
          </a:p>
          <a:p/>
          <a:p>
            <a:r>
              <a:t>ADAPT: Align milestones and shares with the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Joint plan until signature – makes the decision process transparent.</a:t>
            </a:r>
          </a:p>
          <a:p/>
          <a:p>
            <a:r>
              <a:t>ADAPT: Agree steps with the customer; mirror them in the CRM.</a:t>
            </a:r>
          </a:p>
          <a:p/>
          <a:p>
            <a:r>
              <a:t>TIP: A mutual action plan shortens sales cycles because delays become visible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References, case studies and testimonials.</a:t>
            </a:r>
          </a:p>
          <a:p/>
          <a:p>
            <a:r>
              <a:t>ADAPT: Only approved references; otherwise anonymise (“Top-20 pharma company”).</a:t>
            </a:r>
          </a:p>
          <a:p/>
          <a:p>
            <a:r>
              <a:t>TIP: The best reference has the most similar problem – not the biggest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Overview of relevant references.</a:t>
            </a:r>
          </a:p>
          <a:p/>
          <a:p>
            <a:r>
              <a:t>ADAPT: Pick six that match the customer; quantify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Standard case study one-pager.</a:t>
            </a:r>
          </a:p>
          <a:p/>
          <a:p>
            <a:r>
              <a:t>ADAPT: Max. three points per block; picture via Change Picture.</a:t>
            </a:r>
          </a:p>
          <a:p/>
          <a:p>
            <a:r>
              <a:t>TIP: Put the result into the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Case study with before/after figures.</a:t>
            </a:r>
          </a:p>
          <a:p/>
          <a:p>
            <a:r>
              <a:t>ADAPT: Edit chart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Logo wall for first meetings.</a:t>
            </a:r>
          </a:p>
          <a:p/>
          <a:p>
            <a:r>
              <a:t>ADAPT: Insert logos in greyscale; only with written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Everything needed to start a customer project: objectives, team, rules, cadence, communication, data and interviews.</a:t>
            </a:r>
          </a:p>
          <a:p/>
          <a:p>
            <a:r>
              <a:t>ADAPT: Use in the kick-off meeting and keep updated in the project handbook.</a:t>
            </a:r>
          </a:p>
          <a:p/>
          <a:p>
            <a:r>
              <a:t>TIP: A good kick-off saves weeks later: agree objectives, roles and rules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Makes success measurable from day one.</a:t>
            </a:r>
          </a:p>
          <a:p/>
          <a:p>
            <a:r>
              <a:t>ADAPT: Three objectives, each with KPI, baseline and target.</a:t>
            </a:r>
          </a:p>
          <a:p/>
          <a:p>
            <a:r>
              <a:t>TIP: Agree the success criteria with the sponsor – they are the basis for the closing report and the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Contact list of the joint project team.</a:t>
            </a:r>
          </a:p>
          <a:p/>
          <a:p>
            <a:r>
              <a:t>ADAPT: Add rows as needed; keep in sync with the project handbook.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Collaboration rules agreed in the kick-off.</a:t>
            </a:r>
          </a:p>
          <a:p/>
          <a:p>
            <a:r>
              <a:t>ADAPT: Agree the rules with the team, not for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Weekly meeting rhythm of the project.</a:t>
            </a:r>
          </a:p>
          <a:p/>
          <a:p>
            <a:r>
              <a:t>ADAPT: Move and rename the meeting blocks.</a:t>
            </a:r>
          </a:p>
          <a:p/>
          <a:p>
            <a:r>
              <a:t>TIP: Fix the rhythm for the full project in week 1 – calendars of experts fill up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Who gets which information, when and how.</a:t>
            </a:r>
          </a:p>
          <a:p/>
          <a:p>
            <a:r>
              <a:t>ADAPT: Adapt audiences and channels to the customer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List of documents and data needed from the customer.</a:t>
            </a:r>
          </a:p>
          <a:p/>
          <a:p>
            <a:r>
              <a:t>ADAPT: Send before the kick-off; track weekly.</a:t>
            </a:r>
          </a:p>
          <a:p/>
          <a:p>
            <a:r>
              <a:t>TIP: Missing data is the most common cause of delay in the analysis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Plan of stakeholder interviews in the analysis phase.</a:t>
            </a:r>
          </a:p>
          <a:p/>
          <a:p>
            <a:r>
              <a:t>ADAPT: One row per interview; 8–12 interviews are typical.</a:t>
            </a:r>
          </a:p>
          <a:p/>
          <a:p>
            <a:r>
              <a:t>TIP: Send the interview guide in advance – answers get more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Slides for the analysis readout: findings, assessment, gaps, survey, site visit.</a:t>
            </a:r>
          </a:p>
          <a:p/>
          <a:p>
            <a:r>
              <a:t>ADAPT: Every finding needs evidence and an implication.</a:t>
            </a:r>
          </a:p>
          <a:p/>
          <a:p>
            <a:r>
              <a:t>TIP: Findings → implications → recommendations: never stop at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Overview of the main findings of the analysis.</a:t>
            </a:r>
          </a:p>
          <a:p/>
          <a:p>
            <a:r>
              <a:t>ADAPT: Maximum five findings; each with evidence and implication.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Assessment of several units (sites, lines, departments) across dimensions.</a:t>
            </a:r>
          </a:p>
          <a:p/>
          <a:p>
            <a:r>
              <a:t>ADAPT: Score 1–4; recolour the cells: dark blue = strong, orange =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Current state vs. target state with the resulting measures.</a:t>
            </a:r>
          </a:p>
          <a:p/>
          <a:p>
            <a:r>
              <a:t>ADAPT: One row per dimension; gap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Results of an employee or customer survey (Likert scale).</a:t>
            </a:r>
          </a:p>
          <a:p/>
          <a:p>
            <a:r>
              <a:t>ADAPT: Edit chart data; sort statements by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Observations from a site visit or Gemba walk.</a:t>
            </a:r>
          </a:p>
          <a:p/>
          <a:p>
            <a:r>
              <a:t>ADAPT: Replace the picture; keep positive and improvement observations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Key facts and figures about the customer situation.</a:t>
            </a:r>
          </a:p>
          <a:p/>
          <a:p>
            <a:r>
              <a:t>ADAPT: Six figures, each with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Standard process visuals: map, swimlane, SIPOC, process step, value stream, to-be process, decision logic, KPIs.</a:t>
            </a:r>
          </a:p>
          <a:p/>
          <a:p>
            <a:r>
              <a:t>ADAPT: Always use the same shapes: step = rectangle, decision = diamond, waiting time = triangle.</a:t>
            </a:r>
          </a:p>
          <a:p/>
          <a:p>
            <a:r>
              <a:t>TIP: A uniform process notation makes documentation comparable across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Entry into every process analysis.</a:t>
            </a:r>
          </a:p>
          <a:p/>
          <a:p>
            <a:r>
              <a:t>ADAPT: Mark the processes in scope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Process across departments – makes hand-overs visible.</a:t>
            </a:r>
          </a:p>
          <a:p/>
          <a:p>
            <a:r>
              <a:t>ADAPT: Lanes = organisational units; bottlenecks in blue.</a:t>
            </a:r>
          </a:p>
          <a:p/>
          <a:p>
            <a:r>
              <a:t>TIP: Count the hand-overs: every lane change is a risk for waiting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Process scoping at project start.</a:t>
            </a:r>
          </a:p>
          <a:p/>
          <a:p>
            <a:r>
              <a:t>ADAPT: 3–5 entries per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Standard profile for one process step.</a:t>
            </a:r>
          </a:p>
          <a:p/>
          <a:p>
            <a:r>
              <a:t>ADAPT: Duplicate per step; mark position in the chevron row.</a:t>
            </a:r>
          </a:p>
          <a:p/>
          <a:p>
            <a:r>
              <a:t>TIP: The same profile for all steps makes process handbooks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Value stream map – shows waste in lead time.</a:t>
            </a:r>
          </a:p>
          <a:p/>
          <a:p>
            <a:r>
              <a:t>ADAPT: Enter process times (PT) and waiting times; update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Comparison of current and future process.</a:t>
            </a:r>
          </a:p>
          <a:p/>
          <a:p>
            <a:r>
              <a:t>ADAPT: Dropped steps with a cross, new steps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Flow chart with decisions – for SOPs and to-be processes.</a:t>
            </a:r>
          </a:p>
          <a:p/>
          <a:p>
            <a:r>
              <a:t>ADAPT: Start/end = rounded, step = rectangle, decision = diamond.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KPI definitions – basis for reporting and dashboards.</a:t>
            </a:r>
          </a:p>
          <a:p/>
          <a:p>
            <a:r>
              <a:t>ADAPT: Agree definition, source and owner with the customer.</a:t>
            </a:r>
          </a:p>
          <a:p/>
          <a:p>
            <a:r>
              <a:t>TIP: Every KPI needs definition, data source, rhythm and owner – otherwise it is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From design principles to the target operating model, requirements, options and roadmap.</a:t>
            </a:r>
          </a:p>
          <a:p/>
          <a:p>
            <a:r>
              <a:t>ADAPT: Fill with the agreed concept; update after each design workshop.</a:t>
            </a:r>
          </a:p>
          <a:p/>
          <a:p>
            <a:r>
              <a:t>TIP: The roadmap is the bridge from concept to implementation – make it the most concrete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Guiding principles for the target design – agreed with the sponsor.</a:t>
            </a:r>
          </a:p>
          <a:p/>
          <a:p>
            <a:r>
              <a:t>ADAPT: Five principles; each with a “this means”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House of the target operating model.</a:t>
            </a:r>
          </a:p>
          <a:p/>
          <a:p>
            <a:r>
              <a:t>ADAPT: Adapt pillars to the scope (e.g. processes, organisation, systems,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Prioritised requirements, e.g. for a URS or system selection.</a:t>
            </a:r>
          </a:p>
          <a:p/>
          <a:p>
            <a:r>
              <a:t>ADAPT: Priority: Must / Should / Could / Won’t.</a:t>
            </a:r>
          </a:p>
          <a:p/>
          <a:p>
            <a:r>
              <a:t>TIP: Maximum 60% “Must” – otherwise prioritisation has not really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Transparent narrowing of options or vendors.</a:t>
            </a:r>
          </a:p>
          <a:p/>
          <a:p>
            <a:r>
              <a:t>ADAPT: Name the screening criteria per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Weighted evaluation of vendors or systems.</a:t>
            </a:r>
          </a:p>
          <a:p/>
          <a:p>
            <a:r>
              <a:t>ADAPT: Scores 1–5; weighted total = Σ weight ×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Overview of all initiatives with value, effort and wave.</a:t>
            </a:r>
          </a:p>
          <a:p/>
          <a:p>
            <a:r>
              <a:t>ADAPT: Harvey balls 0–4; sort by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One-pager per initiative – basis for prioritisation and steering.</a:t>
            </a:r>
          </a:p>
          <a:p/>
          <a:p>
            <a:r>
              <a:t>ADAPT: Duplicate per initiative.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Implementation roadmap by workstream and wave.</a:t>
            </a:r>
          </a:p>
          <a:p/>
          <a:p>
            <a:r>
              <a:t>ADAPT: Move bars; quick wins in wave 1.</a:t>
            </a:r>
          </a:p>
          <a:p/>
          <a:p>
            <a:r>
              <a:t>TIP: Wave 1 must deliver visible results within six months – that secures sponsorship.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Measures that can be implemented within weeks – build momentum.</a:t>
            </a:r>
          </a:p>
          <a:p/>
          <a:p>
            <a:r>
              <a:t>ADAPT: Only measures with owner and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GxP-specific slides: V-model, deliverables, risk assessment, traceability, qualification status, inspection readiness.</a:t>
            </a:r>
          </a:p>
          <a:p/>
          <a:p>
            <a:r>
              <a:t>ADAPT: Align terms with the customer’s quality system (SOPs, templates).</a:t>
            </a:r>
          </a:p>
          <a:p/>
          <a:p>
            <a:r>
              <a:t>TIP: This is where Körber Pharma Consulting differentiates – show regulatory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Validation approach following the V-model (GAMP 5).</a:t>
            </a:r>
          </a:p>
          <a:p/>
          <a:p>
            <a:r>
              <a:t>ADAPT: Adapt the levels to the system category and the customer’s SOPs.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Who creates, reviews and approves which validation document.</a:t>
            </a:r>
          </a:p>
          <a:p/>
          <a:p>
            <a:r>
              <a:t>ADAPT: C = create, R = review, A = approve.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Risk-based approach: FMEA for functions or process steps.</a:t>
            </a:r>
          </a:p>
          <a:p/>
          <a:p>
            <a:r>
              <a:t>ADAPT: Severity, occurrence, detection 1–5; RPN = S × O × D.</a:t>
            </a:r>
          </a:p>
          <a:p/>
          <a:p>
            <a:r>
              <a:t>TIP: Agree the RPN thresholds with QA before the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Proof that every requirement is tested.</a:t>
            </a:r>
          </a:p>
          <a:p/>
          <a:p>
            <a:r>
              <a:t>ADAPT: One row per requirement; ✓ where a test covers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Status of commissioning and qualification per system or equipment.</a:t>
            </a:r>
          </a:p>
          <a:p/>
          <a:p>
            <a:r>
              <a:t>ADAPT: Recolour dots; update weekly during CQV.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Readiness for an authority inspection or customer audit by area.</a:t>
            </a:r>
          </a:p>
          <a:p/>
          <a:p>
            <a:r>
              <a:t>ADAPT: Bar length = readiness in %; orange below 70%.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Running the implementation: open points, decisions, resources, change, training, go-live, cut-over.</a:t>
            </a:r>
          </a:p>
          <a:p/>
          <a:p>
            <a:r>
              <a:t>ADAPT: Update weekly; keep the same format throughout the project.</a:t>
            </a:r>
          </a:p>
          <a:p/>
          <a:p>
            <a:r>
              <a:t>TIP: Projects fail on adoption, not on technology – plan change management from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Action items / open points list – the working tool of the project team.</a:t>
            </a:r>
          </a:p>
          <a:p/>
          <a:p>
            <a:r>
              <a:t>ADAPT: One row per action; review weekly.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Documented project decisions – prevents re-discussion.</a:t>
            </a:r>
          </a:p>
          <a:p/>
          <a:p>
            <a:r>
              <a:t>ADAPT: Add every decision of the steering committee and project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Planned capacity per role over time.</a:t>
            </a:r>
          </a:p>
          <a:p/>
          <a:p>
            <a:r>
              <a:t>ADAPT: Edit chart data (FTE per month).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How strongly each stakeholder group is affected – basis for change measures.</a:t>
            </a:r>
          </a:p>
          <a:p/>
          <a:p>
            <a:r>
              <a:t>ADAPT: Harvey balls 0–4 per dimension.</a:t>
            </a:r>
          </a:p>
          <a:p/>
          <a:p>
            <a:r>
              <a:t>TIP: High impact + low readiness = focus group for change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Change measures along the ADKAR model.</a:t>
            </a:r>
          </a:p>
          <a:p/>
          <a:p>
            <a:r>
              <a:t>ADAPT: Adapt measures; assign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Training per target group before go-live.</a:t>
            </a:r>
          </a:p>
          <a:p/>
          <a:p>
            <a:r>
              <a:t>ADAPT: Add dates and participant numbers; track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Go / no-go decision before go-live.</a:t>
            </a:r>
          </a:p>
          <a:p/>
          <a:p>
            <a:r>
              <a:t>ADAPT: Status per criterion; the recommendation goes into the title.</a:t>
            </a:r>
          </a:p>
          <a:p/>
          <a:p>
            <a:r>
              <a:t>TIP: Define go-live criteria four weeks before go-live – not in the go/no-go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Detailed plan for the switch from old to new.</a:t>
            </a:r>
          </a:p>
          <a:p/>
          <a:p>
            <a:r>
              <a:t>ADAPT: Adapt time slots (hours or days) and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Slides for running lead projects: charter, status, steering committee, risks, decisions, closure.</a:t>
            </a:r>
          </a:p>
          <a:p/>
          <a:p>
            <a:r>
              <a:t>ADAPT: Update weekly or monthly; do not change the format.</a:t>
            </a:r>
          </a:p>
          <a:p/>
          <a:p>
            <a:r>
              <a:t>TIP: The same status format in every project makes projects comparable for customers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Project charter for the kick-off.</a:t>
            </a:r>
          </a:p>
          <a:p/>
          <a:p>
            <a:r>
              <a:t>ADAPT: Fill all fields; get sponsor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Weekly status one-pager – always the same format.</a:t>
            </a:r>
          </a:p>
          <a:p/>
          <a:p>
            <a:r>
              <a:t>ADAPT: Update overall status, progress and the four fields.</a:t>
            </a:r>
          </a:p>
          <a:p/>
          <a:p>
            <a:r>
              <a:t>TIP: The title states status plus the one thing management must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Dashboard for the steering committee.</a:t>
            </a:r>
          </a:p>
          <a:p/>
          <a:p>
            <a:r>
              <a:t>ADAPT: Recolour status dots: blue = on track, amber = at risk, orange = critical.</a:t>
            </a:r>
          </a:p>
          <a:p/>
          <a:p>
            <a:r>
              <a:t>TIP: Amber and orange always need an action and an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Milestones plan vs. forecast.</a:t>
            </a:r>
          </a:p>
          <a:p/>
          <a:p>
            <a:r>
              <a:t>ADAPT: Update forecasts weekly; deviation in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Budget burn: plan vs. actual vs. forecast.</a:t>
            </a:r>
          </a:p>
          <a:p/>
          <a:p>
            <a:r>
              <a:t>ADAPT: Edit chart data monthly.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Risk matrix (probability × impact).</a:t>
            </a:r>
          </a:p>
          <a:p/>
          <a:p>
            <a:r>
              <a:t>ADAPT: Move the numbered circles; maintain the list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Standard format for steering committee decisions.</a:t>
            </a:r>
          </a:p>
          <a:p/>
          <a:p>
            <a:r>
              <a:t>ADAPT: Fill question, options, recommendation and impact.</a:t>
            </a:r>
          </a:p>
          <a:p/>
          <a:p>
            <a:r>
              <a:t>TIP: Pre-align with the decision makers – the meeting only confirms.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Standard change request format.</a:t>
            </a:r>
          </a:p>
          <a:p/>
          <a:p>
            <a:r>
              <a:t>ADAPT: Fill all fields; approval in the steering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Closing slide for the last steering committee – basis for the reference.</a:t>
            </a:r>
          </a:p>
          <a:p/>
          <a:p>
            <a:r>
              <a:t>ADAPT: Enter targets and actuals; check hand-over.</a:t>
            </a:r>
          </a:p>
          <a:p/>
          <a:p>
            <a:r>
              <a:t>TIP: Trigger the reference approval and satisfaction survey right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Facilitation slides for customer workshops.</a:t>
            </a:r>
          </a:p>
          <a:p/>
          <a:p>
            <a:r>
              <a:t>ADAPT: Combine with the agenda slides from chapter 01.</a:t>
            </a:r>
          </a:p>
          <a:p/>
          <a:p>
            <a:r>
              <a:t>TIP: A workshop without a defined output is a meeting – write the expected result on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First slide of every workshop.</a:t>
            </a:r>
          </a:p>
          <a:p/>
          <a:p>
            <a:r>
              <a:t>ADAPT: Define output and agenda; plan 20%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Instruction for a group exercise.</a:t>
            </a:r>
          </a:p>
          <a:p/>
          <a:p>
            <a:r>
              <a:t>ADAPT: Task, groups, time and expected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Clustered ideas from a brainstorming session.</a:t>
            </a:r>
          </a:p>
          <a:p/>
          <a:p>
            <a:r>
              <a:t>ADAPT: Copy sticky notes; one idea per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Result of dot voting or prioritisation.</a:t>
            </a:r>
          </a:p>
          <a:p/>
          <a:p>
            <a:r>
              <a:t>ADAPT: Edit chart data; sort descending; top 3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Topics and questions that came up but are not part of the session.</a:t>
            </a:r>
          </a:p>
          <a:p/>
          <a:p>
            <a:r>
              <a:t>ADAPT: Assign an owner before the workshop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Break slide for workshops.</a:t>
            </a:r>
          </a:p>
          <a:p/>
          <a:p>
            <a:r>
              <a:t>ADAPT: Change the return time in the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Account plan, whitespace, pipeline and account health – internal slides.</a:t>
            </a:r>
          </a:p>
          <a:p/>
          <a:p>
            <a:r>
              <a:t>ADAPT: Take data from the CRM.</a:t>
            </a:r>
          </a:p>
          <a:p/>
          <a:p>
            <a:r>
              <a:t>TIP: These slides make the contribution of marketing and sales to revenue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Account plan on a page for key accounts.</a:t>
            </a:r>
          </a:p>
          <a:p/>
          <a:p>
            <a:r>
              <a:t>ADAPT: Create yearly, update quarterly.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Where we already sell and where potential lies.</a:t>
            </a:r>
          </a:p>
          <a:p/>
          <a:p>
            <a:r>
              <a:t>ADAPT: Recolour cells per site × service.</a:t>
            </a:r>
          </a:p>
          <a:p/>
          <a:p>
            <a:r>
              <a:t>TIP: Every outlined cell should have an opportunity in the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Pipeline by sales stage with conversion rates.</a:t>
            </a:r>
          </a:p>
          <a:p/>
          <a:p>
            <a:r>
              <a:t>ADAPT: Copy values from the CRM report.</a:t>
            </a:r>
          </a:p>
          <a:p/>
          <a:p>
            <a:r>
              <a:t>TIP: Conversion between stages shows where marketing and sales must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Early warning for key accounts.</a:t>
            </a:r>
          </a:p>
          <a:p/>
          <a:p>
            <a:r>
              <a:t>ADAPT: Use the same criteria and thresholds for all accounts.</a:t>
            </a:r>
          </a:p>
          <a:p/>
          <a:p>
            <a:r>
              <a:t>TIP: Keep the health score as a CRM field – then it can be analysed portfolio-wide.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Classic analysis frameworks in Körber design.</a:t>
            </a:r>
          </a:p>
          <a:p/>
          <a:p>
            <a:r>
              <a:t>ADAPT: Replace content, keep the structure.</a:t>
            </a:r>
          </a:p>
          <a:p/>
          <a:p>
            <a:r>
              <a:t>TIP: Frameworks structure the thinking – the insight still belongs in the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SWOT for site, project or competitive analyses.</a:t>
            </a:r>
          </a:p>
          <a:p/>
          <a:p>
            <a:r>
              <a:t>ADAPT: Three points per quadrant; implication into the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Prioritisation of initiatives.</a:t>
            </a:r>
          </a:p>
          <a:p/>
          <a:p>
            <a:r>
              <a:t>ADAPT: Move the letter circles; adapt the list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Industry structure analysis (Porter).</a:t>
            </a:r>
          </a:p>
          <a:p/>
          <a:p>
            <a:r>
              <a:t>ADAPT: Rate intensity with Harvey balls (0–4).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Value chain (Porter) adapted to pharma production.</a:t>
            </a:r>
          </a:p>
          <a:p/>
          <a:p>
            <a:r>
              <a:t>ADAPT: Adapt activities and shares.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Vision, mission, goals and measures in one logic.</a:t>
            </a:r>
          </a:p>
          <a:p/>
          <a:p>
            <a:r>
              <a:t>ADAPT: Adapt the level contents.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TAM / SAM / SOM derivation.</a:t>
            </a:r>
          </a:p>
          <a:p/>
          <a:p>
            <a:r>
              <a:t>ADAPT: Enter values and sources; document the derivation in the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Root-cause analysis (6M).</a:t>
            </a:r>
          </a:p>
          <a:p/>
          <a:p>
            <a:r>
              <a:t>ADAPT: Enter causes per category; main cause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Native, editable PowerPoint charts in Körber style.</a:t>
            </a:r>
          </a:p>
          <a:p/>
          <a:p>
            <a:r>
              <a:t>ADAPT: Right-click &gt; Edit Data; colours stay.</a:t>
            </a:r>
          </a:p>
          <a:p/>
          <a:p>
            <a:r>
              <a:t>TIP: One message per chart: the relevant series in blue, everything else grey.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Time series or comparison.</a:t>
            </a:r>
          </a:p>
          <a:p/>
          <a:p>
            <a:r>
              <a:t>ADAPT: Edit data; highlight the relevant columns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Composition over time.</a:t>
            </a:r>
          </a:p>
          <a:p/>
          <a:p>
            <a:r>
              <a:t>ADAPT: Focus segment as the bottom series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Ranking of categories – sorted descending.</a:t>
            </a:r>
          </a:p>
          <a:p/>
          <a:p>
            <a:r>
              <a:t>ADAPT: Sort data; focus bars in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Development over time with target value.</a:t>
            </a:r>
          </a:p>
          <a:p/>
          <a:p>
            <a:r>
              <a:t>ADAPT: Edit data; target series dashed grey.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Progress or target achievement.</a:t>
            </a:r>
          </a:p>
          <a:p/>
          <a:p>
            <a:r>
              <a:t>ADAPT: Edit value and remainder (sum = 100%).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Portfolio view with three dimensions (x, y, size).</a:t>
            </a:r>
          </a:p>
          <a:p/>
          <a:p>
            <a:r>
              <a:t>ADAPT: Edit data; colour focus points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Compact comparison of several KPIs.</a:t>
            </a:r>
          </a:p>
          <a:p/>
          <a:p>
            <a:r>
              <a:t>ADAPT: Bar length = value × column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Summary, next steps, Q&amp;A, contact.</a:t>
            </a:r>
          </a:p>
          <a:p/>
          <a:p>
            <a:r>
              <a:t>ADAPT: End with concrete next steps and owners.</a:t>
            </a:r>
          </a:p>
          <a:p/>
          <a:p>
            <a:r>
              <a:t>TIP: No meeting ends without an agreed next step – log it in the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Summary before decision or discussion.</a:t>
            </a:r>
          </a:p>
          <a:p/>
          <a:p>
            <a:r>
              <a:t>ADAPT: Use the action titles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Binding next steps with owners and dates.</a:t>
            </a:r>
          </a:p>
          <a:p/>
          <a:p>
            <a:r>
              <a:t>ADAPT: Fill in during the meeting; confirm by e-mail.</a:t>
            </a:r>
          </a:p>
          <a:p/>
          <a:p>
            <a:r>
              <a:t>TIP: Create the steps as tasks in the CRM right after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Transition into Q&amp;A.</a:t>
            </a:r>
          </a:p>
          <a:p/>
          <a:p>
            <a:r>
              <a:t>ADAPT: Change the picture via Change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Closing slide with contact details.</a:t>
            </a:r>
          </a:p>
          <a:p/>
          <a:p>
            <a:r>
              <a:t>ADAPT: Enter name, role, location, phone and e-mail.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Legal disclaimer – mandatory for proposals and external documents.</a:t>
            </a:r>
          </a:p>
          <a:p/>
          <a:p>
            <a:r>
              <a:t>ADAPT: Align text with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Back-up, glossary and methodology.</a:t>
            </a:r>
          </a:p>
          <a:p/>
          <a:p>
            <a:r>
              <a:t>ADAPT: Use after the closing slide; reference back-up slides in the main part.</a:t>
            </a:r>
          </a:p>
          <a:p/>
          <a:p>
            <a:r>
              <a:t>TIP: Move detail into the appendix – the main storyline stays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Detailed data table for the appendix.</a:t>
            </a:r>
          </a:p>
          <a:p/>
          <a:p>
            <a:r>
              <a:t>ADAPT: Up to 10 rows; reference it from the main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Abbreviations used in pharma projects.</a:t>
            </a:r>
          </a:p>
          <a:p/>
          <a:p>
            <a:r>
              <a:t>ADAPT: Delete unused terms; add customer-specific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How the analysis was done – builds credibility.</a:t>
            </a:r>
          </a:p>
          <a:p/>
          <a:p>
            <a:r>
              <a:t>ADAPT: List data sources, sample sizes and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Grid, rules, colours, building blocks and icons for your own slides.</a:t>
            </a:r>
          </a:p>
          <a:p/>
          <a:p>
            <a:r>
              <a:t>ADAPT: Do not show to customers.</a:t>
            </a:r>
          </a:p>
          <a:p/>
          <a:p>
            <a:r>
              <a:t>TIP: Always build new slides from these building blocks – this keeps every slide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Reference for everyone building new slides.</a:t>
            </a:r>
          </a:p>
          <a:p/>
          <a:p>
            <a:r>
              <a:t>ADAPT: View &gt; Guides.</a:t>
            </a:r>
          </a:p>
          <a:p/>
          <a:p>
            <a:r>
              <a:t>TIP: Inches: margin left 0.37 / right 12.97; content from 1.45; key takeaway at 5.98; column gap 0.3.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CI quick reference.</a:t>
            </a:r>
          </a:p>
          <a:p/>
          <a:p>
            <a:r>
              <a:t>ADAPT: Align CI changes with Brand &amp; Communications.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Copy and paste elements instead of redrawing them.</a:t>
            </a:r>
          </a:p>
          <a:p/>
          <a:p>
            <a:r>
              <a:t>ADAPT: –</a:t>
            </a:r>
          </a:p>
          <a:p/>
          <a:p>
            <a:r>
              <a:t>TIP: Copying from this slide keeps spacing, colours and sizes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 Icon library: Google Material Symbols, as recommended in the Körber 2025 template (“Google Icons”).</a:t>
            </a:r>
          </a:p>
          <a:p/>
          <a:p>
            <a:r>
              <a:t>ADAPT: Copy, paste, recolour via Shape Fill; resize proportionally with Shift.</a:t>
            </a:r>
          </a:p>
          <a:p/>
          <a:p>
            <a:r>
              <a:t>TIP: More icons: fonts.google.com/icons (style Outlined, weight 200) – insert as SVG and convert to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.svg"/><Relationship Id="rId4" Type="http://schemas.openxmlformats.org/officeDocument/2006/relationships/image" Target="../media/image9.svg"/><Relationship Id="rId5" Type="http://schemas.openxmlformats.org/officeDocument/2006/relationships/image" Target="../media/image10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35" name="Text Placeholder 41"/>
          <p:cNvSpPr>
            <a:spLocks noGrp="1"/>
          </p:cNvSpPr>
          <p:nvPr>
            <p:ph type="body" sz="quarter" idx="14"/>
          </p:nvPr>
        </p:nvSpPr>
        <p:spPr>
          <a:xfrm>
            <a:off x="336000" y="4438800"/>
            <a:ext cx="11521038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6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1882800"/>
            <a:ext cx="11520000" cy="1978248"/>
          </a:xfrm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2" name="Freeform 45">
            <a:extLst>
              <a:ext uri="{FF2B5EF4-FFF2-40B4-BE49-F238E27FC236}">
                <a16:creationId xmlns:a16="http://schemas.microsoft.com/office/drawing/2014/main" id="{F83F4120-7126-6700-FD9E-C47C76DC6CD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45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11520000" cy="1978248"/>
          </a:xfrm>
          <a:effectLst/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C9833480-6C3A-4A6E-AF00-1D7029C1D0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000" y="4438800"/>
            <a:ext cx="11521038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reeform 45">
            <a:extLst>
              <a:ext uri="{FF2B5EF4-FFF2-40B4-BE49-F238E27FC236}">
                <a16:creationId xmlns:a16="http://schemas.microsoft.com/office/drawing/2014/main" id="{1571A412-3EC2-DD90-C97D-C3270175FC0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99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11520000" cy="1978248"/>
          </a:xfrm>
          <a:effectLst/>
        </p:spPr>
        <p:txBody>
          <a:bodyPr vert="horz" anchor="t"/>
          <a:lstStyle>
            <a:lvl1pPr algn="l">
              <a:defRPr sz="70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C3AAA886-611F-4269-8775-447A3EAE45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000" y="4438800"/>
            <a:ext cx="11521038" cy="1619100"/>
          </a:xfrm>
        </p:spPr>
        <p:txBody>
          <a:bodyPr/>
          <a:lstStyle>
            <a:lvl1pPr marL="0" indent="0">
              <a:buNone/>
              <a:defRPr sz="16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7B00D6D-E30B-7E9D-EF23-351DB801CEA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288752" y="403200"/>
            <a:ext cx="984088" cy="578875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3787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C0E350A4-4E57-707E-56B7-79EC7A9EF3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8738154" cy="1978248"/>
          </a:xfrm>
          <a:effectLst/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C9833480-6C3A-4A6E-AF00-1D7029C1D0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999" y="4438800"/>
            <a:ext cx="8738941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reeform 45">
            <a:extLst>
              <a:ext uri="{FF2B5EF4-FFF2-40B4-BE49-F238E27FC236}">
                <a16:creationId xmlns:a16="http://schemas.microsoft.com/office/drawing/2014/main" id="{1571A412-3EC2-DD90-C97D-C3270175FC0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60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Gradient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BEDD68-8F9E-149A-F04F-C91E42C076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3" name="Freeform 45">
            <a:extLst>
              <a:ext uri="{FF2B5EF4-FFF2-40B4-BE49-F238E27FC236}">
                <a16:creationId xmlns:a16="http://schemas.microsoft.com/office/drawing/2014/main" id="{1571A412-3EC2-DD90-C97D-C3270175FC0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CC02B1-002A-0715-6B3B-D427321605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8738154" cy="1978248"/>
          </a:xfrm>
          <a:effectLst/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8EC6B93-9B64-57DE-3F84-D5AA127D5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999" y="4438800"/>
            <a:ext cx="8738941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44379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72BC1B25-0833-B5C7-06FE-16D8BFB4B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43294"/>
            <a:ext cx="5761037" cy="779089"/>
          </a:xfrm>
        </p:spPr>
        <p:txBody>
          <a:bodyPr>
            <a:noAutofit/>
          </a:bodyPr>
          <a:lstStyle>
            <a:lvl1pPr>
              <a:defRPr sz="4300" b="0" baseline="0"/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7CB51AC0-E7EC-9E14-E326-DD94260D81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064" y="190118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9FF8391B-BDFA-F277-6C61-37579671AE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68109" y="1901184"/>
            <a:ext cx="4627891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129DF4E-0D42-E8AE-9437-E4AEA866564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7064" y="242229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91BDF288-8CEF-15AA-B583-4E53622F64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8109" y="242229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845EBED-7503-D6AF-14C6-0AD2E79F9C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7064" y="2943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C94CA1B9-B52D-FBF2-FBDD-F4C37289EAC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8109" y="294340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F8BC7D8-1356-8BD9-BC09-8483430249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7064" y="346482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4668AD01-C4E7-CAC6-1C23-6EE9EAAF31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68109" y="346482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8CCE79E5-91C0-4D2D-833C-D915336CF8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7064" y="397958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0156149E-D920-7B12-B277-0690A4CEE0C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68109" y="397958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BFB79258-F265-C033-A5D3-69C1FFD787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8" name="Text Placeholder 12">
            <a:extLst>
              <a:ext uri="{FF2B5EF4-FFF2-40B4-BE49-F238E27FC236}">
                <a16:creationId xmlns:a16="http://schemas.microsoft.com/office/drawing/2014/main" id="{61A2795B-592D-4089-61D7-5F4BEECCF0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9" name="Date Placeholder 1">
            <a:extLst>
              <a:ext uri="{FF2B5EF4-FFF2-40B4-BE49-F238E27FC236}">
                <a16:creationId xmlns:a16="http://schemas.microsoft.com/office/drawing/2014/main" id="{B06BB4C4-7416-DC17-867D-CBCC9E148129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50" name="Footer Placeholder 8">
            <a:extLst>
              <a:ext uri="{FF2B5EF4-FFF2-40B4-BE49-F238E27FC236}">
                <a16:creationId xmlns:a16="http://schemas.microsoft.com/office/drawing/2014/main" id="{74F51FA9-3FC3-800A-C241-638F576D7BC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10">
            <a:extLst>
              <a:ext uri="{FF2B5EF4-FFF2-40B4-BE49-F238E27FC236}">
                <a16:creationId xmlns:a16="http://schemas.microsoft.com/office/drawing/2014/main" id="{50D51244-7132-47E2-705B-EE88ACDEAF6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6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5" orient="horz" pos="1185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D72A5-1466-4F7B-CB79-A2D944DE62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43294"/>
            <a:ext cx="5761037" cy="779089"/>
          </a:xfrm>
        </p:spPr>
        <p:txBody>
          <a:bodyPr>
            <a:noAutofit/>
          </a:bodyPr>
          <a:lstStyle>
            <a:lvl1pPr>
              <a:defRPr sz="4300" b="0" baseline="0"/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296A7CA-91A3-5022-44E7-3C59B68E10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064" y="190118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F68D4C8-DB61-9612-B788-71B0903BBDE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68109" y="1901184"/>
            <a:ext cx="4627891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B27A40-C068-EDFE-2A8C-61592032B8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7064" y="242229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F26F993-1781-43B6-BD25-03CDA6B541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8109" y="242229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315BE34-91E0-D58A-F7AE-BC5368F346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7064" y="2943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17E9FD8-8B23-CBDF-3061-B0BCAA67AF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8109" y="294340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8C65F84-E242-6CBD-4049-1E7CFDC6773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7064" y="346482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885029A-28C2-8BA4-A2D1-F9A581FF3C1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68109" y="346482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5EBCD12-2360-E935-5237-D7E12F0BE2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7064" y="397958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273EAD7-5501-A844-3874-E2AC2064238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68109" y="397958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</p:spTree>
    <p:extLst>
      <p:ext uri="{BB962C8B-B14F-4D97-AF65-F5344CB8AC3E}">
        <p14:creationId xmlns:p14="http://schemas.microsoft.com/office/powerpoint/2010/main" val="158929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orient="horz" pos="1185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227C3-1EA7-4F10-6A30-FD6BDF984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43294"/>
            <a:ext cx="5761037" cy="779089"/>
          </a:xfrm>
        </p:spPr>
        <p:txBody>
          <a:bodyPr>
            <a:noAutofit/>
          </a:bodyPr>
          <a:lstStyle>
            <a:lvl1pPr>
              <a:defRPr sz="4300" b="0" baseline="0"/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D1493C2-9149-9827-3873-95EB156383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064" y="190118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33CC60A-F3BD-CA8F-9FE0-E81C32D2E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68109" y="1901184"/>
            <a:ext cx="4627891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BAECF5E-5E0E-9122-35A6-FA8AB24DBD5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7064" y="242229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D250B1-D0B7-35CD-EA91-04C5F22327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8109" y="242229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C5CC186-D040-410A-852F-A8CF04D17E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7064" y="2943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34D53C9-672C-46E9-2AFB-C7A5DFD3853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8109" y="294340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41A0D24-DA77-0456-2EF1-49B3333F9F5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7064" y="346482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9A3551C-28AF-7764-76E0-5A2AE3671C2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68109" y="346482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AF53431-F105-CBF6-4E8B-F92D8234922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7064" y="397958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2D29A31-F0AE-441B-0E46-B0B0AD4A102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68109" y="397958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</p:spTree>
    <p:extLst>
      <p:ext uri="{BB962C8B-B14F-4D97-AF65-F5344CB8AC3E}">
        <p14:creationId xmlns:p14="http://schemas.microsoft.com/office/powerpoint/2010/main" val="62333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orient="horz" pos="1185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80275E-5E6D-7B86-A447-3AD3D251A5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29139" y="34329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94497-B20D-FB7A-6C9A-833DE364C8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0184" y="343294"/>
            <a:ext cx="4880304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FFCEC4-4F79-09FF-36BD-04CC454D468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29139" y="864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33EE8B2-C29E-C904-1D21-21A2B543DB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0184" y="86440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F2D3E8B-1176-78DA-6FCD-9127005299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29139" y="138551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DCBB10-0020-5B5F-4267-7F2E43B6BD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0184" y="138551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BECB3D8-53A6-2C06-A6A3-92AAD4C1E6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29139" y="190693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57A385-DBC3-5F93-E525-FEB957ED9E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40184" y="190693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87962B3-9279-16F3-42E4-00C9ABC36D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29139" y="242169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878E65-4C90-F59C-637F-61BFEE2608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0184" y="242169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6418AE1-31AE-3E30-07F1-47B64B202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949766" y="2646011"/>
            <a:ext cx="5714605" cy="1109171"/>
          </a:xfrm>
        </p:spPr>
        <p:txBody>
          <a:bodyPr>
            <a:noAutofit/>
          </a:bodyPr>
          <a:lstStyle>
            <a:lvl1pPr algn="r">
              <a:defRPr sz="8000" b="0" baseline="0"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937639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10" userDrawn="1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80275E-5E6D-7B86-A447-3AD3D251A5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29139" y="34329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94497-B20D-FB7A-6C9A-833DE364C8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0184" y="343294"/>
            <a:ext cx="4880304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FFCEC4-4F79-09FF-36BD-04CC454D468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29139" y="864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33EE8B2-C29E-C904-1D21-21A2B543DB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0184" y="86440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F2D3E8B-1176-78DA-6FCD-9127005299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29139" y="138551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DCBB10-0020-5B5F-4267-7F2E43B6BD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0184" y="138551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BECB3D8-53A6-2C06-A6A3-92AAD4C1E6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29139" y="190693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57A385-DBC3-5F93-E525-FEB957ED9E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40184" y="190693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87962B3-9279-16F3-42E4-00C9ABC36D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29139" y="242169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878E65-4C90-F59C-637F-61BFEE2608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0184" y="242169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6418AE1-31AE-3E30-07F1-47B64B202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949766" y="2646011"/>
            <a:ext cx="5714605" cy="1109171"/>
          </a:xfrm>
        </p:spPr>
        <p:txBody>
          <a:bodyPr>
            <a:noAutofit/>
          </a:bodyPr>
          <a:lstStyle>
            <a:lvl1pPr algn="r">
              <a:defRPr sz="8000" b="0" baseline="0"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49362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80275E-5E6D-7B86-A447-3AD3D251A5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29139" y="34329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94497-B20D-FB7A-6C9A-833DE364C8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0184" y="343294"/>
            <a:ext cx="4880304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FFCEC4-4F79-09FF-36BD-04CC454D468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29139" y="864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33EE8B2-C29E-C904-1D21-21A2B543DB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0184" y="86440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F2D3E8B-1176-78DA-6FCD-9127005299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29139" y="138551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DCBB10-0020-5B5F-4267-7F2E43B6BD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0184" y="138551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BECB3D8-53A6-2C06-A6A3-92AAD4C1E6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29139" y="190693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57A385-DBC3-5F93-E525-FEB957ED9E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40184" y="190693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87962B3-9279-16F3-42E4-00C9ABC36D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29139" y="242169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878E65-4C90-F59C-637F-61BFEE2608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0184" y="242169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6418AE1-31AE-3E30-07F1-47B64B202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949766" y="2646011"/>
            <a:ext cx="5714605" cy="1109171"/>
          </a:xfrm>
        </p:spPr>
        <p:txBody>
          <a:bodyPr>
            <a:noAutofit/>
          </a:bodyPr>
          <a:lstStyle>
            <a:lvl1pPr algn="r">
              <a:defRPr sz="8000" b="0" baseline="0"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9150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11140130" cy="879564"/>
          </a:xfrm>
        </p:spPr>
        <p:txBody>
          <a:bodyPr anchor="t">
            <a:noAutofit/>
          </a:bodyPr>
          <a:lstStyle>
            <a:lvl1pPr>
              <a:defRPr sz="4800" b="0" baseline="0"/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5435AB9-12FB-BB48-C5ED-901700158B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11140130" cy="178911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760617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>
          <p15:clr>
            <a:srgbClr val="FBAE40"/>
          </p15:clr>
        </p15:guide>
        <p15:guide id="7" orient="horz" pos="15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8767177" cy="879564"/>
          </a:xfrm>
        </p:spPr>
        <p:txBody>
          <a:bodyPr anchor="t">
            <a:noAutofit/>
          </a:bodyPr>
          <a:lstStyle>
            <a:lvl1pPr>
              <a:defRPr sz="4800" b="0" baseline="0"/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5435AB9-12FB-BB48-C5ED-901700158B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5380130" cy="178911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799928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 userDrawn="1">
          <p15:clr>
            <a:srgbClr val="FBAE40"/>
          </p15:clr>
        </p15:guide>
        <p15:guide id="7" orient="horz" pos="154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11141168" cy="879564"/>
          </a:xfrm>
        </p:spPr>
        <p:txBody>
          <a:bodyPr anchor="t">
            <a:noAutofit/>
          </a:bodyPr>
          <a:lstStyle>
            <a:lvl1pPr>
              <a:defRPr sz="4800" b="0" baseline="0"/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5435AB9-12FB-BB48-C5ED-901700158B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11141168" cy="178911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592178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>
          <p15:clr>
            <a:srgbClr val="FBAE40"/>
          </p15:clr>
        </p15:guide>
        <p15:guide id="7" orient="horz" pos="154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11E11-2C16-4961-D363-F7BF6402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11140130" cy="879564"/>
          </a:xfrm>
        </p:spPr>
        <p:txBody>
          <a:bodyPr anchor="t">
            <a:noAutofit/>
          </a:bodyPr>
          <a:lstStyle>
            <a:lvl1pPr>
              <a:defRPr sz="48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E099201-B057-9D9C-7F14-6F396658859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11140130" cy="1789112"/>
          </a:xfrm>
        </p:spPr>
        <p:txBody>
          <a:bodyPr/>
          <a:lstStyle>
            <a:lvl1pPr>
              <a:defRPr sz="18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>
              <a:defRPr sz="18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2pPr>
            <a:lvl3pPr>
              <a:defRPr sz="18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511925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548" userDrawn="1">
          <p15:clr>
            <a:srgbClr val="FBAE40"/>
          </p15:clr>
        </p15:guide>
        <p15:guide id="4" orient="horz" pos="98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2957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>
          <p15:clr>
            <a:srgbClr val="FBAE40"/>
          </p15:clr>
        </p15:guide>
        <p15:guide id="7" orient="horz" pos="1548">
          <p15:clr>
            <a:srgbClr val="FBAE40"/>
          </p15:clr>
        </p15:guide>
        <p15:guide id="8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 with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F42FA97-B192-4CB4-AECC-A894A35CC21C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</p:spPr>
        <p:txBody>
          <a:bodyPr anchor="t">
            <a:noAutofit/>
          </a:bodyPr>
          <a:lstStyle>
            <a:lvl1pPr>
              <a:defRPr sz="24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90095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1321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9684435" cy="320400"/>
          </a:xfrm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9684435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86424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35409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  <p15:guide id="7" orient="horz" pos="132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ighlight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0FBD50-F6FA-090A-B5D2-F7377022C3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55F1C3B-751A-EF20-B06F-988268229B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D85ECA95-A764-B69F-315F-B21269E929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5F13899C-89E9-8C2F-3DF7-72EB209164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9" name="Footer Placeholder 14">
            <a:extLst>
              <a:ext uri="{FF2B5EF4-FFF2-40B4-BE49-F238E27FC236}">
                <a16:creationId xmlns:a16="http://schemas.microsoft.com/office/drawing/2014/main" id="{D34F043C-A4A5-AECC-8EDE-A3B3FBE9BAB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13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321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0FBD0FD-65C8-12FF-7EF2-93A7A5C02A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B803986-90B7-C28E-DA82-3F6498D04D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/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93056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pos="123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0FBD0FD-65C8-12FF-7EF2-93A7A5C02A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789C90-D9EA-C2FC-B34F-B12B266D2B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/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3459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pos="123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 with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F42FA97-B192-4CB4-AECC-A894A35CC21C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0FBD0FD-65C8-12FF-7EF2-93A7A5C02A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789C90-D9EA-C2FC-B34F-B12B266D2B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10977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pos="123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nam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7776377C-8711-DB16-FA51-810D57F525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EA1F260-0BFB-2D9F-9CA3-D9ADF00BD1A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45E77774-2FAC-1E19-3B23-4EE43C40C0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9" name="Footer Placeholder 14">
            <a:extLst>
              <a:ext uri="{FF2B5EF4-FFF2-40B4-BE49-F238E27FC236}">
                <a16:creationId xmlns:a16="http://schemas.microsoft.com/office/drawing/2014/main" id="{AD72434B-B13B-257B-40FC-54B49F51903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2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321" userDrawn="1">
          <p15:clr>
            <a:srgbClr val="FBAE40"/>
          </p15:clr>
        </p15:guide>
        <p15:guide id="4" orient="horz" pos="210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123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Headlin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4E82BA7-54CE-EBDD-DC75-D2B97BCC8E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896E85BA-C9F4-24D6-9DA8-CB2308F1285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3F7016-D7E5-2294-D07C-5FD5A6D7E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1165006"/>
            <a:ext cx="9684436" cy="1440000"/>
          </a:xfrm>
          <a:effectLst/>
        </p:spPr>
        <p:txBody>
          <a:bodyPr>
            <a:noAutofit/>
          </a:bodyPr>
          <a:lstStyle>
            <a:lvl1pPr>
              <a:defRPr sz="115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Short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1420BCC-7E6C-560B-75DE-CB1D7E0831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4353" y="2422044"/>
            <a:ext cx="7051647" cy="1440000"/>
          </a:xfr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defRPr sz="115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offset style</a:t>
            </a:r>
            <a:endParaRPr lang="en-PT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9755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319" userDrawn="1">
          <p15:clr>
            <a:srgbClr val="FBAE40"/>
          </p15:clr>
        </p15:guide>
        <p15:guide id="4" orient="horz" pos="150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Headlin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Text Placeholder 45">
            <a:extLst>
              <a:ext uri="{FF2B5EF4-FFF2-40B4-BE49-F238E27FC236}">
                <a16:creationId xmlns:a16="http://schemas.microsoft.com/office/drawing/2014/main" id="{6EC38928-FE4E-A81A-2965-F87A6F2826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4E82BA7-54CE-EBDD-DC75-D2B97BCC8E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896E85BA-C9F4-24D6-9DA8-CB2308F1285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3F7016-D7E5-2294-D07C-5FD5A6D7E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1165006"/>
            <a:ext cx="9684436" cy="1440000"/>
          </a:xfrm>
          <a:effectLst/>
        </p:spPr>
        <p:txBody>
          <a:bodyPr>
            <a:noAutofit/>
          </a:bodyPr>
          <a:lstStyle>
            <a:lvl1pPr>
              <a:defRPr sz="115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Short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1420BCC-7E6C-560B-75DE-CB1D7E0831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4353" y="2422044"/>
            <a:ext cx="7051647" cy="1440000"/>
          </a:xfr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defRPr sz="115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offset style</a:t>
            </a:r>
            <a:endParaRPr lang="en-PT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4FDD05B6-E6E0-95BC-BB90-5D68F7C65A0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4915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319">
          <p15:clr>
            <a:srgbClr val="FBAE40"/>
          </p15:clr>
        </p15:guide>
        <p15:guide id="4" orient="horz" pos="150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0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3" y="1376363"/>
            <a:ext cx="11520487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06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 anchor="t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94C451D-1C3F-49B7-B354-ADD89E33A0D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5"/>
          </p:nvPr>
        </p:nvSpPr>
        <p:spPr>
          <a:xfrm>
            <a:off x="336550" y="1773238"/>
            <a:ext cx="11518900" cy="42846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6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Confidential / Draft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BAC261-12D6-4DE2-B48F-FD5C1DE68B3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/>
          </p:nvPr>
        </p:nvSpPr>
        <p:spPr>
          <a:xfrm>
            <a:off x="334963" y="1376363"/>
            <a:ext cx="11520487" cy="46815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13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X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2E4E49F-761C-409E-AAAE-573FA67E010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25"/>
          </p:nvPr>
        </p:nvSpPr>
        <p:spPr>
          <a:xfrm>
            <a:off x="336550" y="1773238"/>
            <a:ext cx="11520488" cy="42846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16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845811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845811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2" y="334801"/>
            <a:ext cx="7755576" cy="2865600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4400" b="0" baseline="0"/>
            </a:lvl1pPr>
          </a:lstStyle>
          <a:p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</p:spTree>
    <p:extLst>
      <p:ext uri="{BB962C8B-B14F-4D97-AF65-F5344CB8AC3E}">
        <p14:creationId xmlns:p14="http://schemas.microsoft.com/office/powerpoint/2010/main" val="2737010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0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9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 anchor="t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94C451D-1C3F-49B7-B354-ADD89E33A0D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</p:spTree>
    <p:extLst>
      <p:ext uri="{BB962C8B-B14F-4D97-AF65-F5344CB8AC3E}">
        <p14:creationId xmlns:p14="http://schemas.microsoft.com/office/powerpoint/2010/main" val="3831890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Confidential / Draft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BAC261-12D6-4DE2-B48F-FD5C1DE68B3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Enter a meaningful title that summarizes the slide</a:t>
            </a:r>
          </a:p>
        </p:txBody>
      </p:sp>
    </p:spTree>
    <p:extLst>
      <p:ext uri="{BB962C8B-B14F-4D97-AF65-F5344CB8AC3E}">
        <p14:creationId xmlns:p14="http://schemas.microsoft.com/office/powerpoint/2010/main" val="884096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X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2E4E49F-761C-409E-AAAE-573FA67E010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</p:spTree>
    <p:extLst>
      <p:ext uri="{BB962C8B-B14F-4D97-AF65-F5344CB8AC3E}">
        <p14:creationId xmlns:p14="http://schemas.microsoft.com/office/powerpoint/2010/main" val="3014996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5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0D67D4B5-B922-4C36-AD43-92F94A41B40D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6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399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8636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with Circ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D2A265E-F2DB-1CE5-A980-AB18A2CBBFD9}"/>
              </a:ext>
            </a:extLst>
          </p:cNvPr>
          <p:cNvSpPr>
            <a:spLocks/>
          </p:cNvSpPr>
          <p:nvPr userDrawn="1"/>
        </p:nvSpPr>
        <p:spPr>
          <a:xfrm>
            <a:off x="6996592" y="1178596"/>
            <a:ext cx="4500809" cy="4500809"/>
          </a:xfrm>
          <a:prstGeom prst="ellips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FF0F4063-9E6E-A7CC-DE21-30A0DD10222A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764272" y="2363356"/>
            <a:ext cx="2965449" cy="1330837"/>
          </a:xfrm>
        </p:spPr>
        <p:txBody>
          <a:bodyPr/>
          <a:lstStyle>
            <a:lvl1pPr algn="ctr">
              <a:defRPr sz="8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EBA3B4B-5C3D-7CD6-CF76-4B6D280E7F9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64271" y="3730193"/>
            <a:ext cx="2965450" cy="906088"/>
          </a:xfrm>
        </p:spPr>
        <p:txBody>
          <a:bodyPr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Sed 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perspiciatis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unde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omnis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1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with Circ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D2A265E-F2DB-1CE5-A980-AB18A2CBBFD9}"/>
              </a:ext>
            </a:extLst>
          </p:cNvPr>
          <p:cNvSpPr>
            <a:spLocks/>
          </p:cNvSpPr>
          <p:nvPr userDrawn="1"/>
        </p:nvSpPr>
        <p:spPr>
          <a:xfrm>
            <a:off x="6996592" y="1178596"/>
            <a:ext cx="4500809" cy="4500809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FF0F4063-9E6E-A7CC-DE21-30A0DD10222A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764272" y="2363356"/>
            <a:ext cx="2965449" cy="1330837"/>
          </a:xfrm>
        </p:spPr>
        <p:txBody>
          <a:bodyPr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6B977D-6BC2-6C88-FAB7-935834F84F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64463" y="3730193"/>
            <a:ext cx="2965258" cy="984682"/>
          </a:xfrm>
        </p:spPr>
        <p:txBody>
          <a:bodyPr/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en-GB"/>
              <a:t>Sed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perspiciatis</a:t>
            </a:r>
            <a:r>
              <a:rPr lang="en-PT"/>
              <a:t> unde omnis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902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44593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 Out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8269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20818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 Outlin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724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6276000" y="1376363"/>
            <a:ext cx="5580000" cy="468000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2424487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6276000" y="1773238"/>
            <a:ext cx="5580000" cy="42846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DC8162-CAEB-42E9-937D-94E16364937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558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</p:spTree>
    <p:extLst>
      <p:ext uri="{BB962C8B-B14F-4D97-AF65-F5344CB8AC3E}">
        <p14:creationId xmlns:p14="http://schemas.microsoft.com/office/powerpoint/2010/main" val="117426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189042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DC8162-CAEB-42E9-937D-94E16364937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558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</p:spTree>
    <p:extLst>
      <p:ext uri="{BB962C8B-B14F-4D97-AF65-F5344CB8AC3E}">
        <p14:creationId xmlns:p14="http://schemas.microsoft.com/office/powerpoint/2010/main" val="785764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4214114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Blue X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DC8162-CAEB-42E9-937D-94E16364937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558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</p:spTree>
    <p:extLst>
      <p:ext uri="{BB962C8B-B14F-4D97-AF65-F5344CB8AC3E}">
        <p14:creationId xmlns:p14="http://schemas.microsoft.com/office/powerpoint/2010/main" val="3286110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 (two-line)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3600000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FE0168CA-1860-4436-B28B-A4336DBC3D1A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6" name="Content Placeholder 4"/>
          <p:cNvSpPr>
            <a:spLocks noGrp="1"/>
          </p:cNvSpPr>
          <p:nvPr>
            <p:ph sz="quarter" idx="27" hasCustomPrompt="1"/>
          </p:nvPr>
        </p:nvSpPr>
        <p:spPr>
          <a:xfrm>
            <a:off x="8257038" y="1376363"/>
            <a:ext cx="3600000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8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4296000" y="1376363"/>
            <a:ext cx="3600000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2198379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360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AE03EA23-9880-4D44-8244-CEDCC6BCC1E1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6" name="Content Placeholder 4"/>
          <p:cNvSpPr>
            <a:spLocks noGrp="1"/>
          </p:cNvSpPr>
          <p:nvPr>
            <p:ph sz="quarter" idx="27" hasCustomPrompt="1"/>
          </p:nvPr>
        </p:nvSpPr>
        <p:spPr>
          <a:xfrm>
            <a:off x="8257038" y="1773238"/>
            <a:ext cx="360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8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4296000" y="1773238"/>
            <a:ext cx="360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1996667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E3BD7BE-4AC8-E0E9-6661-B867A52C7FE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7503268" y="-16496"/>
            <a:ext cx="4695357" cy="6890993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10000"/>
              <a:gd name="connsiteY0" fmla="*/ 6 h 10006"/>
              <a:gd name="connsiteX1" fmla="*/ 10000 w 10000"/>
              <a:gd name="connsiteY1" fmla="*/ 6 h 10006"/>
              <a:gd name="connsiteX2" fmla="*/ 8333 w 10000"/>
              <a:gd name="connsiteY2" fmla="*/ 5006 h 10006"/>
              <a:gd name="connsiteX3" fmla="*/ 10000 w 10000"/>
              <a:gd name="connsiteY3" fmla="*/ 10006 h 10006"/>
              <a:gd name="connsiteX4" fmla="*/ 1667 w 10000"/>
              <a:gd name="connsiteY4" fmla="*/ 10006 h 10006"/>
              <a:gd name="connsiteX5" fmla="*/ 0 w 10000"/>
              <a:gd name="connsiteY5" fmla="*/ 5006 h 10006"/>
              <a:gd name="connsiteX6" fmla="*/ 1667 w 10000"/>
              <a:gd name="connsiteY6" fmla="*/ 6 h 10006"/>
              <a:gd name="connsiteX0" fmla="*/ 1667 w 10000"/>
              <a:gd name="connsiteY0" fmla="*/ 5 h 10005"/>
              <a:gd name="connsiteX1" fmla="*/ 9314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5 h 10005"/>
              <a:gd name="connsiteX1" fmla="*/ 9588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0 h 10000"/>
              <a:gd name="connsiteX1" fmla="*/ 9588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9588"/>
              <a:gd name="connsiteY0" fmla="*/ 0 h 10000"/>
              <a:gd name="connsiteX1" fmla="*/ 9588 w 9588"/>
              <a:gd name="connsiteY1" fmla="*/ 0 h 10000"/>
              <a:gd name="connsiteX2" fmla="*/ 8333 w 9588"/>
              <a:gd name="connsiteY2" fmla="*/ 5000 h 10000"/>
              <a:gd name="connsiteX3" fmla="*/ 8920 w 9588"/>
              <a:gd name="connsiteY3" fmla="*/ 9911 h 10000"/>
              <a:gd name="connsiteX4" fmla="*/ 1667 w 9588"/>
              <a:gd name="connsiteY4" fmla="*/ 10000 h 10000"/>
              <a:gd name="connsiteX5" fmla="*/ 0 w 9588"/>
              <a:gd name="connsiteY5" fmla="*/ 5000 h 10000"/>
              <a:gd name="connsiteX6" fmla="*/ 1667 w 9588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3 w 8264"/>
              <a:gd name="connsiteY0" fmla="*/ 0 h 10000"/>
              <a:gd name="connsiteX1" fmla="*/ 8264 w 8264"/>
              <a:gd name="connsiteY1" fmla="*/ 0 h 10000"/>
              <a:gd name="connsiteX2" fmla="*/ 6955 w 8264"/>
              <a:gd name="connsiteY2" fmla="*/ 5000 h 10000"/>
              <a:gd name="connsiteX3" fmla="*/ 8246 w 8264"/>
              <a:gd name="connsiteY3" fmla="*/ 10000 h 10000"/>
              <a:gd name="connsiteX4" fmla="*/ 3 w 8264"/>
              <a:gd name="connsiteY4" fmla="*/ 10000 h 10000"/>
              <a:gd name="connsiteX5" fmla="*/ 34 w 8264"/>
              <a:gd name="connsiteY5" fmla="*/ 4947 h 10000"/>
              <a:gd name="connsiteX6" fmla="*/ 3 w 8264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0 w 9996"/>
              <a:gd name="connsiteY0" fmla="*/ 0 h 10019"/>
              <a:gd name="connsiteX1" fmla="*/ 9996 w 9996"/>
              <a:gd name="connsiteY1" fmla="*/ 0 h 10019"/>
              <a:gd name="connsiteX2" fmla="*/ 8412 w 9996"/>
              <a:gd name="connsiteY2" fmla="*/ 5000 h 10019"/>
              <a:gd name="connsiteX3" fmla="*/ 9974 w 9996"/>
              <a:gd name="connsiteY3" fmla="*/ 10000 h 10019"/>
              <a:gd name="connsiteX4" fmla="*/ 17 w 9996"/>
              <a:gd name="connsiteY4" fmla="*/ 10019 h 10019"/>
              <a:gd name="connsiteX5" fmla="*/ 15 w 9996"/>
              <a:gd name="connsiteY5" fmla="*/ 4876 h 10019"/>
              <a:gd name="connsiteX6" fmla="*/ 0 w 9996"/>
              <a:gd name="connsiteY6" fmla="*/ 0 h 10019"/>
              <a:gd name="connsiteX0" fmla="*/ 2 w 10002"/>
              <a:gd name="connsiteY0" fmla="*/ 0 h 10000"/>
              <a:gd name="connsiteX1" fmla="*/ 10002 w 10002"/>
              <a:gd name="connsiteY1" fmla="*/ 0 h 10000"/>
              <a:gd name="connsiteX2" fmla="*/ 8417 w 10002"/>
              <a:gd name="connsiteY2" fmla="*/ 4991 h 10000"/>
              <a:gd name="connsiteX3" fmla="*/ 9980 w 10002"/>
              <a:gd name="connsiteY3" fmla="*/ 9981 h 10000"/>
              <a:gd name="connsiteX4" fmla="*/ 19 w 10002"/>
              <a:gd name="connsiteY4" fmla="*/ 10000 h 10000"/>
              <a:gd name="connsiteX5" fmla="*/ 0 w 10002"/>
              <a:gd name="connsiteY5" fmla="*/ 4862 h 10000"/>
              <a:gd name="connsiteX6" fmla="*/ 2 w 10002"/>
              <a:gd name="connsiteY6" fmla="*/ 0 h 10000"/>
              <a:gd name="connsiteX0" fmla="*/ 13 w 10013"/>
              <a:gd name="connsiteY0" fmla="*/ 0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0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21"/>
              <a:gd name="connsiteY0" fmla="*/ 12 h 10017"/>
              <a:gd name="connsiteX1" fmla="*/ 10013 w 10021"/>
              <a:gd name="connsiteY1" fmla="*/ 0 h 10017"/>
              <a:gd name="connsiteX2" fmla="*/ 8428 w 10021"/>
              <a:gd name="connsiteY2" fmla="*/ 4991 h 10017"/>
              <a:gd name="connsiteX3" fmla="*/ 10021 w 10021"/>
              <a:gd name="connsiteY3" fmla="*/ 10017 h 10017"/>
              <a:gd name="connsiteX4" fmla="*/ 30 w 10021"/>
              <a:gd name="connsiteY4" fmla="*/ 10000 h 10017"/>
              <a:gd name="connsiteX5" fmla="*/ 0 w 10021"/>
              <a:gd name="connsiteY5" fmla="*/ 4871 h 10017"/>
              <a:gd name="connsiteX6" fmla="*/ 13 w 10021"/>
              <a:gd name="connsiteY6" fmla="*/ 12 h 10017"/>
              <a:gd name="connsiteX0" fmla="*/ 4 w 10027"/>
              <a:gd name="connsiteY0" fmla="*/ 0 h 10017"/>
              <a:gd name="connsiteX1" fmla="*/ 10019 w 10027"/>
              <a:gd name="connsiteY1" fmla="*/ 0 h 10017"/>
              <a:gd name="connsiteX2" fmla="*/ 8434 w 10027"/>
              <a:gd name="connsiteY2" fmla="*/ 4991 h 10017"/>
              <a:gd name="connsiteX3" fmla="*/ 10027 w 10027"/>
              <a:gd name="connsiteY3" fmla="*/ 10017 h 10017"/>
              <a:gd name="connsiteX4" fmla="*/ 36 w 10027"/>
              <a:gd name="connsiteY4" fmla="*/ 10000 h 10017"/>
              <a:gd name="connsiteX5" fmla="*/ 6 w 10027"/>
              <a:gd name="connsiteY5" fmla="*/ 4871 h 10017"/>
              <a:gd name="connsiteX6" fmla="*/ 4 w 10027"/>
              <a:gd name="connsiteY6" fmla="*/ 0 h 10017"/>
              <a:gd name="connsiteX0" fmla="*/ 2479 w 10187"/>
              <a:gd name="connsiteY0" fmla="*/ 0 h 10017"/>
              <a:gd name="connsiteX1" fmla="*/ 10179 w 10187"/>
              <a:gd name="connsiteY1" fmla="*/ 0 h 10017"/>
              <a:gd name="connsiteX2" fmla="*/ 8594 w 10187"/>
              <a:gd name="connsiteY2" fmla="*/ 4991 h 10017"/>
              <a:gd name="connsiteX3" fmla="*/ 10187 w 10187"/>
              <a:gd name="connsiteY3" fmla="*/ 10017 h 10017"/>
              <a:gd name="connsiteX4" fmla="*/ 196 w 10187"/>
              <a:gd name="connsiteY4" fmla="*/ 10000 h 10017"/>
              <a:gd name="connsiteX5" fmla="*/ 166 w 10187"/>
              <a:gd name="connsiteY5" fmla="*/ 4871 h 10017"/>
              <a:gd name="connsiteX6" fmla="*/ 2479 w 10187"/>
              <a:gd name="connsiteY6" fmla="*/ 0 h 10017"/>
              <a:gd name="connsiteX0" fmla="*/ 1864 w 10145"/>
              <a:gd name="connsiteY0" fmla="*/ 20 h 10017"/>
              <a:gd name="connsiteX1" fmla="*/ 10137 w 10145"/>
              <a:gd name="connsiteY1" fmla="*/ 0 h 10017"/>
              <a:gd name="connsiteX2" fmla="*/ 8552 w 10145"/>
              <a:gd name="connsiteY2" fmla="*/ 4991 h 10017"/>
              <a:gd name="connsiteX3" fmla="*/ 10145 w 10145"/>
              <a:gd name="connsiteY3" fmla="*/ 10017 h 10017"/>
              <a:gd name="connsiteX4" fmla="*/ 154 w 10145"/>
              <a:gd name="connsiteY4" fmla="*/ 10000 h 10017"/>
              <a:gd name="connsiteX5" fmla="*/ 124 w 10145"/>
              <a:gd name="connsiteY5" fmla="*/ 4871 h 10017"/>
              <a:gd name="connsiteX6" fmla="*/ 1864 w 10145"/>
              <a:gd name="connsiteY6" fmla="*/ 20 h 10017"/>
              <a:gd name="connsiteX0" fmla="*/ 1741 w 10022"/>
              <a:gd name="connsiteY0" fmla="*/ 20 h 10017"/>
              <a:gd name="connsiteX1" fmla="*/ 10014 w 10022"/>
              <a:gd name="connsiteY1" fmla="*/ 0 h 10017"/>
              <a:gd name="connsiteX2" fmla="*/ 8429 w 10022"/>
              <a:gd name="connsiteY2" fmla="*/ 4991 h 10017"/>
              <a:gd name="connsiteX3" fmla="*/ 10022 w 10022"/>
              <a:gd name="connsiteY3" fmla="*/ 10017 h 10017"/>
              <a:gd name="connsiteX4" fmla="*/ 1845 w 10022"/>
              <a:gd name="connsiteY4" fmla="*/ 9922 h 10017"/>
              <a:gd name="connsiteX5" fmla="*/ 1 w 10022"/>
              <a:gd name="connsiteY5" fmla="*/ 4871 h 10017"/>
              <a:gd name="connsiteX6" fmla="*/ 1741 w 10022"/>
              <a:gd name="connsiteY6" fmla="*/ 20 h 10017"/>
              <a:gd name="connsiteX0" fmla="*/ 1741 w 10022"/>
              <a:gd name="connsiteY0" fmla="*/ 20 h 10020"/>
              <a:gd name="connsiteX1" fmla="*/ 10014 w 10022"/>
              <a:gd name="connsiteY1" fmla="*/ 0 h 10020"/>
              <a:gd name="connsiteX2" fmla="*/ 8429 w 10022"/>
              <a:gd name="connsiteY2" fmla="*/ 4991 h 10020"/>
              <a:gd name="connsiteX3" fmla="*/ 10022 w 10022"/>
              <a:gd name="connsiteY3" fmla="*/ 10017 h 10020"/>
              <a:gd name="connsiteX4" fmla="*/ 1702 w 10022"/>
              <a:gd name="connsiteY4" fmla="*/ 10020 h 10020"/>
              <a:gd name="connsiteX5" fmla="*/ 1 w 10022"/>
              <a:gd name="connsiteY5" fmla="*/ 4871 h 10020"/>
              <a:gd name="connsiteX6" fmla="*/ 1741 w 10022"/>
              <a:gd name="connsiteY6" fmla="*/ 20 h 10020"/>
              <a:gd name="connsiteX0" fmla="*/ 40 w 8321"/>
              <a:gd name="connsiteY0" fmla="*/ 20 h 10020"/>
              <a:gd name="connsiteX1" fmla="*/ 8313 w 8321"/>
              <a:gd name="connsiteY1" fmla="*/ 0 h 10020"/>
              <a:gd name="connsiteX2" fmla="*/ 6728 w 8321"/>
              <a:gd name="connsiteY2" fmla="*/ 4991 h 10020"/>
              <a:gd name="connsiteX3" fmla="*/ 8321 w 8321"/>
              <a:gd name="connsiteY3" fmla="*/ 10017 h 10020"/>
              <a:gd name="connsiteX4" fmla="*/ 1 w 8321"/>
              <a:gd name="connsiteY4" fmla="*/ 10020 h 10020"/>
              <a:gd name="connsiteX5" fmla="*/ 424 w 8321"/>
              <a:gd name="connsiteY5" fmla="*/ 5086 h 10020"/>
              <a:gd name="connsiteX6" fmla="*/ 40 w 8321"/>
              <a:gd name="connsiteY6" fmla="*/ 20 h 1002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27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81 h 10000"/>
              <a:gd name="connsiteX3" fmla="*/ 10036 w 10036"/>
              <a:gd name="connsiteY3" fmla="*/ 9997 h 10000"/>
              <a:gd name="connsiteX4" fmla="*/ 37 w 10036"/>
              <a:gd name="connsiteY4" fmla="*/ 10000 h 10000"/>
              <a:gd name="connsiteX5" fmla="*/ 1 w 10036"/>
              <a:gd name="connsiteY5" fmla="*/ 5096 h 10000"/>
              <a:gd name="connsiteX6" fmla="*/ 27 w 10036"/>
              <a:gd name="connsiteY6" fmla="*/ 40 h 10000"/>
              <a:gd name="connsiteX0" fmla="*/ 28 w 10037"/>
              <a:gd name="connsiteY0" fmla="*/ 4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28 w 10037"/>
              <a:gd name="connsiteY6" fmla="*/ 40 h 10000"/>
              <a:gd name="connsiteX0" fmla="*/ 81 w 10090"/>
              <a:gd name="connsiteY0" fmla="*/ 40 h 10020"/>
              <a:gd name="connsiteX1" fmla="*/ 10080 w 10090"/>
              <a:gd name="connsiteY1" fmla="*/ 0 h 10020"/>
              <a:gd name="connsiteX2" fmla="*/ 8176 w 10090"/>
              <a:gd name="connsiteY2" fmla="*/ 4981 h 10020"/>
              <a:gd name="connsiteX3" fmla="*/ 10090 w 10090"/>
              <a:gd name="connsiteY3" fmla="*/ 9997 h 10020"/>
              <a:gd name="connsiteX4" fmla="*/ 5 w 10090"/>
              <a:gd name="connsiteY4" fmla="*/ 10020 h 10020"/>
              <a:gd name="connsiteX5" fmla="*/ 55 w 10090"/>
              <a:gd name="connsiteY5" fmla="*/ 5096 h 10020"/>
              <a:gd name="connsiteX6" fmla="*/ 81 w 10090"/>
              <a:gd name="connsiteY6" fmla="*/ 40 h 10020"/>
              <a:gd name="connsiteX0" fmla="*/ 109 w 10118"/>
              <a:gd name="connsiteY0" fmla="*/ 40 h 10040"/>
              <a:gd name="connsiteX1" fmla="*/ 10108 w 10118"/>
              <a:gd name="connsiteY1" fmla="*/ 0 h 10040"/>
              <a:gd name="connsiteX2" fmla="*/ 8204 w 10118"/>
              <a:gd name="connsiteY2" fmla="*/ 4981 h 10040"/>
              <a:gd name="connsiteX3" fmla="*/ 10118 w 10118"/>
              <a:gd name="connsiteY3" fmla="*/ 9997 h 10040"/>
              <a:gd name="connsiteX4" fmla="*/ 4 w 10118"/>
              <a:gd name="connsiteY4" fmla="*/ 10040 h 10040"/>
              <a:gd name="connsiteX5" fmla="*/ 83 w 10118"/>
              <a:gd name="connsiteY5" fmla="*/ 5096 h 10040"/>
              <a:gd name="connsiteX6" fmla="*/ 109 w 10118"/>
              <a:gd name="connsiteY6" fmla="*/ 40 h 10040"/>
              <a:gd name="connsiteX0" fmla="*/ 105 w 10114"/>
              <a:gd name="connsiteY0" fmla="*/ 40 h 10040"/>
              <a:gd name="connsiteX1" fmla="*/ 10104 w 10114"/>
              <a:gd name="connsiteY1" fmla="*/ 0 h 10040"/>
              <a:gd name="connsiteX2" fmla="*/ 8200 w 10114"/>
              <a:gd name="connsiteY2" fmla="*/ 4981 h 10040"/>
              <a:gd name="connsiteX3" fmla="*/ 10114 w 10114"/>
              <a:gd name="connsiteY3" fmla="*/ 9997 h 10040"/>
              <a:gd name="connsiteX4" fmla="*/ 0 w 10114"/>
              <a:gd name="connsiteY4" fmla="*/ 10040 h 10040"/>
              <a:gd name="connsiteX5" fmla="*/ 79 w 10114"/>
              <a:gd name="connsiteY5" fmla="*/ 5096 h 10040"/>
              <a:gd name="connsiteX6" fmla="*/ 105 w 10114"/>
              <a:gd name="connsiteY6" fmla="*/ 40 h 10040"/>
              <a:gd name="connsiteX0" fmla="*/ 46 w 10055"/>
              <a:gd name="connsiteY0" fmla="*/ 40 h 10020"/>
              <a:gd name="connsiteX1" fmla="*/ 10045 w 10055"/>
              <a:gd name="connsiteY1" fmla="*/ 0 h 10020"/>
              <a:gd name="connsiteX2" fmla="*/ 8141 w 10055"/>
              <a:gd name="connsiteY2" fmla="*/ 4981 h 10020"/>
              <a:gd name="connsiteX3" fmla="*/ 10055 w 10055"/>
              <a:gd name="connsiteY3" fmla="*/ 9997 h 10020"/>
              <a:gd name="connsiteX4" fmla="*/ 285 w 10055"/>
              <a:gd name="connsiteY4" fmla="*/ 10020 h 10020"/>
              <a:gd name="connsiteX5" fmla="*/ 20 w 10055"/>
              <a:gd name="connsiteY5" fmla="*/ 5096 h 10020"/>
              <a:gd name="connsiteX6" fmla="*/ 46 w 10055"/>
              <a:gd name="connsiteY6" fmla="*/ 40 h 10020"/>
              <a:gd name="connsiteX0" fmla="*/ 29 w 10038"/>
              <a:gd name="connsiteY0" fmla="*/ 40 h 10040"/>
              <a:gd name="connsiteX1" fmla="*/ 10028 w 10038"/>
              <a:gd name="connsiteY1" fmla="*/ 0 h 10040"/>
              <a:gd name="connsiteX2" fmla="*/ 8124 w 10038"/>
              <a:gd name="connsiteY2" fmla="*/ 4981 h 10040"/>
              <a:gd name="connsiteX3" fmla="*/ 10038 w 10038"/>
              <a:gd name="connsiteY3" fmla="*/ 9997 h 10040"/>
              <a:gd name="connsiteX4" fmla="*/ 39 w 10038"/>
              <a:gd name="connsiteY4" fmla="*/ 10040 h 10040"/>
              <a:gd name="connsiteX5" fmla="*/ 3 w 10038"/>
              <a:gd name="connsiteY5" fmla="*/ 5096 h 10040"/>
              <a:gd name="connsiteX6" fmla="*/ 29 w 10038"/>
              <a:gd name="connsiteY6" fmla="*/ 40 h 10040"/>
              <a:gd name="connsiteX0" fmla="*/ 686 w 10064"/>
              <a:gd name="connsiteY0" fmla="*/ 60 h 10040"/>
              <a:gd name="connsiteX1" fmla="*/ 10054 w 10064"/>
              <a:gd name="connsiteY1" fmla="*/ 0 h 10040"/>
              <a:gd name="connsiteX2" fmla="*/ 8150 w 10064"/>
              <a:gd name="connsiteY2" fmla="*/ 4981 h 10040"/>
              <a:gd name="connsiteX3" fmla="*/ 10064 w 10064"/>
              <a:gd name="connsiteY3" fmla="*/ 9997 h 10040"/>
              <a:gd name="connsiteX4" fmla="*/ 65 w 10064"/>
              <a:gd name="connsiteY4" fmla="*/ 10040 h 10040"/>
              <a:gd name="connsiteX5" fmla="*/ 29 w 10064"/>
              <a:gd name="connsiteY5" fmla="*/ 5096 h 10040"/>
              <a:gd name="connsiteX6" fmla="*/ 686 w 10064"/>
              <a:gd name="connsiteY6" fmla="*/ 6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63 w 10043"/>
              <a:gd name="connsiteY0" fmla="*/ 40 h 10040"/>
              <a:gd name="connsiteX1" fmla="*/ 10033 w 10043"/>
              <a:gd name="connsiteY1" fmla="*/ 0 h 10040"/>
              <a:gd name="connsiteX2" fmla="*/ 8129 w 10043"/>
              <a:gd name="connsiteY2" fmla="*/ 4981 h 10040"/>
              <a:gd name="connsiteX3" fmla="*/ 10043 w 10043"/>
              <a:gd name="connsiteY3" fmla="*/ 9997 h 10040"/>
              <a:gd name="connsiteX4" fmla="*/ 44 w 10043"/>
              <a:gd name="connsiteY4" fmla="*/ 10040 h 10040"/>
              <a:gd name="connsiteX5" fmla="*/ 8 w 10043"/>
              <a:gd name="connsiteY5" fmla="*/ 5096 h 10040"/>
              <a:gd name="connsiteX6" fmla="*/ 63 w 10043"/>
              <a:gd name="connsiteY6" fmla="*/ 4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1805 w 11785"/>
              <a:gd name="connsiteY0" fmla="*/ 40 h 10040"/>
              <a:gd name="connsiteX1" fmla="*/ 11775 w 11785"/>
              <a:gd name="connsiteY1" fmla="*/ 0 h 10040"/>
              <a:gd name="connsiteX2" fmla="*/ 9871 w 11785"/>
              <a:gd name="connsiteY2" fmla="*/ 4981 h 10040"/>
              <a:gd name="connsiteX3" fmla="*/ 11785 w 11785"/>
              <a:gd name="connsiteY3" fmla="*/ 9997 h 10040"/>
              <a:gd name="connsiteX4" fmla="*/ 1786 w 11785"/>
              <a:gd name="connsiteY4" fmla="*/ 10040 h 10040"/>
              <a:gd name="connsiteX5" fmla="*/ 0 w 11785"/>
              <a:gd name="connsiteY5" fmla="*/ 5135 h 10040"/>
              <a:gd name="connsiteX6" fmla="*/ 1805 w 11785"/>
              <a:gd name="connsiteY6" fmla="*/ 40 h 10040"/>
              <a:gd name="connsiteX0" fmla="*/ 429 w 10409"/>
              <a:gd name="connsiteY0" fmla="*/ 40 h 10040"/>
              <a:gd name="connsiteX1" fmla="*/ 10399 w 10409"/>
              <a:gd name="connsiteY1" fmla="*/ 0 h 10040"/>
              <a:gd name="connsiteX2" fmla="*/ 8495 w 10409"/>
              <a:gd name="connsiteY2" fmla="*/ 4981 h 10040"/>
              <a:gd name="connsiteX3" fmla="*/ 10409 w 10409"/>
              <a:gd name="connsiteY3" fmla="*/ 9997 h 10040"/>
              <a:gd name="connsiteX4" fmla="*/ 410 w 10409"/>
              <a:gd name="connsiteY4" fmla="*/ 10040 h 10040"/>
              <a:gd name="connsiteX5" fmla="*/ 1 w 10409"/>
              <a:gd name="connsiteY5" fmla="*/ 5252 h 10040"/>
              <a:gd name="connsiteX6" fmla="*/ 429 w 10409"/>
              <a:gd name="connsiteY6" fmla="*/ 40 h 10040"/>
              <a:gd name="connsiteX0" fmla="*/ 19 w 9999"/>
              <a:gd name="connsiteY0" fmla="*/ 40 h 10040"/>
              <a:gd name="connsiteX1" fmla="*/ 9989 w 9999"/>
              <a:gd name="connsiteY1" fmla="*/ 0 h 10040"/>
              <a:gd name="connsiteX2" fmla="*/ 8085 w 9999"/>
              <a:gd name="connsiteY2" fmla="*/ 4981 h 10040"/>
              <a:gd name="connsiteX3" fmla="*/ 9999 w 9999"/>
              <a:gd name="connsiteY3" fmla="*/ 9997 h 10040"/>
              <a:gd name="connsiteX4" fmla="*/ 0 w 9999"/>
              <a:gd name="connsiteY4" fmla="*/ 10040 h 10040"/>
              <a:gd name="connsiteX5" fmla="*/ 50 w 9999"/>
              <a:gd name="connsiteY5" fmla="*/ 5154 h 10040"/>
              <a:gd name="connsiteX6" fmla="*/ 19 w 9999"/>
              <a:gd name="connsiteY6" fmla="*/ 40 h 10040"/>
              <a:gd name="connsiteX0" fmla="*/ 55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61 h 10000"/>
              <a:gd name="connsiteX3" fmla="*/ 10036 w 10036"/>
              <a:gd name="connsiteY3" fmla="*/ 9957 h 10000"/>
              <a:gd name="connsiteX4" fmla="*/ 36 w 10036"/>
              <a:gd name="connsiteY4" fmla="*/ 10000 h 10000"/>
              <a:gd name="connsiteX5" fmla="*/ 0 w 10036"/>
              <a:gd name="connsiteY5" fmla="*/ 5230 h 10000"/>
              <a:gd name="connsiteX6" fmla="*/ 55 w 10036"/>
              <a:gd name="connsiteY6" fmla="*/ 40 h 10000"/>
              <a:gd name="connsiteX0" fmla="*/ 18 w 10056"/>
              <a:gd name="connsiteY0" fmla="*/ 21 h 10000"/>
              <a:gd name="connsiteX1" fmla="*/ 10046 w 10056"/>
              <a:gd name="connsiteY1" fmla="*/ 0 h 10000"/>
              <a:gd name="connsiteX2" fmla="*/ 8142 w 10056"/>
              <a:gd name="connsiteY2" fmla="*/ 4961 h 10000"/>
              <a:gd name="connsiteX3" fmla="*/ 10056 w 10056"/>
              <a:gd name="connsiteY3" fmla="*/ 9957 h 10000"/>
              <a:gd name="connsiteX4" fmla="*/ 56 w 10056"/>
              <a:gd name="connsiteY4" fmla="*/ 10000 h 10000"/>
              <a:gd name="connsiteX5" fmla="*/ 20 w 10056"/>
              <a:gd name="connsiteY5" fmla="*/ 5230 h 10000"/>
              <a:gd name="connsiteX6" fmla="*/ 18 w 10056"/>
              <a:gd name="connsiteY6" fmla="*/ 21 h 1000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21 w 10059"/>
              <a:gd name="connsiteY0" fmla="*/ 21 h 10020"/>
              <a:gd name="connsiteX1" fmla="*/ 10049 w 10059"/>
              <a:gd name="connsiteY1" fmla="*/ 0 h 10020"/>
              <a:gd name="connsiteX2" fmla="*/ 8145 w 10059"/>
              <a:gd name="connsiteY2" fmla="*/ 4961 h 10020"/>
              <a:gd name="connsiteX3" fmla="*/ 10059 w 10059"/>
              <a:gd name="connsiteY3" fmla="*/ 9957 h 10020"/>
              <a:gd name="connsiteX4" fmla="*/ 15 w 10059"/>
              <a:gd name="connsiteY4" fmla="*/ 10020 h 10020"/>
              <a:gd name="connsiteX5" fmla="*/ 8 w 10059"/>
              <a:gd name="connsiteY5" fmla="*/ 5191 h 10020"/>
              <a:gd name="connsiteX6" fmla="*/ 21 w 10059"/>
              <a:gd name="connsiteY6" fmla="*/ 21 h 10020"/>
              <a:gd name="connsiteX0" fmla="*/ 29 w 10052"/>
              <a:gd name="connsiteY0" fmla="*/ 0 h 10058"/>
              <a:gd name="connsiteX1" fmla="*/ 10042 w 10052"/>
              <a:gd name="connsiteY1" fmla="*/ 38 h 10058"/>
              <a:gd name="connsiteX2" fmla="*/ 8138 w 10052"/>
              <a:gd name="connsiteY2" fmla="*/ 4999 h 10058"/>
              <a:gd name="connsiteX3" fmla="*/ 10052 w 10052"/>
              <a:gd name="connsiteY3" fmla="*/ 9995 h 10058"/>
              <a:gd name="connsiteX4" fmla="*/ 8 w 10052"/>
              <a:gd name="connsiteY4" fmla="*/ 10058 h 10058"/>
              <a:gd name="connsiteX5" fmla="*/ 1 w 10052"/>
              <a:gd name="connsiteY5" fmla="*/ 5229 h 10058"/>
              <a:gd name="connsiteX6" fmla="*/ 29 w 10052"/>
              <a:gd name="connsiteY6" fmla="*/ 0 h 10058"/>
              <a:gd name="connsiteX0" fmla="*/ 29 w 10052"/>
              <a:gd name="connsiteY0" fmla="*/ 1 h 10020"/>
              <a:gd name="connsiteX1" fmla="*/ 10042 w 10052"/>
              <a:gd name="connsiteY1" fmla="*/ 0 h 10020"/>
              <a:gd name="connsiteX2" fmla="*/ 8138 w 10052"/>
              <a:gd name="connsiteY2" fmla="*/ 4961 h 10020"/>
              <a:gd name="connsiteX3" fmla="*/ 10052 w 10052"/>
              <a:gd name="connsiteY3" fmla="*/ 9957 h 10020"/>
              <a:gd name="connsiteX4" fmla="*/ 8 w 10052"/>
              <a:gd name="connsiteY4" fmla="*/ 10020 h 10020"/>
              <a:gd name="connsiteX5" fmla="*/ 1 w 10052"/>
              <a:gd name="connsiteY5" fmla="*/ 5191 h 10020"/>
              <a:gd name="connsiteX6" fmla="*/ 29 w 10052"/>
              <a:gd name="connsiteY6" fmla="*/ 1 h 10020"/>
              <a:gd name="connsiteX0" fmla="*/ 6 w 10190"/>
              <a:gd name="connsiteY0" fmla="*/ 0 h 10039"/>
              <a:gd name="connsiteX1" fmla="*/ 10180 w 10190"/>
              <a:gd name="connsiteY1" fmla="*/ 19 h 10039"/>
              <a:gd name="connsiteX2" fmla="*/ 8276 w 10190"/>
              <a:gd name="connsiteY2" fmla="*/ 4980 h 10039"/>
              <a:gd name="connsiteX3" fmla="*/ 10190 w 10190"/>
              <a:gd name="connsiteY3" fmla="*/ 9976 h 10039"/>
              <a:gd name="connsiteX4" fmla="*/ 146 w 10190"/>
              <a:gd name="connsiteY4" fmla="*/ 10039 h 10039"/>
              <a:gd name="connsiteX5" fmla="*/ 139 w 10190"/>
              <a:gd name="connsiteY5" fmla="*/ 5210 h 10039"/>
              <a:gd name="connsiteX6" fmla="*/ 6 w 10190"/>
              <a:gd name="connsiteY6" fmla="*/ 0 h 10039"/>
              <a:gd name="connsiteX0" fmla="*/ 90 w 10054"/>
              <a:gd name="connsiteY0" fmla="*/ 0 h 10039"/>
              <a:gd name="connsiteX1" fmla="*/ 10044 w 10054"/>
              <a:gd name="connsiteY1" fmla="*/ 19 h 10039"/>
              <a:gd name="connsiteX2" fmla="*/ 8140 w 10054"/>
              <a:gd name="connsiteY2" fmla="*/ 4980 h 10039"/>
              <a:gd name="connsiteX3" fmla="*/ 10054 w 10054"/>
              <a:gd name="connsiteY3" fmla="*/ 9976 h 10039"/>
              <a:gd name="connsiteX4" fmla="*/ 10 w 10054"/>
              <a:gd name="connsiteY4" fmla="*/ 10039 h 10039"/>
              <a:gd name="connsiteX5" fmla="*/ 3 w 10054"/>
              <a:gd name="connsiteY5" fmla="*/ 5210 h 10039"/>
              <a:gd name="connsiteX6" fmla="*/ 90 w 10054"/>
              <a:gd name="connsiteY6" fmla="*/ 0 h 10039"/>
              <a:gd name="connsiteX0" fmla="*/ 17 w 10069"/>
              <a:gd name="connsiteY0" fmla="*/ 1 h 10020"/>
              <a:gd name="connsiteX1" fmla="*/ 10059 w 10069"/>
              <a:gd name="connsiteY1" fmla="*/ 0 h 10020"/>
              <a:gd name="connsiteX2" fmla="*/ 8155 w 10069"/>
              <a:gd name="connsiteY2" fmla="*/ 4961 h 10020"/>
              <a:gd name="connsiteX3" fmla="*/ 10069 w 10069"/>
              <a:gd name="connsiteY3" fmla="*/ 9957 h 10020"/>
              <a:gd name="connsiteX4" fmla="*/ 25 w 10069"/>
              <a:gd name="connsiteY4" fmla="*/ 10020 h 10020"/>
              <a:gd name="connsiteX5" fmla="*/ 18 w 10069"/>
              <a:gd name="connsiteY5" fmla="*/ 5191 h 10020"/>
              <a:gd name="connsiteX6" fmla="*/ 17 w 10069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19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75"/>
              <a:gd name="connsiteX1" fmla="*/ 10053 w 10063"/>
              <a:gd name="connsiteY1" fmla="*/ 0 h 10075"/>
              <a:gd name="connsiteX2" fmla="*/ 8149 w 10063"/>
              <a:gd name="connsiteY2" fmla="*/ 4961 h 10075"/>
              <a:gd name="connsiteX3" fmla="*/ 10063 w 10063"/>
              <a:gd name="connsiteY3" fmla="*/ 9957 h 10075"/>
              <a:gd name="connsiteX4" fmla="*/ 4 w 10063"/>
              <a:gd name="connsiteY4" fmla="*/ 10020 h 10075"/>
              <a:gd name="connsiteX5" fmla="*/ 12 w 10063"/>
              <a:gd name="connsiteY5" fmla="*/ 5191 h 10075"/>
              <a:gd name="connsiteX6" fmla="*/ 11 w 10063"/>
              <a:gd name="connsiteY6" fmla="*/ 1 h 10075"/>
              <a:gd name="connsiteX0" fmla="*/ 1259 w 11311"/>
              <a:gd name="connsiteY0" fmla="*/ 1 h 10075"/>
              <a:gd name="connsiteX1" fmla="*/ 11301 w 11311"/>
              <a:gd name="connsiteY1" fmla="*/ 0 h 10075"/>
              <a:gd name="connsiteX2" fmla="*/ 9397 w 11311"/>
              <a:gd name="connsiteY2" fmla="*/ 4961 h 10075"/>
              <a:gd name="connsiteX3" fmla="*/ 11311 w 11311"/>
              <a:gd name="connsiteY3" fmla="*/ 9957 h 10075"/>
              <a:gd name="connsiteX4" fmla="*/ 1252 w 11311"/>
              <a:gd name="connsiteY4" fmla="*/ 10020 h 10075"/>
              <a:gd name="connsiteX5" fmla="*/ 1259 w 11311"/>
              <a:gd name="connsiteY5" fmla="*/ 1 h 10075"/>
              <a:gd name="connsiteX0" fmla="*/ 741 w 10793"/>
              <a:gd name="connsiteY0" fmla="*/ 1 h 10075"/>
              <a:gd name="connsiteX1" fmla="*/ 10783 w 10793"/>
              <a:gd name="connsiteY1" fmla="*/ 0 h 10075"/>
              <a:gd name="connsiteX2" fmla="*/ 8879 w 10793"/>
              <a:gd name="connsiteY2" fmla="*/ 4961 h 10075"/>
              <a:gd name="connsiteX3" fmla="*/ 10793 w 10793"/>
              <a:gd name="connsiteY3" fmla="*/ 9957 h 10075"/>
              <a:gd name="connsiteX4" fmla="*/ 734 w 10793"/>
              <a:gd name="connsiteY4" fmla="*/ 10020 h 10075"/>
              <a:gd name="connsiteX5" fmla="*/ 741 w 10793"/>
              <a:gd name="connsiteY5" fmla="*/ 1 h 10075"/>
              <a:gd name="connsiteX0" fmla="*/ 738 w 10790"/>
              <a:gd name="connsiteY0" fmla="*/ 1 h 10075"/>
              <a:gd name="connsiteX1" fmla="*/ 10780 w 10790"/>
              <a:gd name="connsiteY1" fmla="*/ 0 h 10075"/>
              <a:gd name="connsiteX2" fmla="*/ 8876 w 10790"/>
              <a:gd name="connsiteY2" fmla="*/ 4961 h 10075"/>
              <a:gd name="connsiteX3" fmla="*/ 10790 w 10790"/>
              <a:gd name="connsiteY3" fmla="*/ 9957 h 10075"/>
              <a:gd name="connsiteX4" fmla="*/ 731 w 10790"/>
              <a:gd name="connsiteY4" fmla="*/ 10020 h 10075"/>
              <a:gd name="connsiteX5" fmla="*/ 738 w 10790"/>
              <a:gd name="connsiteY5" fmla="*/ 1 h 10075"/>
              <a:gd name="connsiteX0" fmla="*/ 777 w 10829"/>
              <a:gd name="connsiteY0" fmla="*/ 1 h 10075"/>
              <a:gd name="connsiteX1" fmla="*/ 10819 w 10829"/>
              <a:gd name="connsiteY1" fmla="*/ 0 h 10075"/>
              <a:gd name="connsiteX2" fmla="*/ 8915 w 10829"/>
              <a:gd name="connsiteY2" fmla="*/ 4961 h 10075"/>
              <a:gd name="connsiteX3" fmla="*/ 10829 w 10829"/>
              <a:gd name="connsiteY3" fmla="*/ 9957 h 10075"/>
              <a:gd name="connsiteX4" fmla="*/ 770 w 10829"/>
              <a:gd name="connsiteY4" fmla="*/ 10020 h 10075"/>
              <a:gd name="connsiteX5" fmla="*/ 777 w 10829"/>
              <a:gd name="connsiteY5" fmla="*/ 1 h 10075"/>
              <a:gd name="connsiteX0" fmla="*/ 761 w 10813"/>
              <a:gd name="connsiteY0" fmla="*/ 1 h 10075"/>
              <a:gd name="connsiteX1" fmla="*/ 10803 w 10813"/>
              <a:gd name="connsiteY1" fmla="*/ 0 h 10075"/>
              <a:gd name="connsiteX2" fmla="*/ 8899 w 10813"/>
              <a:gd name="connsiteY2" fmla="*/ 4961 h 10075"/>
              <a:gd name="connsiteX3" fmla="*/ 10813 w 10813"/>
              <a:gd name="connsiteY3" fmla="*/ 9957 h 10075"/>
              <a:gd name="connsiteX4" fmla="*/ 754 w 10813"/>
              <a:gd name="connsiteY4" fmla="*/ 10020 h 10075"/>
              <a:gd name="connsiteX5" fmla="*/ 761 w 10813"/>
              <a:gd name="connsiteY5" fmla="*/ 1 h 10075"/>
              <a:gd name="connsiteX0" fmla="*/ 251 w 10303"/>
              <a:gd name="connsiteY0" fmla="*/ 1 h 10075"/>
              <a:gd name="connsiteX1" fmla="*/ 10293 w 10303"/>
              <a:gd name="connsiteY1" fmla="*/ 0 h 10075"/>
              <a:gd name="connsiteX2" fmla="*/ 8389 w 10303"/>
              <a:gd name="connsiteY2" fmla="*/ 4961 h 10075"/>
              <a:gd name="connsiteX3" fmla="*/ 10303 w 10303"/>
              <a:gd name="connsiteY3" fmla="*/ 9957 h 10075"/>
              <a:gd name="connsiteX4" fmla="*/ 244 w 10303"/>
              <a:gd name="connsiteY4" fmla="*/ 10020 h 10075"/>
              <a:gd name="connsiteX5" fmla="*/ 251 w 10303"/>
              <a:gd name="connsiteY5" fmla="*/ 1 h 10075"/>
              <a:gd name="connsiteX0" fmla="*/ 746 w 10798"/>
              <a:gd name="connsiteY0" fmla="*/ 1 h 10075"/>
              <a:gd name="connsiteX1" fmla="*/ 10788 w 10798"/>
              <a:gd name="connsiteY1" fmla="*/ 0 h 10075"/>
              <a:gd name="connsiteX2" fmla="*/ 8884 w 10798"/>
              <a:gd name="connsiteY2" fmla="*/ 4961 h 10075"/>
              <a:gd name="connsiteX3" fmla="*/ 10798 w 10798"/>
              <a:gd name="connsiteY3" fmla="*/ 9957 h 10075"/>
              <a:gd name="connsiteX4" fmla="*/ 739 w 10798"/>
              <a:gd name="connsiteY4" fmla="*/ 10020 h 10075"/>
              <a:gd name="connsiteX5" fmla="*/ 746 w 10798"/>
              <a:gd name="connsiteY5" fmla="*/ 1 h 10075"/>
              <a:gd name="connsiteX0" fmla="*/ 8 w 10060"/>
              <a:gd name="connsiteY0" fmla="*/ 1 h 10075"/>
              <a:gd name="connsiteX1" fmla="*/ 10050 w 10060"/>
              <a:gd name="connsiteY1" fmla="*/ 0 h 10075"/>
              <a:gd name="connsiteX2" fmla="*/ 8146 w 10060"/>
              <a:gd name="connsiteY2" fmla="*/ 4961 h 10075"/>
              <a:gd name="connsiteX3" fmla="*/ 10060 w 10060"/>
              <a:gd name="connsiteY3" fmla="*/ 9957 h 10075"/>
              <a:gd name="connsiteX4" fmla="*/ 1 w 10060"/>
              <a:gd name="connsiteY4" fmla="*/ 10020 h 10075"/>
              <a:gd name="connsiteX5" fmla="*/ 8 w 10060"/>
              <a:gd name="connsiteY5" fmla="*/ 1 h 10075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10"/>
              <a:gd name="connsiteX1" fmla="*/ 10050 w 10089"/>
              <a:gd name="connsiteY1" fmla="*/ 0 h 10010"/>
              <a:gd name="connsiteX2" fmla="*/ 8146 w 10089"/>
              <a:gd name="connsiteY2" fmla="*/ 4961 h 10010"/>
              <a:gd name="connsiteX3" fmla="*/ 10089 w 10089"/>
              <a:gd name="connsiteY3" fmla="*/ 9987 h 10010"/>
              <a:gd name="connsiteX4" fmla="*/ 1 w 10089"/>
              <a:gd name="connsiteY4" fmla="*/ 10010 h 10010"/>
              <a:gd name="connsiteX5" fmla="*/ 8 w 10089"/>
              <a:gd name="connsiteY5" fmla="*/ 1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9" h="10010">
                <a:moveTo>
                  <a:pt x="8" y="1"/>
                </a:moveTo>
                <a:lnTo>
                  <a:pt x="10050" y="0"/>
                </a:lnTo>
                <a:cubicBezTo>
                  <a:pt x="8837" y="1464"/>
                  <a:pt x="8140" y="3297"/>
                  <a:pt x="8146" y="4961"/>
                </a:cubicBezTo>
                <a:cubicBezTo>
                  <a:pt x="8152" y="6625"/>
                  <a:pt x="8902" y="8823"/>
                  <a:pt x="10089" y="9987"/>
                </a:cubicBezTo>
                <a:lnTo>
                  <a:pt x="1" y="10010"/>
                </a:lnTo>
                <a:cubicBezTo>
                  <a:pt x="-2" y="7127"/>
                  <a:pt x="5" y="1839"/>
                  <a:pt x="8" y="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7112843" cy="324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7112843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5945202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6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3977B1A6-217B-41F0-9DFC-F7E7553812ED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7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5945202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39310101-83C5-1407-4907-E4CBFBBE803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34961" y="1376363"/>
            <a:ext cx="7112843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255720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CACD73E-C178-5AD7-E7AD-B0E0B4F2F2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7503268" y="-16496"/>
            <a:ext cx="4695357" cy="6890993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10000"/>
              <a:gd name="connsiteY0" fmla="*/ 6 h 10006"/>
              <a:gd name="connsiteX1" fmla="*/ 10000 w 10000"/>
              <a:gd name="connsiteY1" fmla="*/ 6 h 10006"/>
              <a:gd name="connsiteX2" fmla="*/ 8333 w 10000"/>
              <a:gd name="connsiteY2" fmla="*/ 5006 h 10006"/>
              <a:gd name="connsiteX3" fmla="*/ 10000 w 10000"/>
              <a:gd name="connsiteY3" fmla="*/ 10006 h 10006"/>
              <a:gd name="connsiteX4" fmla="*/ 1667 w 10000"/>
              <a:gd name="connsiteY4" fmla="*/ 10006 h 10006"/>
              <a:gd name="connsiteX5" fmla="*/ 0 w 10000"/>
              <a:gd name="connsiteY5" fmla="*/ 5006 h 10006"/>
              <a:gd name="connsiteX6" fmla="*/ 1667 w 10000"/>
              <a:gd name="connsiteY6" fmla="*/ 6 h 10006"/>
              <a:gd name="connsiteX0" fmla="*/ 1667 w 10000"/>
              <a:gd name="connsiteY0" fmla="*/ 5 h 10005"/>
              <a:gd name="connsiteX1" fmla="*/ 9314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5 h 10005"/>
              <a:gd name="connsiteX1" fmla="*/ 9588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0 h 10000"/>
              <a:gd name="connsiteX1" fmla="*/ 9588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9588"/>
              <a:gd name="connsiteY0" fmla="*/ 0 h 10000"/>
              <a:gd name="connsiteX1" fmla="*/ 9588 w 9588"/>
              <a:gd name="connsiteY1" fmla="*/ 0 h 10000"/>
              <a:gd name="connsiteX2" fmla="*/ 8333 w 9588"/>
              <a:gd name="connsiteY2" fmla="*/ 5000 h 10000"/>
              <a:gd name="connsiteX3" fmla="*/ 8920 w 9588"/>
              <a:gd name="connsiteY3" fmla="*/ 9911 h 10000"/>
              <a:gd name="connsiteX4" fmla="*/ 1667 w 9588"/>
              <a:gd name="connsiteY4" fmla="*/ 10000 h 10000"/>
              <a:gd name="connsiteX5" fmla="*/ 0 w 9588"/>
              <a:gd name="connsiteY5" fmla="*/ 5000 h 10000"/>
              <a:gd name="connsiteX6" fmla="*/ 1667 w 9588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3 w 8264"/>
              <a:gd name="connsiteY0" fmla="*/ 0 h 10000"/>
              <a:gd name="connsiteX1" fmla="*/ 8264 w 8264"/>
              <a:gd name="connsiteY1" fmla="*/ 0 h 10000"/>
              <a:gd name="connsiteX2" fmla="*/ 6955 w 8264"/>
              <a:gd name="connsiteY2" fmla="*/ 5000 h 10000"/>
              <a:gd name="connsiteX3" fmla="*/ 8246 w 8264"/>
              <a:gd name="connsiteY3" fmla="*/ 10000 h 10000"/>
              <a:gd name="connsiteX4" fmla="*/ 3 w 8264"/>
              <a:gd name="connsiteY4" fmla="*/ 10000 h 10000"/>
              <a:gd name="connsiteX5" fmla="*/ 34 w 8264"/>
              <a:gd name="connsiteY5" fmla="*/ 4947 h 10000"/>
              <a:gd name="connsiteX6" fmla="*/ 3 w 8264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0 w 9996"/>
              <a:gd name="connsiteY0" fmla="*/ 0 h 10019"/>
              <a:gd name="connsiteX1" fmla="*/ 9996 w 9996"/>
              <a:gd name="connsiteY1" fmla="*/ 0 h 10019"/>
              <a:gd name="connsiteX2" fmla="*/ 8412 w 9996"/>
              <a:gd name="connsiteY2" fmla="*/ 5000 h 10019"/>
              <a:gd name="connsiteX3" fmla="*/ 9974 w 9996"/>
              <a:gd name="connsiteY3" fmla="*/ 10000 h 10019"/>
              <a:gd name="connsiteX4" fmla="*/ 17 w 9996"/>
              <a:gd name="connsiteY4" fmla="*/ 10019 h 10019"/>
              <a:gd name="connsiteX5" fmla="*/ 15 w 9996"/>
              <a:gd name="connsiteY5" fmla="*/ 4876 h 10019"/>
              <a:gd name="connsiteX6" fmla="*/ 0 w 9996"/>
              <a:gd name="connsiteY6" fmla="*/ 0 h 10019"/>
              <a:gd name="connsiteX0" fmla="*/ 2 w 10002"/>
              <a:gd name="connsiteY0" fmla="*/ 0 h 10000"/>
              <a:gd name="connsiteX1" fmla="*/ 10002 w 10002"/>
              <a:gd name="connsiteY1" fmla="*/ 0 h 10000"/>
              <a:gd name="connsiteX2" fmla="*/ 8417 w 10002"/>
              <a:gd name="connsiteY2" fmla="*/ 4991 h 10000"/>
              <a:gd name="connsiteX3" fmla="*/ 9980 w 10002"/>
              <a:gd name="connsiteY3" fmla="*/ 9981 h 10000"/>
              <a:gd name="connsiteX4" fmla="*/ 19 w 10002"/>
              <a:gd name="connsiteY4" fmla="*/ 10000 h 10000"/>
              <a:gd name="connsiteX5" fmla="*/ 0 w 10002"/>
              <a:gd name="connsiteY5" fmla="*/ 4862 h 10000"/>
              <a:gd name="connsiteX6" fmla="*/ 2 w 10002"/>
              <a:gd name="connsiteY6" fmla="*/ 0 h 10000"/>
              <a:gd name="connsiteX0" fmla="*/ 13 w 10013"/>
              <a:gd name="connsiteY0" fmla="*/ 0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0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21"/>
              <a:gd name="connsiteY0" fmla="*/ 12 h 10017"/>
              <a:gd name="connsiteX1" fmla="*/ 10013 w 10021"/>
              <a:gd name="connsiteY1" fmla="*/ 0 h 10017"/>
              <a:gd name="connsiteX2" fmla="*/ 8428 w 10021"/>
              <a:gd name="connsiteY2" fmla="*/ 4991 h 10017"/>
              <a:gd name="connsiteX3" fmla="*/ 10021 w 10021"/>
              <a:gd name="connsiteY3" fmla="*/ 10017 h 10017"/>
              <a:gd name="connsiteX4" fmla="*/ 30 w 10021"/>
              <a:gd name="connsiteY4" fmla="*/ 10000 h 10017"/>
              <a:gd name="connsiteX5" fmla="*/ 0 w 10021"/>
              <a:gd name="connsiteY5" fmla="*/ 4871 h 10017"/>
              <a:gd name="connsiteX6" fmla="*/ 13 w 10021"/>
              <a:gd name="connsiteY6" fmla="*/ 12 h 10017"/>
              <a:gd name="connsiteX0" fmla="*/ 4 w 10027"/>
              <a:gd name="connsiteY0" fmla="*/ 0 h 10017"/>
              <a:gd name="connsiteX1" fmla="*/ 10019 w 10027"/>
              <a:gd name="connsiteY1" fmla="*/ 0 h 10017"/>
              <a:gd name="connsiteX2" fmla="*/ 8434 w 10027"/>
              <a:gd name="connsiteY2" fmla="*/ 4991 h 10017"/>
              <a:gd name="connsiteX3" fmla="*/ 10027 w 10027"/>
              <a:gd name="connsiteY3" fmla="*/ 10017 h 10017"/>
              <a:gd name="connsiteX4" fmla="*/ 36 w 10027"/>
              <a:gd name="connsiteY4" fmla="*/ 10000 h 10017"/>
              <a:gd name="connsiteX5" fmla="*/ 6 w 10027"/>
              <a:gd name="connsiteY5" fmla="*/ 4871 h 10017"/>
              <a:gd name="connsiteX6" fmla="*/ 4 w 10027"/>
              <a:gd name="connsiteY6" fmla="*/ 0 h 10017"/>
              <a:gd name="connsiteX0" fmla="*/ 2479 w 10187"/>
              <a:gd name="connsiteY0" fmla="*/ 0 h 10017"/>
              <a:gd name="connsiteX1" fmla="*/ 10179 w 10187"/>
              <a:gd name="connsiteY1" fmla="*/ 0 h 10017"/>
              <a:gd name="connsiteX2" fmla="*/ 8594 w 10187"/>
              <a:gd name="connsiteY2" fmla="*/ 4991 h 10017"/>
              <a:gd name="connsiteX3" fmla="*/ 10187 w 10187"/>
              <a:gd name="connsiteY3" fmla="*/ 10017 h 10017"/>
              <a:gd name="connsiteX4" fmla="*/ 196 w 10187"/>
              <a:gd name="connsiteY4" fmla="*/ 10000 h 10017"/>
              <a:gd name="connsiteX5" fmla="*/ 166 w 10187"/>
              <a:gd name="connsiteY5" fmla="*/ 4871 h 10017"/>
              <a:gd name="connsiteX6" fmla="*/ 2479 w 10187"/>
              <a:gd name="connsiteY6" fmla="*/ 0 h 10017"/>
              <a:gd name="connsiteX0" fmla="*/ 1864 w 10145"/>
              <a:gd name="connsiteY0" fmla="*/ 20 h 10017"/>
              <a:gd name="connsiteX1" fmla="*/ 10137 w 10145"/>
              <a:gd name="connsiteY1" fmla="*/ 0 h 10017"/>
              <a:gd name="connsiteX2" fmla="*/ 8552 w 10145"/>
              <a:gd name="connsiteY2" fmla="*/ 4991 h 10017"/>
              <a:gd name="connsiteX3" fmla="*/ 10145 w 10145"/>
              <a:gd name="connsiteY3" fmla="*/ 10017 h 10017"/>
              <a:gd name="connsiteX4" fmla="*/ 154 w 10145"/>
              <a:gd name="connsiteY4" fmla="*/ 10000 h 10017"/>
              <a:gd name="connsiteX5" fmla="*/ 124 w 10145"/>
              <a:gd name="connsiteY5" fmla="*/ 4871 h 10017"/>
              <a:gd name="connsiteX6" fmla="*/ 1864 w 10145"/>
              <a:gd name="connsiteY6" fmla="*/ 20 h 10017"/>
              <a:gd name="connsiteX0" fmla="*/ 1741 w 10022"/>
              <a:gd name="connsiteY0" fmla="*/ 20 h 10017"/>
              <a:gd name="connsiteX1" fmla="*/ 10014 w 10022"/>
              <a:gd name="connsiteY1" fmla="*/ 0 h 10017"/>
              <a:gd name="connsiteX2" fmla="*/ 8429 w 10022"/>
              <a:gd name="connsiteY2" fmla="*/ 4991 h 10017"/>
              <a:gd name="connsiteX3" fmla="*/ 10022 w 10022"/>
              <a:gd name="connsiteY3" fmla="*/ 10017 h 10017"/>
              <a:gd name="connsiteX4" fmla="*/ 1845 w 10022"/>
              <a:gd name="connsiteY4" fmla="*/ 9922 h 10017"/>
              <a:gd name="connsiteX5" fmla="*/ 1 w 10022"/>
              <a:gd name="connsiteY5" fmla="*/ 4871 h 10017"/>
              <a:gd name="connsiteX6" fmla="*/ 1741 w 10022"/>
              <a:gd name="connsiteY6" fmla="*/ 20 h 10017"/>
              <a:gd name="connsiteX0" fmla="*/ 1741 w 10022"/>
              <a:gd name="connsiteY0" fmla="*/ 20 h 10020"/>
              <a:gd name="connsiteX1" fmla="*/ 10014 w 10022"/>
              <a:gd name="connsiteY1" fmla="*/ 0 h 10020"/>
              <a:gd name="connsiteX2" fmla="*/ 8429 w 10022"/>
              <a:gd name="connsiteY2" fmla="*/ 4991 h 10020"/>
              <a:gd name="connsiteX3" fmla="*/ 10022 w 10022"/>
              <a:gd name="connsiteY3" fmla="*/ 10017 h 10020"/>
              <a:gd name="connsiteX4" fmla="*/ 1702 w 10022"/>
              <a:gd name="connsiteY4" fmla="*/ 10020 h 10020"/>
              <a:gd name="connsiteX5" fmla="*/ 1 w 10022"/>
              <a:gd name="connsiteY5" fmla="*/ 4871 h 10020"/>
              <a:gd name="connsiteX6" fmla="*/ 1741 w 10022"/>
              <a:gd name="connsiteY6" fmla="*/ 20 h 10020"/>
              <a:gd name="connsiteX0" fmla="*/ 40 w 8321"/>
              <a:gd name="connsiteY0" fmla="*/ 20 h 10020"/>
              <a:gd name="connsiteX1" fmla="*/ 8313 w 8321"/>
              <a:gd name="connsiteY1" fmla="*/ 0 h 10020"/>
              <a:gd name="connsiteX2" fmla="*/ 6728 w 8321"/>
              <a:gd name="connsiteY2" fmla="*/ 4991 h 10020"/>
              <a:gd name="connsiteX3" fmla="*/ 8321 w 8321"/>
              <a:gd name="connsiteY3" fmla="*/ 10017 h 10020"/>
              <a:gd name="connsiteX4" fmla="*/ 1 w 8321"/>
              <a:gd name="connsiteY4" fmla="*/ 10020 h 10020"/>
              <a:gd name="connsiteX5" fmla="*/ 424 w 8321"/>
              <a:gd name="connsiteY5" fmla="*/ 5086 h 10020"/>
              <a:gd name="connsiteX6" fmla="*/ 40 w 8321"/>
              <a:gd name="connsiteY6" fmla="*/ 20 h 1002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27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81 h 10000"/>
              <a:gd name="connsiteX3" fmla="*/ 10036 w 10036"/>
              <a:gd name="connsiteY3" fmla="*/ 9997 h 10000"/>
              <a:gd name="connsiteX4" fmla="*/ 37 w 10036"/>
              <a:gd name="connsiteY4" fmla="*/ 10000 h 10000"/>
              <a:gd name="connsiteX5" fmla="*/ 1 w 10036"/>
              <a:gd name="connsiteY5" fmla="*/ 5096 h 10000"/>
              <a:gd name="connsiteX6" fmla="*/ 27 w 10036"/>
              <a:gd name="connsiteY6" fmla="*/ 40 h 10000"/>
              <a:gd name="connsiteX0" fmla="*/ 28 w 10037"/>
              <a:gd name="connsiteY0" fmla="*/ 4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28 w 10037"/>
              <a:gd name="connsiteY6" fmla="*/ 40 h 10000"/>
              <a:gd name="connsiteX0" fmla="*/ 81 w 10090"/>
              <a:gd name="connsiteY0" fmla="*/ 40 h 10020"/>
              <a:gd name="connsiteX1" fmla="*/ 10080 w 10090"/>
              <a:gd name="connsiteY1" fmla="*/ 0 h 10020"/>
              <a:gd name="connsiteX2" fmla="*/ 8176 w 10090"/>
              <a:gd name="connsiteY2" fmla="*/ 4981 h 10020"/>
              <a:gd name="connsiteX3" fmla="*/ 10090 w 10090"/>
              <a:gd name="connsiteY3" fmla="*/ 9997 h 10020"/>
              <a:gd name="connsiteX4" fmla="*/ 5 w 10090"/>
              <a:gd name="connsiteY4" fmla="*/ 10020 h 10020"/>
              <a:gd name="connsiteX5" fmla="*/ 55 w 10090"/>
              <a:gd name="connsiteY5" fmla="*/ 5096 h 10020"/>
              <a:gd name="connsiteX6" fmla="*/ 81 w 10090"/>
              <a:gd name="connsiteY6" fmla="*/ 40 h 10020"/>
              <a:gd name="connsiteX0" fmla="*/ 109 w 10118"/>
              <a:gd name="connsiteY0" fmla="*/ 40 h 10040"/>
              <a:gd name="connsiteX1" fmla="*/ 10108 w 10118"/>
              <a:gd name="connsiteY1" fmla="*/ 0 h 10040"/>
              <a:gd name="connsiteX2" fmla="*/ 8204 w 10118"/>
              <a:gd name="connsiteY2" fmla="*/ 4981 h 10040"/>
              <a:gd name="connsiteX3" fmla="*/ 10118 w 10118"/>
              <a:gd name="connsiteY3" fmla="*/ 9997 h 10040"/>
              <a:gd name="connsiteX4" fmla="*/ 4 w 10118"/>
              <a:gd name="connsiteY4" fmla="*/ 10040 h 10040"/>
              <a:gd name="connsiteX5" fmla="*/ 83 w 10118"/>
              <a:gd name="connsiteY5" fmla="*/ 5096 h 10040"/>
              <a:gd name="connsiteX6" fmla="*/ 109 w 10118"/>
              <a:gd name="connsiteY6" fmla="*/ 40 h 10040"/>
              <a:gd name="connsiteX0" fmla="*/ 105 w 10114"/>
              <a:gd name="connsiteY0" fmla="*/ 40 h 10040"/>
              <a:gd name="connsiteX1" fmla="*/ 10104 w 10114"/>
              <a:gd name="connsiteY1" fmla="*/ 0 h 10040"/>
              <a:gd name="connsiteX2" fmla="*/ 8200 w 10114"/>
              <a:gd name="connsiteY2" fmla="*/ 4981 h 10040"/>
              <a:gd name="connsiteX3" fmla="*/ 10114 w 10114"/>
              <a:gd name="connsiteY3" fmla="*/ 9997 h 10040"/>
              <a:gd name="connsiteX4" fmla="*/ 0 w 10114"/>
              <a:gd name="connsiteY4" fmla="*/ 10040 h 10040"/>
              <a:gd name="connsiteX5" fmla="*/ 79 w 10114"/>
              <a:gd name="connsiteY5" fmla="*/ 5096 h 10040"/>
              <a:gd name="connsiteX6" fmla="*/ 105 w 10114"/>
              <a:gd name="connsiteY6" fmla="*/ 40 h 10040"/>
              <a:gd name="connsiteX0" fmla="*/ 46 w 10055"/>
              <a:gd name="connsiteY0" fmla="*/ 40 h 10020"/>
              <a:gd name="connsiteX1" fmla="*/ 10045 w 10055"/>
              <a:gd name="connsiteY1" fmla="*/ 0 h 10020"/>
              <a:gd name="connsiteX2" fmla="*/ 8141 w 10055"/>
              <a:gd name="connsiteY2" fmla="*/ 4981 h 10020"/>
              <a:gd name="connsiteX3" fmla="*/ 10055 w 10055"/>
              <a:gd name="connsiteY3" fmla="*/ 9997 h 10020"/>
              <a:gd name="connsiteX4" fmla="*/ 285 w 10055"/>
              <a:gd name="connsiteY4" fmla="*/ 10020 h 10020"/>
              <a:gd name="connsiteX5" fmla="*/ 20 w 10055"/>
              <a:gd name="connsiteY5" fmla="*/ 5096 h 10020"/>
              <a:gd name="connsiteX6" fmla="*/ 46 w 10055"/>
              <a:gd name="connsiteY6" fmla="*/ 40 h 10020"/>
              <a:gd name="connsiteX0" fmla="*/ 29 w 10038"/>
              <a:gd name="connsiteY0" fmla="*/ 40 h 10040"/>
              <a:gd name="connsiteX1" fmla="*/ 10028 w 10038"/>
              <a:gd name="connsiteY1" fmla="*/ 0 h 10040"/>
              <a:gd name="connsiteX2" fmla="*/ 8124 w 10038"/>
              <a:gd name="connsiteY2" fmla="*/ 4981 h 10040"/>
              <a:gd name="connsiteX3" fmla="*/ 10038 w 10038"/>
              <a:gd name="connsiteY3" fmla="*/ 9997 h 10040"/>
              <a:gd name="connsiteX4" fmla="*/ 39 w 10038"/>
              <a:gd name="connsiteY4" fmla="*/ 10040 h 10040"/>
              <a:gd name="connsiteX5" fmla="*/ 3 w 10038"/>
              <a:gd name="connsiteY5" fmla="*/ 5096 h 10040"/>
              <a:gd name="connsiteX6" fmla="*/ 29 w 10038"/>
              <a:gd name="connsiteY6" fmla="*/ 40 h 10040"/>
              <a:gd name="connsiteX0" fmla="*/ 686 w 10064"/>
              <a:gd name="connsiteY0" fmla="*/ 60 h 10040"/>
              <a:gd name="connsiteX1" fmla="*/ 10054 w 10064"/>
              <a:gd name="connsiteY1" fmla="*/ 0 h 10040"/>
              <a:gd name="connsiteX2" fmla="*/ 8150 w 10064"/>
              <a:gd name="connsiteY2" fmla="*/ 4981 h 10040"/>
              <a:gd name="connsiteX3" fmla="*/ 10064 w 10064"/>
              <a:gd name="connsiteY3" fmla="*/ 9997 h 10040"/>
              <a:gd name="connsiteX4" fmla="*/ 65 w 10064"/>
              <a:gd name="connsiteY4" fmla="*/ 10040 h 10040"/>
              <a:gd name="connsiteX5" fmla="*/ 29 w 10064"/>
              <a:gd name="connsiteY5" fmla="*/ 5096 h 10040"/>
              <a:gd name="connsiteX6" fmla="*/ 686 w 10064"/>
              <a:gd name="connsiteY6" fmla="*/ 6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63 w 10043"/>
              <a:gd name="connsiteY0" fmla="*/ 40 h 10040"/>
              <a:gd name="connsiteX1" fmla="*/ 10033 w 10043"/>
              <a:gd name="connsiteY1" fmla="*/ 0 h 10040"/>
              <a:gd name="connsiteX2" fmla="*/ 8129 w 10043"/>
              <a:gd name="connsiteY2" fmla="*/ 4981 h 10040"/>
              <a:gd name="connsiteX3" fmla="*/ 10043 w 10043"/>
              <a:gd name="connsiteY3" fmla="*/ 9997 h 10040"/>
              <a:gd name="connsiteX4" fmla="*/ 44 w 10043"/>
              <a:gd name="connsiteY4" fmla="*/ 10040 h 10040"/>
              <a:gd name="connsiteX5" fmla="*/ 8 w 10043"/>
              <a:gd name="connsiteY5" fmla="*/ 5096 h 10040"/>
              <a:gd name="connsiteX6" fmla="*/ 63 w 10043"/>
              <a:gd name="connsiteY6" fmla="*/ 4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1805 w 11785"/>
              <a:gd name="connsiteY0" fmla="*/ 40 h 10040"/>
              <a:gd name="connsiteX1" fmla="*/ 11775 w 11785"/>
              <a:gd name="connsiteY1" fmla="*/ 0 h 10040"/>
              <a:gd name="connsiteX2" fmla="*/ 9871 w 11785"/>
              <a:gd name="connsiteY2" fmla="*/ 4981 h 10040"/>
              <a:gd name="connsiteX3" fmla="*/ 11785 w 11785"/>
              <a:gd name="connsiteY3" fmla="*/ 9997 h 10040"/>
              <a:gd name="connsiteX4" fmla="*/ 1786 w 11785"/>
              <a:gd name="connsiteY4" fmla="*/ 10040 h 10040"/>
              <a:gd name="connsiteX5" fmla="*/ 0 w 11785"/>
              <a:gd name="connsiteY5" fmla="*/ 5135 h 10040"/>
              <a:gd name="connsiteX6" fmla="*/ 1805 w 11785"/>
              <a:gd name="connsiteY6" fmla="*/ 40 h 10040"/>
              <a:gd name="connsiteX0" fmla="*/ 429 w 10409"/>
              <a:gd name="connsiteY0" fmla="*/ 40 h 10040"/>
              <a:gd name="connsiteX1" fmla="*/ 10399 w 10409"/>
              <a:gd name="connsiteY1" fmla="*/ 0 h 10040"/>
              <a:gd name="connsiteX2" fmla="*/ 8495 w 10409"/>
              <a:gd name="connsiteY2" fmla="*/ 4981 h 10040"/>
              <a:gd name="connsiteX3" fmla="*/ 10409 w 10409"/>
              <a:gd name="connsiteY3" fmla="*/ 9997 h 10040"/>
              <a:gd name="connsiteX4" fmla="*/ 410 w 10409"/>
              <a:gd name="connsiteY4" fmla="*/ 10040 h 10040"/>
              <a:gd name="connsiteX5" fmla="*/ 1 w 10409"/>
              <a:gd name="connsiteY5" fmla="*/ 5252 h 10040"/>
              <a:gd name="connsiteX6" fmla="*/ 429 w 10409"/>
              <a:gd name="connsiteY6" fmla="*/ 40 h 10040"/>
              <a:gd name="connsiteX0" fmla="*/ 19 w 9999"/>
              <a:gd name="connsiteY0" fmla="*/ 40 h 10040"/>
              <a:gd name="connsiteX1" fmla="*/ 9989 w 9999"/>
              <a:gd name="connsiteY1" fmla="*/ 0 h 10040"/>
              <a:gd name="connsiteX2" fmla="*/ 8085 w 9999"/>
              <a:gd name="connsiteY2" fmla="*/ 4981 h 10040"/>
              <a:gd name="connsiteX3" fmla="*/ 9999 w 9999"/>
              <a:gd name="connsiteY3" fmla="*/ 9997 h 10040"/>
              <a:gd name="connsiteX4" fmla="*/ 0 w 9999"/>
              <a:gd name="connsiteY4" fmla="*/ 10040 h 10040"/>
              <a:gd name="connsiteX5" fmla="*/ 50 w 9999"/>
              <a:gd name="connsiteY5" fmla="*/ 5154 h 10040"/>
              <a:gd name="connsiteX6" fmla="*/ 19 w 9999"/>
              <a:gd name="connsiteY6" fmla="*/ 40 h 10040"/>
              <a:gd name="connsiteX0" fmla="*/ 55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61 h 10000"/>
              <a:gd name="connsiteX3" fmla="*/ 10036 w 10036"/>
              <a:gd name="connsiteY3" fmla="*/ 9957 h 10000"/>
              <a:gd name="connsiteX4" fmla="*/ 36 w 10036"/>
              <a:gd name="connsiteY4" fmla="*/ 10000 h 10000"/>
              <a:gd name="connsiteX5" fmla="*/ 0 w 10036"/>
              <a:gd name="connsiteY5" fmla="*/ 5230 h 10000"/>
              <a:gd name="connsiteX6" fmla="*/ 55 w 10036"/>
              <a:gd name="connsiteY6" fmla="*/ 40 h 10000"/>
              <a:gd name="connsiteX0" fmla="*/ 18 w 10056"/>
              <a:gd name="connsiteY0" fmla="*/ 21 h 10000"/>
              <a:gd name="connsiteX1" fmla="*/ 10046 w 10056"/>
              <a:gd name="connsiteY1" fmla="*/ 0 h 10000"/>
              <a:gd name="connsiteX2" fmla="*/ 8142 w 10056"/>
              <a:gd name="connsiteY2" fmla="*/ 4961 h 10000"/>
              <a:gd name="connsiteX3" fmla="*/ 10056 w 10056"/>
              <a:gd name="connsiteY3" fmla="*/ 9957 h 10000"/>
              <a:gd name="connsiteX4" fmla="*/ 56 w 10056"/>
              <a:gd name="connsiteY4" fmla="*/ 10000 h 10000"/>
              <a:gd name="connsiteX5" fmla="*/ 20 w 10056"/>
              <a:gd name="connsiteY5" fmla="*/ 5230 h 10000"/>
              <a:gd name="connsiteX6" fmla="*/ 18 w 10056"/>
              <a:gd name="connsiteY6" fmla="*/ 21 h 1000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21 w 10059"/>
              <a:gd name="connsiteY0" fmla="*/ 21 h 10020"/>
              <a:gd name="connsiteX1" fmla="*/ 10049 w 10059"/>
              <a:gd name="connsiteY1" fmla="*/ 0 h 10020"/>
              <a:gd name="connsiteX2" fmla="*/ 8145 w 10059"/>
              <a:gd name="connsiteY2" fmla="*/ 4961 h 10020"/>
              <a:gd name="connsiteX3" fmla="*/ 10059 w 10059"/>
              <a:gd name="connsiteY3" fmla="*/ 9957 h 10020"/>
              <a:gd name="connsiteX4" fmla="*/ 15 w 10059"/>
              <a:gd name="connsiteY4" fmla="*/ 10020 h 10020"/>
              <a:gd name="connsiteX5" fmla="*/ 8 w 10059"/>
              <a:gd name="connsiteY5" fmla="*/ 5191 h 10020"/>
              <a:gd name="connsiteX6" fmla="*/ 21 w 10059"/>
              <a:gd name="connsiteY6" fmla="*/ 21 h 10020"/>
              <a:gd name="connsiteX0" fmla="*/ 29 w 10052"/>
              <a:gd name="connsiteY0" fmla="*/ 0 h 10058"/>
              <a:gd name="connsiteX1" fmla="*/ 10042 w 10052"/>
              <a:gd name="connsiteY1" fmla="*/ 38 h 10058"/>
              <a:gd name="connsiteX2" fmla="*/ 8138 w 10052"/>
              <a:gd name="connsiteY2" fmla="*/ 4999 h 10058"/>
              <a:gd name="connsiteX3" fmla="*/ 10052 w 10052"/>
              <a:gd name="connsiteY3" fmla="*/ 9995 h 10058"/>
              <a:gd name="connsiteX4" fmla="*/ 8 w 10052"/>
              <a:gd name="connsiteY4" fmla="*/ 10058 h 10058"/>
              <a:gd name="connsiteX5" fmla="*/ 1 w 10052"/>
              <a:gd name="connsiteY5" fmla="*/ 5229 h 10058"/>
              <a:gd name="connsiteX6" fmla="*/ 29 w 10052"/>
              <a:gd name="connsiteY6" fmla="*/ 0 h 10058"/>
              <a:gd name="connsiteX0" fmla="*/ 29 w 10052"/>
              <a:gd name="connsiteY0" fmla="*/ 1 h 10020"/>
              <a:gd name="connsiteX1" fmla="*/ 10042 w 10052"/>
              <a:gd name="connsiteY1" fmla="*/ 0 h 10020"/>
              <a:gd name="connsiteX2" fmla="*/ 8138 w 10052"/>
              <a:gd name="connsiteY2" fmla="*/ 4961 h 10020"/>
              <a:gd name="connsiteX3" fmla="*/ 10052 w 10052"/>
              <a:gd name="connsiteY3" fmla="*/ 9957 h 10020"/>
              <a:gd name="connsiteX4" fmla="*/ 8 w 10052"/>
              <a:gd name="connsiteY4" fmla="*/ 10020 h 10020"/>
              <a:gd name="connsiteX5" fmla="*/ 1 w 10052"/>
              <a:gd name="connsiteY5" fmla="*/ 5191 h 10020"/>
              <a:gd name="connsiteX6" fmla="*/ 29 w 10052"/>
              <a:gd name="connsiteY6" fmla="*/ 1 h 10020"/>
              <a:gd name="connsiteX0" fmla="*/ 6 w 10190"/>
              <a:gd name="connsiteY0" fmla="*/ 0 h 10039"/>
              <a:gd name="connsiteX1" fmla="*/ 10180 w 10190"/>
              <a:gd name="connsiteY1" fmla="*/ 19 h 10039"/>
              <a:gd name="connsiteX2" fmla="*/ 8276 w 10190"/>
              <a:gd name="connsiteY2" fmla="*/ 4980 h 10039"/>
              <a:gd name="connsiteX3" fmla="*/ 10190 w 10190"/>
              <a:gd name="connsiteY3" fmla="*/ 9976 h 10039"/>
              <a:gd name="connsiteX4" fmla="*/ 146 w 10190"/>
              <a:gd name="connsiteY4" fmla="*/ 10039 h 10039"/>
              <a:gd name="connsiteX5" fmla="*/ 139 w 10190"/>
              <a:gd name="connsiteY5" fmla="*/ 5210 h 10039"/>
              <a:gd name="connsiteX6" fmla="*/ 6 w 10190"/>
              <a:gd name="connsiteY6" fmla="*/ 0 h 10039"/>
              <a:gd name="connsiteX0" fmla="*/ 90 w 10054"/>
              <a:gd name="connsiteY0" fmla="*/ 0 h 10039"/>
              <a:gd name="connsiteX1" fmla="*/ 10044 w 10054"/>
              <a:gd name="connsiteY1" fmla="*/ 19 h 10039"/>
              <a:gd name="connsiteX2" fmla="*/ 8140 w 10054"/>
              <a:gd name="connsiteY2" fmla="*/ 4980 h 10039"/>
              <a:gd name="connsiteX3" fmla="*/ 10054 w 10054"/>
              <a:gd name="connsiteY3" fmla="*/ 9976 h 10039"/>
              <a:gd name="connsiteX4" fmla="*/ 10 w 10054"/>
              <a:gd name="connsiteY4" fmla="*/ 10039 h 10039"/>
              <a:gd name="connsiteX5" fmla="*/ 3 w 10054"/>
              <a:gd name="connsiteY5" fmla="*/ 5210 h 10039"/>
              <a:gd name="connsiteX6" fmla="*/ 90 w 10054"/>
              <a:gd name="connsiteY6" fmla="*/ 0 h 10039"/>
              <a:gd name="connsiteX0" fmla="*/ 17 w 10069"/>
              <a:gd name="connsiteY0" fmla="*/ 1 h 10020"/>
              <a:gd name="connsiteX1" fmla="*/ 10059 w 10069"/>
              <a:gd name="connsiteY1" fmla="*/ 0 h 10020"/>
              <a:gd name="connsiteX2" fmla="*/ 8155 w 10069"/>
              <a:gd name="connsiteY2" fmla="*/ 4961 h 10020"/>
              <a:gd name="connsiteX3" fmla="*/ 10069 w 10069"/>
              <a:gd name="connsiteY3" fmla="*/ 9957 h 10020"/>
              <a:gd name="connsiteX4" fmla="*/ 25 w 10069"/>
              <a:gd name="connsiteY4" fmla="*/ 10020 h 10020"/>
              <a:gd name="connsiteX5" fmla="*/ 18 w 10069"/>
              <a:gd name="connsiteY5" fmla="*/ 5191 h 10020"/>
              <a:gd name="connsiteX6" fmla="*/ 17 w 10069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19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75"/>
              <a:gd name="connsiteX1" fmla="*/ 10053 w 10063"/>
              <a:gd name="connsiteY1" fmla="*/ 0 h 10075"/>
              <a:gd name="connsiteX2" fmla="*/ 8149 w 10063"/>
              <a:gd name="connsiteY2" fmla="*/ 4961 h 10075"/>
              <a:gd name="connsiteX3" fmla="*/ 10063 w 10063"/>
              <a:gd name="connsiteY3" fmla="*/ 9957 h 10075"/>
              <a:gd name="connsiteX4" fmla="*/ 4 w 10063"/>
              <a:gd name="connsiteY4" fmla="*/ 10020 h 10075"/>
              <a:gd name="connsiteX5" fmla="*/ 12 w 10063"/>
              <a:gd name="connsiteY5" fmla="*/ 5191 h 10075"/>
              <a:gd name="connsiteX6" fmla="*/ 11 w 10063"/>
              <a:gd name="connsiteY6" fmla="*/ 1 h 10075"/>
              <a:gd name="connsiteX0" fmla="*/ 1259 w 11311"/>
              <a:gd name="connsiteY0" fmla="*/ 1 h 10075"/>
              <a:gd name="connsiteX1" fmla="*/ 11301 w 11311"/>
              <a:gd name="connsiteY1" fmla="*/ 0 h 10075"/>
              <a:gd name="connsiteX2" fmla="*/ 9397 w 11311"/>
              <a:gd name="connsiteY2" fmla="*/ 4961 h 10075"/>
              <a:gd name="connsiteX3" fmla="*/ 11311 w 11311"/>
              <a:gd name="connsiteY3" fmla="*/ 9957 h 10075"/>
              <a:gd name="connsiteX4" fmla="*/ 1252 w 11311"/>
              <a:gd name="connsiteY4" fmla="*/ 10020 h 10075"/>
              <a:gd name="connsiteX5" fmla="*/ 1259 w 11311"/>
              <a:gd name="connsiteY5" fmla="*/ 1 h 10075"/>
              <a:gd name="connsiteX0" fmla="*/ 741 w 10793"/>
              <a:gd name="connsiteY0" fmla="*/ 1 h 10075"/>
              <a:gd name="connsiteX1" fmla="*/ 10783 w 10793"/>
              <a:gd name="connsiteY1" fmla="*/ 0 h 10075"/>
              <a:gd name="connsiteX2" fmla="*/ 8879 w 10793"/>
              <a:gd name="connsiteY2" fmla="*/ 4961 h 10075"/>
              <a:gd name="connsiteX3" fmla="*/ 10793 w 10793"/>
              <a:gd name="connsiteY3" fmla="*/ 9957 h 10075"/>
              <a:gd name="connsiteX4" fmla="*/ 734 w 10793"/>
              <a:gd name="connsiteY4" fmla="*/ 10020 h 10075"/>
              <a:gd name="connsiteX5" fmla="*/ 741 w 10793"/>
              <a:gd name="connsiteY5" fmla="*/ 1 h 10075"/>
              <a:gd name="connsiteX0" fmla="*/ 738 w 10790"/>
              <a:gd name="connsiteY0" fmla="*/ 1 h 10075"/>
              <a:gd name="connsiteX1" fmla="*/ 10780 w 10790"/>
              <a:gd name="connsiteY1" fmla="*/ 0 h 10075"/>
              <a:gd name="connsiteX2" fmla="*/ 8876 w 10790"/>
              <a:gd name="connsiteY2" fmla="*/ 4961 h 10075"/>
              <a:gd name="connsiteX3" fmla="*/ 10790 w 10790"/>
              <a:gd name="connsiteY3" fmla="*/ 9957 h 10075"/>
              <a:gd name="connsiteX4" fmla="*/ 731 w 10790"/>
              <a:gd name="connsiteY4" fmla="*/ 10020 h 10075"/>
              <a:gd name="connsiteX5" fmla="*/ 738 w 10790"/>
              <a:gd name="connsiteY5" fmla="*/ 1 h 10075"/>
              <a:gd name="connsiteX0" fmla="*/ 777 w 10829"/>
              <a:gd name="connsiteY0" fmla="*/ 1 h 10075"/>
              <a:gd name="connsiteX1" fmla="*/ 10819 w 10829"/>
              <a:gd name="connsiteY1" fmla="*/ 0 h 10075"/>
              <a:gd name="connsiteX2" fmla="*/ 8915 w 10829"/>
              <a:gd name="connsiteY2" fmla="*/ 4961 h 10075"/>
              <a:gd name="connsiteX3" fmla="*/ 10829 w 10829"/>
              <a:gd name="connsiteY3" fmla="*/ 9957 h 10075"/>
              <a:gd name="connsiteX4" fmla="*/ 770 w 10829"/>
              <a:gd name="connsiteY4" fmla="*/ 10020 h 10075"/>
              <a:gd name="connsiteX5" fmla="*/ 777 w 10829"/>
              <a:gd name="connsiteY5" fmla="*/ 1 h 10075"/>
              <a:gd name="connsiteX0" fmla="*/ 761 w 10813"/>
              <a:gd name="connsiteY0" fmla="*/ 1 h 10075"/>
              <a:gd name="connsiteX1" fmla="*/ 10803 w 10813"/>
              <a:gd name="connsiteY1" fmla="*/ 0 h 10075"/>
              <a:gd name="connsiteX2" fmla="*/ 8899 w 10813"/>
              <a:gd name="connsiteY2" fmla="*/ 4961 h 10075"/>
              <a:gd name="connsiteX3" fmla="*/ 10813 w 10813"/>
              <a:gd name="connsiteY3" fmla="*/ 9957 h 10075"/>
              <a:gd name="connsiteX4" fmla="*/ 754 w 10813"/>
              <a:gd name="connsiteY4" fmla="*/ 10020 h 10075"/>
              <a:gd name="connsiteX5" fmla="*/ 761 w 10813"/>
              <a:gd name="connsiteY5" fmla="*/ 1 h 10075"/>
              <a:gd name="connsiteX0" fmla="*/ 251 w 10303"/>
              <a:gd name="connsiteY0" fmla="*/ 1 h 10075"/>
              <a:gd name="connsiteX1" fmla="*/ 10293 w 10303"/>
              <a:gd name="connsiteY1" fmla="*/ 0 h 10075"/>
              <a:gd name="connsiteX2" fmla="*/ 8389 w 10303"/>
              <a:gd name="connsiteY2" fmla="*/ 4961 h 10075"/>
              <a:gd name="connsiteX3" fmla="*/ 10303 w 10303"/>
              <a:gd name="connsiteY3" fmla="*/ 9957 h 10075"/>
              <a:gd name="connsiteX4" fmla="*/ 244 w 10303"/>
              <a:gd name="connsiteY4" fmla="*/ 10020 h 10075"/>
              <a:gd name="connsiteX5" fmla="*/ 251 w 10303"/>
              <a:gd name="connsiteY5" fmla="*/ 1 h 10075"/>
              <a:gd name="connsiteX0" fmla="*/ 746 w 10798"/>
              <a:gd name="connsiteY0" fmla="*/ 1 h 10075"/>
              <a:gd name="connsiteX1" fmla="*/ 10788 w 10798"/>
              <a:gd name="connsiteY1" fmla="*/ 0 h 10075"/>
              <a:gd name="connsiteX2" fmla="*/ 8884 w 10798"/>
              <a:gd name="connsiteY2" fmla="*/ 4961 h 10075"/>
              <a:gd name="connsiteX3" fmla="*/ 10798 w 10798"/>
              <a:gd name="connsiteY3" fmla="*/ 9957 h 10075"/>
              <a:gd name="connsiteX4" fmla="*/ 739 w 10798"/>
              <a:gd name="connsiteY4" fmla="*/ 10020 h 10075"/>
              <a:gd name="connsiteX5" fmla="*/ 746 w 10798"/>
              <a:gd name="connsiteY5" fmla="*/ 1 h 10075"/>
              <a:gd name="connsiteX0" fmla="*/ 8 w 10060"/>
              <a:gd name="connsiteY0" fmla="*/ 1 h 10075"/>
              <a:gd name="connsiteX1" fmla="*/ 10050 w 10060"/>
              <a:gd name="connsiteY1" fmla="*/ 0 h 10075"/>
              <a:gd name="connsiteX2" fmla="*/ 8146 w 10060"/>
              <a:gd name="connsiteY2" fmla="*/ 4961 h 10075"/>
              <a:gd name="connsiteX3" fmla="*/ 10060 w 10060"/>
              <a:gd name="connsiteY3" fmla="*/ 9957 h 10075"/>
              <a:gd name="connsiteX4" fmla="*/ 1 w 10060"/>
              <a:gd name="connsiteY4" fmla="*/ 10020 h 10075"/>
              <a:gd name="connsiteX5" fmla="*/ 8 w 10060"/>
              <a:gd name="connsiteY5" fmla="*/ 1 h 10075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10"/>
              <a:gd name="connsiteX1" fmla="*/ 10050 w 10089"/>
              <a:gd name="connsiteY1" fmla="*/ 0 h 10010"/>
              <a:gd name="connsiteX2" fmla="*/ 8146 w 10089"/>
              <a:gd name="connsiteY2" fmla="*/ 4961 h 10010"/>
              <a:gd name="connsiteX3" fmla="*/ 10089 w 10089"/>
              <a:gd name="connsiteY3" fmla="*/ 9987 h 10010"/>
              <a:gd name="connsiteX4" fmla="*/ 1 w 10089"/>
              <a:gd name="connsiteY4" fmla="*/ 10010 h 10010"/>
              <a:gd name="connsiteX5" fmla="*/ 8 w 10089"/>
              <a:gd name="connsiteY5" fmla="*/ 1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9" h="10010">
                <a:moveTo>
                  <a:pt x="8" y="1"/>
                </a:moveTo>
                <a:lnTo>
                  <a:pt x="10050" y="0"/>
                </a:lnTo>
                <a:cubicBezTo>
                  <a:pt x="8837" y="1464"/>
                  <a:pt x="8140" y="3297"/>
                  <a:pt x="8146" y="4961"/>
                </a:cubicBezTo>
                <a:cubicBezTo>
                  <a:pt x="8152" y="6625"/>
                  <a:pt x="8902" y="8823"/>
                  <a:pt x="10089" y="9987"/>
                </a:cubicBezTo>
                <a:lnTo>
                  <a:pt x="1" y="10010"/>
                </a:lnTo>
                <a:cubicBezTo>
                  <a:pt x="-2" y="7127"/>
                  <a:pt x="5" y="1839"/>
                  <a:pt x="8" y="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7112843" cy="324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7112843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5945202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6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3977B1A6-217B-41F0-9DFC-F7E7553812ED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7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5945202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39310101-83C5-1407-4907-E4CBFBBE803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34961" y="1376363"/>
            <a:ext cx="7112843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3941361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Blue Conten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E5FEB1BF-997C-4287-8BCC-41F04BFCE26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  <a:lvl2pPr>
              <a:defRPr>
                <a:solidFill>
                  <a:srgbClr val="FFFFFF"/>
                </a:solidFill>
                <a:effectLst/>
              </a:defRPr>
            </a:lvl2pPr>
            <a:lvl3pPr>
              <a:defRPr>
                <a:solidFill>
                  <a:srgbClr val="FFFFFF"/>
                </a:solidFill>
                <a:effectLst/>
              </a:defRPr>
            </a:lvl3pPr>
            <a:lvl4pPr>
              <a:defRPr>
                <a:solidFill>
                  <a:srgbClr val="FFFFFF"/>
                </a:solidFill>
                <a:effectLst/>
              </a:defRPr>
            </a:lvl4pPr>
            <a:lvl5pPr>
              <a:defRPr>
                <a:solidFill>
                  <a:srgbClr val="FFFFFF"/>
                </a:solidFill>
                <a:effectLst/>
              </a:defRPr>
            </a:lvl5pPr>
            <a:lvl6pPr>
              <a:defRPr>
                <a:solidFill>
                  <a:srgbClr val="FFFFFF"/>
                </a:solidFill>
                <a:effectLst/>
              </a:defRPr>
            </a:lvl6pPr>
            <a:lvl7pPr>
              <a:defRPr>
                <a:solidFill>
                  <a:srgbClr val="FFFFFF"/>
                </a:solidFill>
                <a:effectLst/>
              </a:defRPr>
            </a:lvl7pPr>
            <a:lvl8pPr>
              <a:defRPr>
                <a:solidFill>
                  <a:srgbClr val="FFFFFF"/>
                </a:solidFill>
                <a:effectLst/>
              </a:defRPr>
            </a:lvl8pPr>
            <a:lvl9pPr>
              <a:defRPr>
                <a:solidFill>
                  <a:srgbClr val="FFFFFF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E2F0D25-E757-9524-195B-6CFB80273CA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09600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“dark” picture</a:t>
            </a:r>
          </a:p>
        </p:txBody>
      </p:sp>
      <p:sp>
        <p:nvSpPr>
          <p:cNvPr id="11" name="Text Placeholder 45">
            <a:extLst>
              <a:ext uri="{FF2B5EF4-FFF2-40B4-BE49-F238E27FC236}">
                <a16:creationId xmlns:a16="http://schemas.microsoft.com/office/drawing/2014/main" id="{63850410-D7F9-C04C-C590-CDF01BF114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5980475-BD41-10CE-E1C7-43CFAD3BF2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3" name="Date Placeholder 13">
            <a:extLst>
              <a:ext uri="{FF2B5EF4-FFF2-40B4-BE49-F238E27FC236}">
                <a16:creationId xmlns:a16="http://schemas.microsoft.com/office/drawing/2014/main" id="{7F95690D-67D6-88ED-CECD-C5D5D15C9685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ECB03F6F-A407-44DC-93D7-8B2BE8858086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1FB11D89-5CA4-CE93-B7AA-731D135C471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1F60E75-5799-5F7F-1E0C-87D1EE0486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6" name="Title 12">
            <a:extLst>
              <a:ext uri="{FF2B5EF4-FFF2-40B4-BE49-F238E27FC236}">
                <a16:creationId xmlns:a16="http://schemas.microsoft.com/office/drawing/2014/main" id="{27461879-2005-0A75-3953-6F76A556D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30474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609600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“dark” picture</a:t>
            </a:r>
          </a:p>
        </p:txBody>
      </p:sp>
      <p:sp>
        <p:nvSpPr>
          <p:cNvPr id="23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ECB03F6F-A407-44DC-93D7-8B2BE8858086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4046684-7870-BCE5-7CE0-57F367686D7D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37000C1-A3A9-E958-E2CB-C927D0E575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1707695F-79E6-4342-258F-83131AD0C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2784987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0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867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 Content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BECDACB-E175-7E51-B04C-FF8FE905714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09600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“dark” picture</a:t>
            </a:r>
          </a:p>
        </p:txBody>
      </p:sp>
      <p:sp>
        <p:nvSpPr>
          <p:cNvPr id="5" name="Text Placeholder 45">
            <a:extLst>
              <a:ext uri="{FF2B5EF4-FFF2-40B4-BE49-F238E27FC236}">
                <a16:creationId xmlns:a16="http://schemas.microsoft.com/office/drawing/2014/main" id="{B288A67D-5C97-7AEB-75FE-148AA5C192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F07238EF-1782-FBA2-D3B8-B510026EA1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3AA91119-5857-8F26-5C0B-2BAE6EBE4908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ECB03F6F-A407-44DC-93D7-8B2BE8858086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10" name="Slide Number Placeholder 15">
            <a:extLst>
              <a:ext uri="{FF2B5EF4-FFF2-40B4-BE49-F238E27FC236}">
                <a16:creationId xmlns:a16="http://schemas.microsoft.com/office/drawing/2014/main" id="{03762FE5-F4DF-2A5A-17AD-78514B40EF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9B2225E-E6CC-44C6-DD08-93DB00054A1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BF2CCB2-32A3-FDCC-2AE5-6E56EA1B20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5B302D2-708D-582D-1820-1552AF1A2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2637621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Blue Content L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B778D-7C27-F3F9-EFC1-7E6289C45F6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“light” picture</a:t>
            </a:r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BD32AEDD-FC1C-0C9D-308B-305299750F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5F7B75E-8942-96D7-F562-660956D54B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00C22AD-0552-2AF6-9AFE-C4AD38E78FA1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1431D497-4E28-4932-98BB-A59C3F613285}" type="datetime3">
              <a:rPr lang="en-US" smtClean="0"/>
              <a:t>15 October 2026</a:t>
            </a:fld>
            <a:endParaRPr lang="en-US"/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93E4E246-A44F-6DBC-3E8E-3C0EF9D75E1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78C0D59-817C-5190-5225-15815FC9C75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  <a:lvl2pPr>
              <a:defRPr>
                <a:solidFill>
                  <a:srgbClr val="FFFFFF"/>
                </a:solidFill>
                <a:effectLst/>
              </a:defRPr>
            </a:lvl2pPr>
            <a:lvl3pPr>
              <a:defRPr>
                <a:solidFill>
                  <a:srgbClr val="FFFFFF"/>
                </a:solidFill>
                <a:effectLst/>
              </a:defRPr>
            </a:lvl3pPr>
            <a:lvl4pPr>
              <a:defRPr>
                <a:solidFill>
                  <a:srgbClr val="FFFFFF"/>
                </a:solidFill>
                <a:effectLst/>
              </a:defRPr>
            </a:lvl4pPr>
            <a:lvl5pPr>
              <a:defRPr>
                <a:solidFill>
                  <a:srgbClr val="FFFFFF"/>
                </a:solidFill>
                <a:effectLst/>
              </a:defRPr>
            </a:lvl5pPr>
            <a:lvl6pPr>
              <a:defRPr>
                <a:solidFill>
                  <a:srgbClr val="FFFFFF"/>
                </a:solidFill>
                <a:effectLst/>
              </a:defRPr>
            </a:lvl6pPr>
            <a:lvl7pPr>
              <a:defRPr>
                <a:solidFill>
                  <a:srgbClr val="FFFFFF"/>
                </a:solidFill>
                <a:effectLst/>
              </a:defRPr>
            </a:lvl7pPr>
            <a:lvl8pPr>
              <a:defRPr>
                <a:solidFill>
                  <a:srgbClr val="FFFFFF"/>
                </a:solidFill>
                <a:effectLst/>
              </a:defRPr>
            </a:lvl8pPr>
            <a:lvl9pPr>
              <a:defRPr>
                <a:solidFill>
                  <a:srgbClr val="FFFFFF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2D2D89F-7903-F9A9-C1D3-A5A3CADF2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0" name="Title 12">
            <a:extLst>
              <a:ext uri="{FF2B5EF4-FFF2-40B4-BE49-F238E27FC236}">
                <a16:creationId xmlns:a16="http://schemas.microsoft.com/office/drawing/2014/main" id="{DB7C9FA8-6038-2A06-E3A9-6785DB36F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1539115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“light” picture</a:t>
            </a:r>
          </a:p>
        </p:txBody>
      </p:sp>
      <p:sp>
        <p:nvSpPr>
          <p:cNvPr id="20" name="Text Placeholder 45"/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99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1431D497-4E28-4932-98BB-A59C3F613285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CD536E5-C517-6FCA-F932-8E6A8DB87834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D20EE95-5892-EADA-1380-1548857E0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0AC32B65-9124-294A-C09E-10140D849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2764262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orient="horz" pos="867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 Content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8DA677-DEA6-EBB2-E5E9-856BDED91D1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“light” picture</a:t>
            </a:r>
          </a:p>
        </p:txBody>
      </p:sp>
      <p:sp>
        <p:nvSpPr>
          <p:cNvPr id="12" name="Text Placeholder 45">
            <a:extLst>
              <a:ext uri="{FF2B5EF4-FFF2-40B4-BE49-F238E27FC236}">
                <a16:creationId xmlns:a16="http://schemas.microsoft.com/office/drawing/2014/main" id="{D4BA98B9-E4F7-7BCD-890F-650040444F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07F7C74-7C49-7120-401F-886342453C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05744A9D-FBA6-0136-5670-C7C6EE4E3D84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1431D497-4E28-4932-98BB-A59C3F613285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5" name="Slide Number Placeholder 10">
            <a:extLst>
              <a:ext uri="{FF2B5EF4-FFF2-40B4-BE49-F238E27FC236}">
                <a16:creationId xmlns:a16="http://schemas.microsoft.com/office/drawing/2014/main" id="{FA0EE950-7C40-D529-05CF-05B35B305D0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5BD9AC0C-9B90-1FEF-A8D9-254B65313157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8A7429E5-2B5F-5337-F98F-83582F1FC5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5" name="Title 12">
            <a:extLst>
              <a:ext uri="{FF2B5EF4-FFF2-40B4-BE49-F238E27FC236}">
                <a16:creationId xmlns:a16="http://schemas.microsoft.com/office/drawing/2014/main" id="{E22C56B2-2751-E34D-A926-3DBBF45C5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1798966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Gray Circ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21454B9D-FB04-FD5D-1330-4C65428310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6254750" cy="6858001"/>
          </a:xfrm>
          <a:custGeom>
            <a:avLst/>
            <a:gdLst>
              <a:gd name="connsiteX0" fmla="*/ 0 w 6254750"/>
              <a:gd name="connsiteY0" fmla="*/ 0 h 6858001"/>
              <a:gd name="connsiteX1" fmla="*/ 5355041 w 6254750"/>
              <a:gd name="connsiteY1" fmla="*/ 0 h 6858001"/>
              <a:gd name="connsiteX2" fmla="*/ 5411278 w 6254750"/>
              <a:gd name="connsiteY2" fmla="*/ 97807 h 6858001"/>
              <a:gd name="connsiteX3" fmla="*/ 6254750 w 6254750"/>
              <a:gd name="connsiteY3" fmla="*/ 3429001 h 6858001"/>
              <a:gd name="connsiteX4" fmla="*/ 5411278 w 6254750"/>
              <a:gd name="connsiteY4" fmla="*/ 6760195 h 6858001"/>
              <a:gd name="connsiteX5" fmla="*/ 5355042 w 6254750"/>
              <a:gd name="connsiteY5" fmla="*/ 6858001 h 6858001"/>
              <a:gd name="connsiteX6" fmla="*/ 0 w 6254750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4750" h="6858001">
                <a:moveTo>
                  <a:pt x="0" y="0"/>
                </a:moveTo>
                <a:lnTo>
                  <a:pt x="5355041" y="0"/>
                </a:lnTo>
                <a:lnTo>
                  <a:pt x="5411278" y="97807"/>
                </a:lnTo>
                <a:cubicBezTo>
                  <a:pt x="5949198" y="1088048"/>
                  <a:pt x="6254750" y="2222841"/>
                  <a:pt x="6254750" y="3429001"/>
                </a:cubicBezTo>
                <a:cubicBezTo>
                  <a:pt x="6254750" y="4635161"/>
                  <a:pt x="5949198" y="5769954"/>
                  <a:pt x="5411278" y="6760195"/>
                </a:cubicBezTo>
                <a:lnTo>
                  <a:pt x="5355042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endParaRPr lang="en-PT" sz="1400" err="1">
              <a:solidFill>
                <a:srgbClr val="FFFFFF"/>
              </a:solidFill>
            </a:endParaRP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391625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391625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C92FD91-0AA2-17C6-3097-62DF271F3B1D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083889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7734077-F67B-A620-80DD-D613ED91E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08285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A80CCF9A-37FD-2EA1-B42D-7B70A25A4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08285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2" name="Freeform 146">
            <a:extLst>
              <a:ext uri="{FF2B5EF4-FFF2-40B4-BE49-F238E27FC236}">
                <a16:creationId xmlns:a16="http://schemas.microsoft.com/office/drawing/2014/main" id="{7199D22F-ECFF-61B9-3917-122AE8A00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10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0">
          <p15:clr>
            <a:srgbClr val="FBAE40"/>
          </p15:clr>
        </p15:guide>
        <p15:guide id="3" userDrawn="1">
          <p15:clr>
            <a:srgbClr val="FBAE40"/>
          </p15:clr>
        </p15:guide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 Circl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0AE2F16D-7DDE-6829-DF61-006C52A3CC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>
            <a:off x="5937250" y="-1"/>
            <a:ext cx="6254750" cy="6858001"/>
          </a:xfrm>
          <a:custGeom>
            <a:avLst/>
            <a:gdLst>
              <a:gd name="connsiteX0" fmla="*/ 0 w 6254750"/>
              <a:gd name="connsiteY0" fmla="*/ 0 h 6858001"/>
              <a:gd name="connsiteX1" fmla="*/ 5355041 w 6254750"/>
              <a:gd name="connsiteY1" fmla="*/ 0 h 6858001"/>
              <a:gd name="connsiteX2" fmla="*/ 5411278 w 6254750"/>
              <a:gd name="connsiteY2" fmla="*/ 97807 h 6858001"/>
              <a:gd name="connsiteX3" fmla="*/ 6254750 w 6254750"/>
              <a:gd name="connsiteY3" fmla="*/ 3429001 h 6858001"/>
              <a:gd name="connsiteX4" fmla="*/ 5411278 w 6254750"/>
              <a:gd name="connsiteY4" fmla="*/ 6760195 h 6858001"/>
              <a:gd name="connsiteX5" fmla="*/ 5355042 w 6254750"/>
              <a:gd name="connsiteY5" fmla="*/ 6858001 h 6858001"/>
              <a:gd name="connsiteX6" fmla="*/ 0 w 6254750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4750" h="6858001">
                <a:moveTo>
                  <a:pt x="0" y="0"/>
                </a:moveTo>
                <a:lnTo>
                  <a:pt x="5355041" y="0"/>
                </a:lnTo>
                <a:lnTo>
                  <a:pt x="5411278" y="97807"/>
                </a:lnTo>
                <a:cubicBezTo>
                  <a:pt x="5949198" y="1088048"/>
                  <a:pt x="6254750" y="2222841"/>
                  <a:pt x="6254750" y="3429001"/>
                </a:cubicBezTo>
                <a:cubicBezTo>
                  <a:pt x="6254750" y="4635161"/>
                  <a:pt x="5949198" y="5769954"/>
                  <a:pt x="5411278" y="6760195"/>
                </a:cubicBezTo>
                <a:lnTo>
                  <a:pt x="5355042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endParaRPr lang="en-PT" sz="1400" err="1">
              <a:solidFill>
                <a:srgbClr val="FFFFFF"/>
              </a:solidFill>
            </a:endParaRP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 baseline="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effectLst/>
              </a:defRPr>
            </a:lvl1pPr>
          </a:lstStyle>
          <a:p>
            <a:fld id="{1431D497-4E28-4932-98BB-A59C3F613285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effectLst/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B0E7DA9-4D50-8ADB-3BC8-5E1CA8EE16E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0EC172D-3D5E-7058-F1DE-2D45B785F4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200F0708-B4D9-1DB5-6706-8937E4A66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3637871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>
          <p15:clr>
            <a:srgbClr val="FBAE40"/>
          </p15:clr>
        </p15:guide>
        <p15:guide id="5" orient="horz" pos="867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25"/>
          </p:nvPr>
        </p:nvSpPr>
        <p:spPr>
          <a:xfrm>
            <a:off x="0" y="-1"/>
            <a:ext cx="12191998" cy="2521745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0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3F51C701-18C8-4189-923B-6FD3FAE7F78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2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5" name="Content Placeholder 22">
            <a:extLst>
              <a:ext uri="{FF2B5EF4-FFF2-40B4-BE49-F238E27FC236}">
                <a16:creationId xmlns:a16="http://schemas.microsoft.com/office/drawing/2014/main" id="{9204E90A-A485-4563-86B7-686FC4234AF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296000" y="3071004"/>
            <a:ext cx="3600000" cy="29868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4" name="Content Placeholder 22">
            <a:extLst>
              <a:ext uri="{FF2B5EF4-FFF2-40B4-BE49-F238E27FC236}">
                <a16:creationId xmlns:a16="http://schemas.microsoft.com/office/drawing/2014/main" id="{8024026B-58A3-8256-E041-7672115EE537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56000" y="3071004"/>
            <a:ext cx="3600000" cy="29868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22A720E7-97EF-BD25-8C30-40DDB833D60E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34964" y="3071004"/>
            <a:ext cx="3600450" cy="2986896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</p:txBody>
      </p:sp>
    </p:spTree>
    <p:extLst>
      <p:ext uri="{BB962C8B-B14F-4D97-AF65-F5344CB8AC3E}">
        <p14:creationId xmlns:p14="http://schemas.microsoft.com/office/powerpoint/2010/main" val="43791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</a:t>
            </a:r>
            <a:br>
              <a:rPr lang="en-US"/>
            </a:br>
            <a:r>
              <a:rPr lang="en-US"/>
              <a:t>Reduce picture brightness if white font lacks contrast.</a:t>
            </a:r>
          </a:p>
        </p:txBody>
      </p:sp>
      <p:sp>
        <p:nvSpPr>
          <p:cNvPr id="18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3AE3142E-7A13-4682-826D-0BF7C36C2B4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8544272" y="4545124"/>
            <a:ext cx="2880000" cy="1104506"/>
          </a:xfrm>
          <a:noFill/>
          <a:effectLst/>
        </p:spPr>
        <p:txBody>
          <a:bodyPr lIns="108000" tIns="108000" rIns="108000" bIns="108000" anchor="ctr" anchorCtr="0">
            <a:spAutoFit/>
          </a:bodyPr>
          <a:lstStyle>
            <a:lvl1pPr>
              <a:defRPr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Caption (optional). The box does automatically resize and can be positioned anywhere on the picture.</a:t>
            </a:r>
          </a:p>
        </p:txBody>
      </p:sp>
    </p:spTree>
    <p:extLst>
      <p:ext uri="{BB962C8B-B14F-4D97-AF65-F5344CB8AC3E}">
        <p14:creationId xmlns:p14="http://schemas.microsoft.com/office/powerpoint/2010/main" val="282490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Dark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</a:t>
            </a:r>
            <a:br>
              <a:rPr lang="en-US"/>
            </a:br>
            <a:r>
              <a:rPr lang="en-US"/>
              <a:t>Reduce picture brightness if white font lacks contrast.</a:t>
            </a:r>
          </a:p>
        </p:txBody>
      </p:sp>
      <p:sp>
        <p:nvSpPr>
          <p:cNvPr id="18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0DE35527-A93B-4EB2-A8ED-DFDDEA28E16E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3" y="1376363"/>
            <a:ext cx="11520487" cy="4681537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2pPr>
            <a:lvl3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3pPr>
            <a:lvl4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4pPr>
            <a:lvl5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5pPr>
            <a:lvl6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6pPr>
            <a:lvl7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7pPr>
            <a:lvl8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8pPr>
            <a:lvl9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1741877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 </a:t>
            </a:r>
            <a:br>
              <a:rPr lang="en-US"/>
            </a:br>
            <a:r>
              <a:rPr lang="en-US"/>
              <a:t>Increase picture brightness if dark font lacks contrast.</a:t>
            </a:r>
          </a:p>
        </p:txBody>
      </p:sp>
      <p:sp>
        <p:nvSpPr>
          <p:cNvPr id="15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fld id="{64C64ED7-64C5-4E35-90B5-7DAD1DE839E5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8544272" y="4545124"/>
            <a:ext cx="2880000" cy="1104506"/>
          </a:xfrm>
          <a:noFill/>
          <a:effectLst/>
        </p:spPr>
        <p:txBody>
          <a:bodyPr lIns="108000" tIns="108000" rIns="108000" bIns="108000" anchor="ctr" anchorCtr="0">
            <a:spAutoFit/>
          </a:bodyPr>
          <a:lstStyle>
            <a:lvl1pPr>
              <a:defRPr>
                <a:solidFill>
                  <a:schemeClr val="tx1"/>
                </a:solidFill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r>
              <a:rPr lang="en-US"/>
              <a:t>Caption (optional). The box does automatically resize and can be positioned anywhere on the picture.</a:t>
            </a:r>
          </a:p>
        </p:txBody>
      </p:sp>
    </p:spTree>
    <p:extLst>
      <p:ext uri="{BB962C8B-B14F-4D97-AF65-F5344CB8AC3E}">
        <p14:creationId xmlns:p14="http://schemas.microsoft.com/office/powerpoint/2010/main" val="3214727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Ligh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 </a:t>
            </a:r>
            <a:br>
              <a:rPr lang="en-US"/>
            </a:br>
            <a:r>
              <a:rPr lang="en-US"/>
              <a:t>Increase picture brightness if dark font lacks contrast.</a:t>
            </a:r>
          </a:p>
        </p:txBody>
      </p:sp>
      <p:sp>
        <p:nvSpPr>
          <p:cNvPr id="15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3" y="1376363"/>
            <a:ext cx="11521037" cy="4681537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2pPr>
            <a:lvl3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3pPr>
            <a:lvl4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4pPr>
            <a:lvl5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5pPr>
            <a:lvl6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6pPr>
            <a:lvl7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7pPr>
            <a:lvl8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8pPr>
            <a:lvl9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319F875F-3008-4536-B293-DB48928AF0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8283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vert="horz" lIns="0" tIns="0" rIns="0" bIns="0" rtlCol="0" anchor="ctr">
            <a:noAutofit/>
          </a:bodyPr>
          <a:lstStyle>
            <a:lvl1pPr algn="ctr">
              <a:defRPr lang="en-US" dirty="0" smtClean="0"/>
            </a:lvl1pPr>
          </a:lstStyle>
          <a:p>
            <a:pPr lvl="0" algn="ctr"/>
            <a:r>
              <a:rPr lang="de-DE"/>
              <a:t>Mediaclip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887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rcle Pictur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9D091B0-B841-AE0D-459A-5E2A039B1AC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-23051" y="-8750"/>
            <a:ext cx="6099744" cy="6883757"/>
          </a:xfrm>
          <a:custGeom>
            <a:avLst/>
            <a:gdLst>
              <a:gd name="connsiteX0" fmla="*/ 0 w 6095997"/>
              <a:gd name="connsiteY0" fmla="*/ 0 h 6858000"/>
              <a:gd name="connsiteX1" fmla="*/ 3047999 w 6095997"/>
              <a:gd name="connsiteY1" fmla="*/ 0 h 6858000"/>
              <a:gd name="connsiteX2" fmla="*/ 6095998 w 6095997"/>
              <a:gd name="connsiteY2" fmla="*/ 3429000 h 6858000"/>
              <a:gd name="connsiteX3" fmla="*/ 3047999 w 6095997"/>
              <a:gd name="connsiteY3" fmla="*/ 6858000 h 6858000"/>
              <a:gd name="connsiteX4" fmla="*/ 0 w 6095997"/>
              <a:gd name="connsiteY4" fmla="*/ 6858000 h 6858000"/>
              <a:gd name="connsiteX5" fmla="*/ 0 w 6095997"/>
              <a:gd name="connsiteY5" fmla="*/ 0 h 6858000"/>
              <a:gd name="connsiteX0" fmla="*/ 0 w 5709136"/>
              <a:gd name="connsiteY0" fmla="*/ 0 h 6858000"/>
              <a:gd name="connsiteX1" fmla="*/ 3047999 w 5709136"/>
              <a:gd name="connsiteY1" fmla="*/ 0 h 6858000"/>
              <a:gd name="connsiteX2" fmla="*/ 5709136 w 5709136"/>
              <a:gd name="connsiteY2" fmla="*/ 3393830 h 6858000"/>
              <a:gd name="connsiteX3" fmla="*/ 3047999 w 5709136"/>
              <a:gd name="connsiteY3" fmla="*/ 6858000 h 6858000"/>
              <a:gd name="connsiteX4" fmla="*/ 0 w 5709136"/>
              <a:gd name="connsiteY4" fmla="*/ 6858000 h 6858000"/>
              <a:gd name="connsiteX5" fmla="*/ 0 w 5709136"/>
              <a:gd name="connsiteY5" fmla="*/ 0 h 6858000"/>
              <a:gd name="connsiteX0" fmla="*/ 0 w 6013221"/>
              <a:gd name="connsiteY0" fmla="*/ 0 h 6858000"/>
              <a:gd name="connsiteX1" fmla="*/ 4818184 w 6013221"/>
              <a:gd name="connsiteY1" fmla="*/ 11723 h 6858000"/>
              <a:gd name="connsiteX2" fmla="*/ 5709136 w 6013221"/>
              <a:gd name="connsiteY2" fmla="*/ 3393830 h 6858000"/>
              <a:gd name="connsiteX3" fmla="*/ 3047999 w 6013221"/>
              <a:gd name="connsiteY3" fmla="*/ 6858000 h 6858000"/>
              <a:gd name="connsiteX4" fmla="*/ 0 w 6013221"/>
              <a:gd name="connsiteY4" fmla="*/ 6858000 h 6858000"/>
              <a:gd name="connsiteX5" fmla="*/ 0 w 6013221"/>
              <a:gd name="connsiteY5" fmla="*/ 0 h 6858000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709158"/>
              <a:gd name="connsiteY0" fmla="*/ 0 h 6869723"/>
              <a:gd name="connsiteX1" fmla="*/ 4818184 w 5709158"/>
              <a:gd name="connsiteY1" fmla="*/ 11723 h 6869723"/>
              <a:gd name="connsiteX2" fmla="*/ 5709136 w 5709158"/>
              <a:gd name="connsiteY2" fmla="*/ 3393830 h 6869723"/>
              <a:gd name="connsiteX3" fmla="*/ 4794737 w 5709158"/>
              <a:gd name="connsiteY3" fmla="*/ 6869723 h 6869723"/>
              <a:gd name="connsiteX4" fmla="*/ 0 w 5709158"/>
              <a:gd name="connsiteY4" fmla="*/ 6858000 h 6869723"/>
              <a:gd name="connsiteX5" fmla="*/ 0 w 5709158"/>
              <a:gd name="connsiteY5" fmla="*/ 0 h 6869723"/>
              <a:gd name="connsiteX0" fmla="*/ 0 w 5709167"/>
              <a:gd name="connsiteY0" fmla="*/ 0 h 6869723"/>
              <a:gd name="connsiteX1" fmla="*/ 4818184 w 5709167"/>
              <a:gd name="connsiteY1" fmla="*/ 11723 h 6869723"/>
              <a:gd name="connsiteX2" fmla="*/ 5709136 w 5709167"/>
              <a:gd name="connsiteY2" fmla="*/ 3393830 h 6869723"/>
              <a:gd name="connsiteX3" fmla="*/ 4794737 w 5709167"/>
              <a:gd name="connsiteY3" fmla="*/ 6869723 h 6869723"/>
              <a:gd name="connsiteX4" fmla="*/ 0 w 5709167"/>
              <a:gd name="connsiteY4" fmla="*/ 6858000 h 6869723"/>
              <a:gd name="connsiteX5" fmla="*/ 0 w 5709167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323"/>
              <a:gd name="connsiteY0" fmla="*/ 0 h 6881446"/>
              <a:gd name="connsiteX1" fmla="*/ 4818184 w 5709323"/>
              <a:gd name="connsiteY1" fmla="*/ 11723 h 6881446"/>
              <a:gd name="connsiteX2" fmla="*/ 5709136 w 5709323"/>
              <a:gd name="connsiteY2" fmla="*/ 3393830 h 6881446"/>
              <a:gd name="connsiteX3" fmla="*/ 4865076 w 5709323"/>
              <a:gd name="connsiteY3" fmla="*/ 6881446 h 6881446"/>
              <a:gd name="connsiteX4" fmla="*/ 0 w 5709323"/>
              <a:gd name="connsiteY4" fmla="*/ 6858000 h 6881446"/>
              <a:gd name="connsiteX5" fmla="*/ 0 w 5709323"/>
              <a:gd name="connsiteY5" fmla="*/ 0 h 6881446"/>
              <a:gd name="connsiteX0" fmla="*/ 0 w 5709272"/>
              <a:gd name="connsiteY0" fmla="*/ 0 h 6881446"/>
              <a:gd name="connsiteX1" fmla="*/ 4818184 w 5709272"/>
              <a:gd name="connsiteY1" fmla="*/ 11723 h 6881446"/>
              <a:gd name="connsiteX2" fmla="*/ 5709136 w 5709272"/>
              <a:gd name="connsiteY2" fmla="*/ 3393830 h 6881446"/>
              <a:gd name="connsiteX3" fmla="*/ 4865076 w 5709272"/>
              <a:gd name="connsiteY3" fmla="*/ 6881446 h 6881446"/>
              <a:gd name="connsiteX4" fmla="*/ 0 w 5709272"/>
              <a:gd name="connsiteY4" fmla="*/ 6858000 h 6881446"/>
              <a:gd name="connsiteX5" fmla="*/ 0 w 5709272"/>
              <a:gd name="connsiteY5" fmla="*/ 0 h 6881446"/>
              <a:gd name="connsiteX0" fmla="*/ 0 w 5709242"/>
              <a:gd name="connsiteY0" fmla="*/ 0 h 6881446"/>
              <a:gd name="connsiteX1" fmla="*/ 4818184 w 5709242"/>
              <a:gd name="connsiteY1" fmla="*/ 11723 h 6881446"/>
              <a:gd name="connsiteX2" fmla="*/ 5709136 w 5709242"/>
              <a:gd name="connsiteY2" fmla="*/ 3393830 h 6881446"/>
              <a:gd name="connsiteX3" fmla="*/ 4865076 w 5709242"/>
              <a:gd name="connsiteY3" fmla="*/ 6881446 h 6881446"/>
              <a:gd name="connsiteX4" fmla="*/ 0 w 5709242"/>
              <a:gd name="connsiteY4" fmla="*/ 6858000 h 6881446"/>
              <a:gd name="connsiteX5" fmla="*/ 0 w 5709242"/>
              <a:gd name="connsiteY5" fmla="*/ 0 h 6881446"/>
              <a:gd name="connsiteX0" fmla="*/ 0 w 5709142"/>
              <a:gd name="connsiteY0" fmla="*/ 0 h 6881446"/>
              <a:gd name="connsiteX1" fmla="*/ 4853353 w 5709142"/>
              <a:gd name="connsiteY1" fmla="*/ 23446 h 6881446"/>
              <a:gd name="connsiteX2" fmla="*/ 5709136 w 5709142"/>
              <a:gd name="connsiteY2" fmla="*/ 3393830 h 6881446"/>
              <a:gd name="connsiteX3" fmla="*/ 4865076 w 5709142"/>
              <a:gd name="connsiteY3" fmla="*/ 6881446 h 6881446"/>
              <a:gd name="connsiteX4" fmla="*/ 0 w 5709142"/>
              <a:gd name="connsiteY4" fmla="*/ 6858000 h 6881446"/>
              <a:gd name="connsiteX5" fmla="*/ 0 w 5709142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6092958"/>
              <a:gd name="connsiteY0" fmla="*/ 0 h 6881446"/>
              <a:gd name="connsiteX1" fmla="*/ 5248898 w 6092958"/>
              <a:gd name="connsiteY1" fmla="*/ 23446 h 6881446"/>
              <a:gd name="connsiteX2" fmla="*/ 6092958 w 6092958"/>
              <a:gd name="connsiteY2" fmla="*/ 3393830 h 6881446"/>
              <a:gd name="connsiteX3" fmla="*/ 5248898 w 6092958"/>
              <a:gd name="connsiteY3" fmla="*/ 6881446 h 6881446"/>
              <a:gd name="connsiteX4" fmla="*/ 383822 w 6092958"/>
              <a:gd name="connsiteY4" fmla="*/ 6858000 h 6881446"/>
              <a:gd name="connsiteX5" fmla="*/ 0 w 6092958"/>
              <a:gd name="connsiteY5" fmla="*/ 0 h 6881446"/>
              <a:gd name="connsiteX0" fmla="*/ 11289 w 6104247"/>
              <a:gd name="connsiteY0" fmla="*/ 0 h 6881446"/>
              <a:gd name="connsiteX1" fmla="*/ 5260187 w 6104247"/>
              <a:gd name="connsiteY1" fmla="*/ 23446 h 6881446"/>
              <a:gd name="connsiteX2" fmla="*/ 6104247 w 6104247"/>
              <a:gd name="connsiteY2" fmla="*/ 3393830 h 6881446"/>
              <a:gd name="connsiteX3" fmla="*/ 5260187 w 6104247"/>
              <a:gd name="connsiteY3" fmla="*/ 6881446 h 6881446"/>
              <a:gd name="connsiteX4" fmla="*/ 0 w 6104247"/>
              <a:gd name="connsiteY4" fmla="*/ 6869289 h 6881446"/>
              <a:gd name="connsiteX5" fmla="*/ 11289 w 6104247"/>
              <a:gd name="connsiteY5" fmla="*/ 0 h 6881446"/>
              <a:gd name="connsiteX0" fmla="*/ 11289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11289 w 6104257"/>
              <a:gd name="connsiteY5" fmla="*/ 2311 h 6883757"/>
              <a:gd name="connsiteX0" fmla="*/ 4850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4850 w 6104257"/>
              <a:gd name="connsiteY5" fmla="*/ 2311 h 6883757"/>
              <a:gd name="connsiteX0" fmla="*/ 337 w 6099744"/>
              <a:gd name="connsiteY0" fmla="*/ 2311 h 6883757"/>
              <a:gd name="connsiteX1" fmla="*/ 5242795 w 6099744"/>
              <a:gd name="connsiteY1" fmla="*/ 0 h 6883757"/>
              <a:gd name="connsiteX2" fmla="*/ 6099734 w 6099744"/>
              <a:gd name="connsiteY2" fmla="*/ 3396141 h 6883757"/>
              <a:gd name="connsiteX3" fmla="*/ 5255674 w 6099744"/>
              <a:gd name="connsiteY3" fmla="*/ 6883757 h 6883757"/>
              <a:gd name="connsiteX4" fmla="*/ 1926 w 6099744"/>
              <a:gd name="connsiteY4" fmla="*/ 6878039 h 6883757"/>
              <a:gd name="connsiteX5" fmla="*/ 337 w 6099744"/>
              <a:gd name="connsiteY5" fmla="*/ 2311 h 6883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744" h="6883757">
                <a:moveTo>
                  <a:pt x="337" y="2311"/>
                </a:moveTo>
                <a:lnTo>
                  <a:pt x="5242795" y="0"/>
                </a:lnTo>
                <a:cubicBezTo>
                  <a:pt x="5706958" y="644768"/>
                  <a:pt x="6097588" y="2248848"/>
                  <a:pt x="6099734" y="3396141"/>
                </a:cubicBezTo>
                <a:cubicBezTo>
                  <a:pt x="6101880" y="4543434"/>
                  <a:pt x="5778452" y="6098311"/>
                  <a:pt x="5255674" y="6883757"/>
                </a:cubicBezTo>
                <a:lnTo>
                  <a:pt x="1926" y="6878039"/>
                </a:lnTo>
                <a:cubicBezTo>
                  <a:pt x="3543" y="4588276"/>
                  <a:pt x="-1280" y="2292074"/>
                  <a:pt x="337" y="231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picture!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8EB0E314-94F4-4A74-AA03-D378A608C6B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E4D4F01-1247-02FB-167B-DAACC663B29F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38055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41E386-3AC6-FDA2-EEA4-DACF90613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158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E56352E0-E928-B792-E3A3-C497056D2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59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C851EB8A-9F49-E2B4-0417-C722CE9B6A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3766515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" name="Footer Placeholder 14">
            <a:extLst>
              <a:ext uri="{FF2B5EF4-FFF2-40B4-BE49-F238E27FC236}">
                <a16:creationId xmlns:a16="http://schemas.microsoft.com/office/drawing/2014/main" id="{2363C2CA-AA39-30C8-9D0F-A6325CABF59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3766515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6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rcle Pictur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9D091B0-B841-AE0D-459A-5E2A039B1AC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-23051" y="-8750"/>
            <a:ext cx="6099744" cy="6883757"/>
          </a:xfrm>
          <a:custGeom>
            <a:avLst/>
            <a:gdLst>
              <a:gd name="connsiteX0" fmla="*/ 0 w 6095997"/>
              <a:gd name="connsiteY0" fmla="*/ 0 h 6858000"/>
              <a:gd name="connsiteX1" fmla="*/ 3047999 w 6095997"/>
              <a:gd name="connsiteY1" fmla="*/ 0 h 6858000"/>
              <a:gd name="connsiteX2" fmla="*/ 6095998 w 6095997"/>
              <a:gd name="connsiteY2" fmla="*/ 3429000 h 6858000"/>
              <a:gd name="connsiteX3" fmla="*/ 3047999 w 6095997"/>
              <a:gd name="connsiteY3" fmla="*/ 6858000 h 6858000"/>
              <a:gd name="connsiteX4" fmla="*/ 0 w 6095997"/>
              <a:gd name="connsiteY4" fmla="*/ 6858000 h 6858000"/>
              <a:gd name="connsiteX5" fmla="*/ 0 w 6095997"/>
              <a:gd name="connsiteY5" fmla="*/ 0 h 6858000"/>
              <a:gd name="connsiteX0" fmla="*/ 0 w 5709136"/>
              <a:gd name="connsiteY0" fmla="*/ 0 h 6858000"/>
              <a:gd name="connsiteX1" fmla="*/ 3047999 w 5709136"/>
              <a:gd name="connsiteY1" fmla="*/ 0 h 6858000"/>
              <a:gd name="connsiteX2" fmla="*/ 5709136 w 5709136"/>
              <a:gd name="connsiteY2" fmla="*/ 3393830 h 6858000"/>
              <a:gd name="connsiteX3" fmla="*/ 3047999 w 5709136"/>
              <a:gd name="connsiteY3" fmla="*/ 6858000 h 6858000"/>
              <a:gd name="connsiteX4" fmla="*/ 0 w 5709136"/>
              <a:gd name="connsiteY4" fmla="*/ 6858000 h 6858000"/>
              <a:gd name="connsiteX5" fmla="*/ 0 w 5709136"/>
              <a:gd name="connsiteY5" fmla="*/ 0 h 6858000"/>
              <a:gd name="connsiteX0" fmla="*/ 0 w 6013221"/>
              <a:gd name="connsiteY0" fmla="*/ 0 h 6858000"/>
              <a:gd name="connsiteX1" fmla="*/ 4818184 w 6013221"/>
              <a:gd name="connsiteY1" fmla="*/ 11723 h 6858000"/>
              <a:gd name="connsiteX2" fmla="*/ 5709136 w 6013221"/>
              <a:gd name="connsiteY2" fmla="*/ 3393830 h 6858000"/>
              <a:gd name="connsiteX3" fmla="*/ 3047999 w 6013221"/>
              <a:gd name="connsiteY3" fmla="*/ 6858000 h 6858000"/>
              <a:gd name="connsiteX4" fmla="*/ 0 w 6013221"/>
              <a:gd name="connsiteY4" fmla="*/ 6858000 h 6858000"/>
              <a:gd name="connsiteX5" fmla="*/ 0 w 6013221"/>
              <a:gd name="connsiteY5" fmla="*/ 0 h 6858000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709158"/>
              <a:gd name="connsiteY0" fmla="*/ 0 h 6869723"/>
              <a:gd name="connsiteX1" fmla="*/ 4818184 w 5709158"/>
              <a:gd name="connsiteY1" fmla="*/ 11723 h 6869723"/>
              <a:gd name="connsiteX2" fmla="*/ 5709136 w 5709158"/>
              <a:gd name="connsiteY2" fmla="*/ 3393830 h 6869723"/>
              <a:gd name="connsiteX3" fmla="*/ 4794737 w 5709158"/>
              <a:gd name="connsiteY3" fmla="*/ 6869723 h 6869723"/>
              <a:gd name="connsiteX4" fmla="*/ 0 w 5709158"/>
              <a:gd name="connsiteY4" fmla="*/ 6858000 h 6869723"/>
              <a:gd name="connsiteX5" fmla="*/ 0 w 5709158"/>
              <a:gd name="connsiteY5" fmla="*/ 0 h 6869723"/>
              <a:gd name="connsiteX0" fmla="*/ 0 w 5709167"/>
              <a:gd name="connsiteY0" fmla="*/ 0 h 6869723"/>
              <a:gd name="connsiteX1" fmla="*/ 4818184 w 5709167"/>
              <a:gd name="connsiteY1" fmla="*/ 11723 h 6869723"/>
              <a:gd name="connsiteX2" fmla="*/ 5709136 w 5709167"/>
              <a:gd name="connsiteY2" fmla="*/ 3393830 h 6869723"/>
              <a:gd name="connsiteX3" fmla="*/ 4794737 w 5709167"/>
              <a:gd name="connsiteY3" fmla="*/ 6869723 h 6869723"/>
              <a:gd name="connsiteX4" fmla="*/ 0 w 5709167"/>
              <a:gd name="connsiteY4" fmla="*/ 6858000 h 6869723"/>
              <a:gd name="connsiteX5" fmla="*/ 0 w 5709167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323"/>
              <a:gd name="connsiteY0" fmla="*/ 0 h 6881446"/>
              <a:gd name="connsiteX1" fmla="*/ 4818184 w 5709323"/>
              <a:gd name="connsiteY1" fmla="*/ 11723 h 6881446"/>
              <a:gd name="connsiteX2" fmla="*/ 5709136 w 5709323"/>
              <a:gd name="connsiteY2" fmla="*/ 3393830 h 6881446"/>
              <a:gd name="connsiteX3" fmla="*/ 4865076 w 5709323"/>
              <a:gd name="connsiteY3" fmla="*/ 6881446 h 6881446"/>
              <a:gd name="connsiteX4" fmla="*/ 0 w 5709323"/>
              <a:gd name="connsiteY4" fmla="*/ 6858000 h 6881446"/>
              <a:gd name="connsiteX5" fmla="*/ 0 w 5709323"/>
              <a:gd name="connsiteY5" fmla="*/ 0 h 6881446"/>
              <a:gd name="connsiteX0" fmla="*/ 0 w 5709272"/>
              <a:gd name="connsiteY0" fmla="*/ 0 h 6881446"/>
              <a:gd name="connsiteX1" fmla="*/ 4818184 w 5709272"/>
              <a:gd name="connsiteY1" fmla="*/ 11723 h 6881446"/>
              <a:gd name="connsiteX2" fmla="*/ 5709136 w 5709272"/>
              <a:gd name="connsiteY2" fmla="*/ 3393830 h 6881446"/>
              <a:gd name="connsiteX3" fmla="*/ 4865076 w 5709272"/>
              <a:gd name="connsiteY3" fmla="*/ 6881446 h 6881446"/>
              <a:gd name="connsiteX4" fmla="*/ 0 w 5709272"/>
              <a:gd name="connsiteY4" fmla="*/ 6858000 h 6881446"/>
              <a:gd name="connsiteX5" fmla="*/ 0 w 5709272"/>
              <a:gd name="connsiteY5" fmla="*/ 0 h 6881446"/>
              <a:gd name="connsiteX0" fmla="*/ 0 w 5709242"/>
              <a:gd name="connsiteY0" fmla="*/ 0 h 6881446"/>
              <a:gd name="connsiteX1" fmla="*/ 4818184 w 5709242"/>
              <a:gd name="connsiteY1" fmla="*/ 11723 h 6881446"/>
              <a:gd name="connsiteX2" fmla="*/ 5709136 w 5709242"/>
              <a:gd name="connsiteY2" fmla="*/ 3393830 h 6881446"/>
              <a:gd name="connsiteX3" fmla="*/ 4865076 w 5709242"/>
              <a:gd name="connsiteY3" fmla="*/ 6881446 h 6881446"/>
              <a:gd name="connsiteX4" fmla="*/ 0 w 5709242"/>
              <a:gd name="connsiteY4" fmla="*/ 6858000 h 6881446"/>
              <a:gd name="connsiteX5" fmla="*/ 0 w 5709242"/>
              <a:gd name="connsiteY5" fmla="*/ 0 h 6881446"/>
              <a:gd name="connsiteX0" fmla="*/ 0 w 5709142"/>
              <a:gd name="connsiteY0" fmla="*/ 0 h 6881446"/>
              <a:gd name="connsiteX1" fmla="*/ 4853353 w 5709142"/>
              <a:gd name="connsiteY1" fmla="*/ 23446 h 6881446"/>
              <a:gd name="connsiteX2" fmla="*/ 5709136 w 5709142"/>
              <a:gd name="connsiteY2" fmla="*/ 3393830 h 6881446"/>
              <a:gd name="connsiteX3" fmla="*/ 4865076 w 5709142"/>
              <a:gd name="connsiteY3" fmla="*/ 6881446 h 6881446"/>
              <a:gd name="connsiteX4" fmla="*/ 0 w 5709142"/>
              <a:gd name="connsiteY4" fmla="*/ 6858000 h 6881446"/>
              <a:gd name="connsiteX5" fmla="*/ 0 w 5709142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6092958"/>
              <a:gd name="connsiteY0" fmla="*/ 0 h 6881446"/>
              <a:gd name="connsiteX1" fmla="*/ 5248898 w 6092958"/>
              <a:gd name="connsiteY1" fmla="*/ 23446 h 6881446"/>
              <a:gd name="connsiteX2" fmla="*/ 6092958 w 6092958"/>
              <a:gd name="connsiteY2" fmla="*/ 3393830 h 6881446"/>
              <a:gd name="connsiteX3" fmla="*/ 5248898 w 6092958"/>
              <a:gd name="connsiteY3" fmla="*/ 6881446 h 6881446"/>
              <a:gd name="connsiteX4" fmla="*/ 383822 w 6092958"/>
              <a:gd name="connsiteY4" fmla="*/ 6858000 h 6881446"/>
              <a:gd name="connsiteX5" fmla="*/ 0 w 6092958"/>
              <a:gd name="connsiteY5" fmla="*/ 0 h 6881446"/>
              <a:gd name="connsiteX0" fmla="*/ 11289 w 6104247"/>
              <a:gd name="connsiteY0" fmla="*/ 0 h 6881446"/>
              <a:gd name="connsiteX1" fmla="*/ 5260187 w 6104247"/>
              <a:gd name="connsiteY1" fmla="*/ 23446 h 6881446"/>
              <a:gd name="connsiteX2" fmla="*/ 6104247 w 6104247"/>
              <a:gd name="connsiteY2" fmla="*/ 3393830 h 6881446"/>
              <a:gd name="connsiteX3" fmla="*/ 5260187 w 6104247"/>
              <a:gd name="connsiteY3" fmla="*/ 6881446 h 6881446"/>
              <a:gd name="connsiteX4" fmla="*/ 0 w 6104247"/>
              <a:gd name="connsiteY4" fmla="*/ 6869289 h 6881446"/>
              <a:gd name="connsiteX5" fmla="*/ 11289 w 6104247"/>
              <a:gd name="connsiteY5" fmla="*/ 0 h 6881446"/>
              <a:gd name="connsiteX0" fmla="*/ 11289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11289 w 6104257"/>
              <a:gd name="connsiteY5" fmla="*/ 2311 h 6883757"/>
              <a:gd name="connsiteX0" fmla="*/ 4850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4850 w 6104257"/>
              <a:gd name="connsiteY5" fmla="*/ 2311 h 6883757"/>
              <a:gd name="connsiteX0" fmla="*/ 337 w 6099744"/>
              <a:gd name="connsiteY0" fmla="*/ 2311 h 6883757"/>
              <a:gd name="connsiteX1" fmla="*/ 5242795 w 6099744"/>
              <a:gd name="connsiteY1" fmla="*/ 0 h 6883757"/>
              <a:gd name="connsiteX2" fmla="*/ 6099734 w 6099744"/>
              <a:gd name="connsiteY2" fmla="*/ 3396141 h 6883757"/>
              <a:gd name="connsiteX3" fmla="*/ 5255674 w 6099744"/>
              <a:gd name="connsiteY3" fmla="*/ 6883757 h 6883757"/>
              <a:gd name="connsiteX4" fmla="*/ 1926 w 6099744"/>
              <a:gd name="connsiteY4" fmla="*/ 6878039 h 6883757"/>
              <a:gd name="connsiteX5" fmla="*/ 337 w 6099744"/>
              <a:gd name="connsiteY5" fmla="*/ 2311 h 6883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744" h="6883757">
                <a:moveTo>
                  <a:pt x="337" y="2311"/>
                </a:moveTo>
                <a:lnTo>
                  <a:pt x="5242795" y="0"/>
                </a:lnTo>
                <a:cubicBezTo>
                  <a:pt x="5706958" y="644768"/>
                  <a:pt x="6097588" y="2248848"/>
                  <a:pt x="6099734" y="3396141"/>
                </a:cubicBezTo>
                <a:cubicBezTo>
                  <a:pt x="6101880" y="4543434"/>
                  <a:pt x="5778452" y="6098311"/>
                  <a:pt x="5255674" y="6883757"/>
                </a:cubicBezTo>
                <a:lnTo>
                  <a:pt x="1926" y="6878039"/>
                </a:lnTo>
                <a:cubicBezTo>
                  <a:pt x="3543" y="4588276"/>
                  <a:pt x="-1280" y="2292074"/>
                  <a:pt x="337" y="231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picture!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8EB0E314-94F4-4A74-AA03-D378A608C6B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3766515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3766515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E4D4F01-1247-02FB-167B-DAACC663B29F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38055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5" name="Title 9">
            <a:extLst>
              <a:ext uri="{FF2B5EF4-FFF2-40B4-BE49-F238E27FC236}">
                <a16:creationId xmlns:a16="http://schemas.microsoft.com/office/drawing/2014/main" id="{1134A159-8A31-A85F-5EB9-754E5D894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4933118" cy="324000"/>
          </a:xfrm>
          <a:effectLst/>
        </p:spPr>
        <p:txBody>
          <a:bodyPr/>
          <a:lstStyle>
            <a:lvl1pPr>
              <a:defRPr b="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F47FE2BA-5B99-023E-73A2-37028AF0A5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4933118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</p:spTree>
    <p:extLst>
      <p:ext uri="{BB962C8B-B14F-4D97-AF65-F5344CB8AC3E}">
        <p14:creationId xmlns:p14="http://schemas.microsoft.com/office/powerpoint/2010/main" val="397822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867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“light” picture</a:t>
            </a:r>
          </a:p>
        </p:txBody>
      </p:sp>
      <p:sp>
        <p:nvSpPr>
          <p:cNvPr id="9" name="Text Placeholder 45">
            <a:extLst>
              <a:ext uri="{FF2B5EF4-FFF2-40B4-BE49-F238E27FC236}">
                <a16:creationId xmlns:a16="http://schemas.microsoft.com/office/drawing/2014/main" id="{F8244486-4604-BE59-4B58-94B7AA4A15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E9C6C6E-87BA-12A1-28DB-50A059F7047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29E6B956-2FC9-21F1-434E-980F4254276C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383338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E057840-C51D-8302-9E6E-309709409C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374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F3968043-AC58-ED93-5370-45343509F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375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1731420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7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FE90A5D4-D5BA-4489-8E90-66472098E771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8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54A83532-E546-FE50-2DB1-F4A47218FBFD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EE1A7426-D18A-5DE0-6AAC-FA7E1A5A88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37" name="Title 12">
            <a:extLst>
              <a:ext uri="{FF2B5EF4-FFF2-40B4-BE49-F238E27FC236}">
                <a16:creationId xmlns:a16="http://schemas.microsoft.com/office/drawing/2014/main" id="{F39C3DC8-8A1F-946D-8782-8C96EBE7D3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F2DDDC5-FF46-093D-13D8-F69EBEFCD26C}"/>
              </a:ext>
            </a:extLst>
          </p:cNvPr>
          <p:cNvSpPr/>
          <p:nvPr userDrawn="1"/>
        </p:nvSpPr>
        <p:spPr>
          <a:xfrm>
            <a:off x="6620285" y="1482263"/>
            <a:ext cx="2563200" cy="3044342"/>
          </a:xfrm>
          <a:prstGeom prst="roundRect">
            <a:avLst>
              <a:gd name="adj" fmla="val 3498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C7B933-A0E1-1638-4426-4F9A24336DA1}"/>
              </a:ext>
            </a:extLst>
          </p:cNvPr>
          <p:cNvSpPr/>
          <p:nvPr userDrawn="1"/>
        </p:nvSpPr>
        <p:spPr>
          <a:xfrm>
            <a:off x="9300128" y="3490724"/>
            <a:ext cx="2563200" cy="2567176"/>
          </a:xfrm>
          <a:prstGeom prst="roundRect">
            <a:avLst>
              <a:gd name="adj" fmla="val 3882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B8400987-8FDF-1FB4-19AD-EE736DD49B5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620285" y="333374"/>
            <a:ext cx="2563200" cy="1046391"/>
          </a:xfrm>
          <a:prstGeom prst="roundRect">
            <a:avLst>
              <a:gd name="adj" fmla="val 8427"/>
            </a:avLst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  <p:sp>
        <p:nvSpPr>
          <p:cNvPr id="10" name="Picture Placeholder 27">
            <a:extLst>
              <a:ext uri="{FF2B5EF4-FFF2-40B4-BE49-F238E27FC236}">
                <a16:creationId xmlns:a16="http://schemas.microsoft.com/office/drawing/2014/main" id="{28241ABD-AF84-0BEB-2878-622A2B7336A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296866" y="333375"/>
            <a:ext cx="2563200" cy="3045763"/>
          </a:xfrm>
          <a:prstGeom prst="roundRect">
            <a:avLst>
              <a:gd name="adj" fmla="val 3844"/>
            </a:avLst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  <p:sp>
        <p:nvSpPr>
          <p:cNvPr id="11" name="Picture Placeholder 27">
            <a:extLst>
              <a:ext uri="{FF2B5EF4-FFF2-40B4-BE49-F238E27FC236}">
                <a16:creationId xmlns:a16="http://schemas.microsoft.com/office/drawing/2014/main" id="{1727FC97-97E5-3FE7-374F-27955DA171A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620285" y="4636851"/>
            <a:ext cx="2563200" cy="1421049"/>
          </a:xfrm>
          <a:prstGeom prst="roundRect">
            <a:avLst>
              <a:gd name="adj" fmla="val 6397"/>
            </a:avLst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45663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0" userDrawn="1">
          <p15:clr>
            <a:srgbClr val="FBAE40"/>
          </p15:clr>
        </p15:guide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579600"/>
          </a:xfrm>
        </p:spPr>
        <p:txBody>
          <a:bodyPr/>
          <a:lstStyle>
            <a:lvl1pPr>
              <a:defRPr sz="43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able Placeholder 6">
            <a:extLst>
              <a:ext uri="{FF2B5EF4-FFF2-40B4-BE49-F238E27FC236}">
                <a16:creationId xmlns:a16="http://schemas.microsoft.com/office/drawing/2014/main" id="{319807F8-25DC-6D77-B875-012ADC296A0F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334963" y="1376363"/>
            <a:ext cx="11272837" cy="468153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4206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579600"/>
          </a:xfrm>
        </p:spPr>
        <p:txBody>
          <a:bodyPr/>
          <a:lstStyle>
            <a:lvl1pPr>
              <a:defRPr sz="43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4" name="Table Placeholder 6">
            <a:extLst>
              <a:ext uri="{FF2B5EF4-FFF2-40B4-BE49-F238E27FC236}">
                <a16:creationId xmlns:a16="http://schemas.microsoft.com/office/drawing/2014/main" id="{1CA11BBE-CE81-3796-6316-8DB0ED237BED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334963" y="1376363"/>
            <a:ext cx="11272837" cy="468153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86922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29531-BFFE-8ACE-8029-5B5AA26967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Freeform 146">
            <a:extLst>
              <a:ext uri="{FF2B5EF4-FFF2-40B4-BE49-F238E27FC236}">
                <a16:creationId xmlns:a16="http://schemas.microsoft.com/office/drawing/2014/main" id="{26588EA1-78E4-FFED-DDC5-3A681CFAEF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33CBFB-8989-6017-508F-15CA323F0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69" y="348431"/>
            <a:ext cx="8652511" cy="2238425"/>
          </a:xfrm>
          <a:effectLst/>
        </p:spPr>
        <p:txBody>
          <a:bodyPr anchor="t"/>
          <a:lstStyle>
            <a:lvl1pPr marL="227013" marR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 sz="4400" b="0">
                <a:solidFill>
                  <a:schemeClr val="tx1"/>
                </a:solidFill>
                <a:effectLst/>
              </a:defRPr>
            </a:lvl1pPr>
          </a:lstStyle>
          <a:p>
            <a:pPr marL="227013" marR="0" lvl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/>
            </a:pP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“	Hero quote lorem ipsum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labore et dol magna”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299BA462-B34C-1B37-6BF1-CA62B1F1FC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845811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5DAE6E7-D0E1-C980-2309-98D043C1FC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6B1D5BD5-6536-4391-88DA-891EA93C2D28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5242AF92-52E4-B21E-5849-B01EDE6C89F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845811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0">
            <a:extLst>
              <a:ext uri="{FF2B5EF4-FFF2-40B4-BE49-F238E27FC236}">
                <a16:creationId xmlns:a16="http://schemas.microsoft.com/office/drawing/2014/main" id="{8927F73F-CCD3-30E2-073A-688181FE876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Picture Placeholder 27">
            <a:extLst>
              <a:ext uri="{FF2B5EF4-FFF2-40B4-BE49-F238E27FC236}">
                <a16:creationId xmlns:a16="http://schemas.microsoft.com/office/drawing/2014/main" id="{4B865F84-36CE-FE85-4D2A-498B1D3BA66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68416" y="3214161"/>
            <a:ext cx="900000" cy="900000"/>
          </a:xfrm>
          <a:prstGeom prst="ellipse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2D741B9-722A-C658-9CDA-BBABEB212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5967" y="3420730"/>
            <a:ext cx="7271213" cy="625066"/>
          </a:xfrm>
          <a:effectLst/>
        </p:spPr>
        <p:txBody>
          <a:bodyPr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i="0" baseline="0">
                <a:solidFill>
                  <a:schemeClr val="tx1"/>
                </a:solidFill>
                <a:effectLst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Title, Business, Region</a:t>
            </a:r>
          </a:p>
        </p:txBody>
      </p:sp>
    </p:spTree>
    <p:extLst>
      <p:ext uri="{BB962C8B-B14F-4D97-AF65-F5344CB8AC3E}">
        <p14:creationId xmlns:p14="http://schemas.microsoft.com/office/powerpoint/2010/main" val="3069237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BECCC991-78C4-8F35-4269-04F5DD6E96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91D60F4-2EA7-CB4B-EEC3-5DDEA75244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9638B71-915E-A4E7-0529-F31D77328E4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95797E8E-539D-16ED-53F3-EC0DBE71A52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0">
            <a:extLst>
              <a:ext uri="{FF2B5EF4-FFF2-40B4-BE49-F238E27FC236}">
                <a16:creationId xmlns:a16="http://schemas.microsoft.com/office/drawing/2014/main" id="{79406764-D075-865B-A399-AA332E48A21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EE59D3-62D2-3D31-FDD9-479ACAD16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69" y="348431"/>
            <a:ext cx="8652511" cy="2238425"/>
          </a:xfrm>
          <a:effectLst/>
        </p:spPr>
        <p:txBody>
          <a:bodyPr anchor="t"/>
          <a:lstStyle>
            <a:lvl1pPr marL="227013" marR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 sz="4400" b="0">
                <a:solidFill>
                  <a:schemeClr val="tx1"/>
                </a:solidFill>
                <a:effectLst/>
              </a:defRPr>
            </a:lvl1pPr>
          </a:lstStyle>
          <a:p>
            <a:pPr marL="227013" marR="0" lvl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/>
            </a:pP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“	Hero quote lorem ipsum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labore et dol magna”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4A33B7B-3A06-9779-31E3-C906644AC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5967" y="3420730"/>
            <a:ext cx="7271213" cy="625066"/>
          </a:xfrm>
          <a:effectLst/>
        </p:spPr>
        <p:txBody>
          <a:bodyPr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i="0" baseline="0">
                <a:solidFill>
                  <a:schemeClr val="tx1"/>
                </a:solidFill>
                <a:effectLst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Title, Business, Region</a:t>
            </a:r>
          </a:p>
        </p:txBody>
      </p:sp>
      <p:sp>
        <p:nvSpPr>
          <p:cNvPr id="20" name="Picture Placeholder 27">
            <a:extLst>
              <a:ext uri="{FF2B5EF4-FFF2-40B4-BE49-F238E27FC236}">
                <a16:creationId xmlns:a16="http://schemas.microsoft.com/office/drawing/2014/main" id="{BBE3139B-9539-D493-EA4A-B387ECC0A66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68416" y="3214161"/>
            <a:ext cx="900000" cy="900000"/>
          </a:xfrm>
          <a:prstGeom prst="ellipse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791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ation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4E82BA7-54CE-EBDD-DC75-D2B97BCC8E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896E85BA-C9F4-24D6-9DA8-CB2308F1285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F2807B52-6D4B-C1D7-284B-DAFC9FEB1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5967" y="3420730"/>
            <a:ext cx="7271213" cy="625066"/>
          </a:xfrm>
          <a:effectLst/>
        </p:spPr>
        <p:txBody>
          <a:bodyPr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i="0" baseline="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Title, Business, Region</a:t>
            </a:r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7A6D5F5D-C644-7B39-A9C7-E86F50C9D7C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68416" y="3214161"/>
            <a:ext cx="900000" cy="900000"/>
          </a:xfrm>
          <a:prstGeom prst="ellipse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EE401035-6B3E-F694-F45A-CC19F6424B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4669" y="349906"/>
            <a:ext cx="8652511" cy="2272950"/>
          </a:xfrm>
        </p:spPr>
        <p:txBody>
          <a:bodyPr/>
          <a:lstStyle>
            <a:lvl1pPr marL="226800" indent="-226800">
              <a:lnSpc>
                <a:spcPct val="80000"/>
              </a:lnSpc>
              <a:spcBef>
                <a:spcPts val="0"/>
              </a:spcBef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1pPr>
            <a:lvl2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2pPr>
            <a:lvl3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3pPr>
            <a:lvl4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4pPr>
            <a:lvl5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5pPr>
          </a:lstStyle>
          <a:p>
            <a:pPr lvl="0"/>
            <a:r>
              <a:rPr lang="en-GB"/>
              <a:t>“	Hero quote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esto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 magna”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15562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C0E350A4-4E57-707E-56B7-79EC7A9EF3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2439876"/>
            <a:ext cx="9312621" cy="1978248"/>
          </a:xfrm>
          <a:effectLst/>
        </p:spPr>
        <p:txBody>
          <a:bodyPr vert="horz" anchor="ctr"/>
          <a:lstStyle>
            <a:lvl1pPr algn="l">
              <a:defRPr sz="8000" b="0" baseline="0">
                <a:latin typeface="+mj-lt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Freeform 146">
            <a:extLst>
              <a:ext uri="{FF2B5EF4-FFF2-40B4-BE49-F238E27FC236}">
                <a16:creationId xmlns:a16="http://schemas.microsoft.com/office/drawing/2014/main" id="{B6EB386E-8054-9781-9F94-EF0E4D3202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80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Contact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2439876"/>
            <a:ext cx="6887473" cy="1978248"/>
          </a:xfrm>
          <a:effectLst/>
        </p:spPr>
        <p:txBody>
          <a:bodyPr vert="horz" anchor="ctr"/>
          <a:lstStyle>
            <a:lvl1pPr algn="l">
              <a:defRPr sz="8000" b="0" baseline="0">
                <a:latin typeface="+mj-lt"/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3" name="Graphic 2" descr="Employee badge outline">
            <a:extLst>
              <a:ext uri="{FF2B5EF4-FFF2-40B4-BE49-F238E27FC236}">
                <a16:creationId xmlns:a16="http://schemas.microsoft.com/office/drawing/2014/main" id="{9A985231-F938-59AB-0B06-5E23CB56A1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78747" y="2452470"/>
            <a:ext cx="355884" cy="355884"/>
          </a:xfrm>
          <a:prstGeom prst="rect">
            <a:avLst/>
          </a:prstGeom>
        </p:spPr>
      </p:pic>
      <p:pic>
        <p:nvPicPr>
          <p:cNvPr id="6" name="Graphic 5" descr="Marker outline">
            <a:extLst>
              <a:ext uri="{FF2B5EF4-FFF2-40B4-BE49-F238E27FC236}">
                <a16:creationId xmlns:a16="http://schemas.microsoft.com/office/drawing/2014/main" id="{0188D1CA-6932-D12A-BA75-7033114743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8488" y="2943813"/>
            <a:ext cx="376403" cy="376403"/>
          </a:xfrm>
          <a:prstGeom prst="rect">
            <a:avLst/>
          </a:prstGeom>
        </p:spPr>
      </p:pic>
      <p:pic>
        <p:nvPicPr>
          <p:cNvPr id="7" name="Graphic 6" descr="Speaker phone outline">
            <a:extLst>
              <a:ext uri="{FF2B5EF4-FFF2-40B4-BE49-F238E27FC236}">
                <a16:creationId xmlns:a16="http://schemas.microsoft.com/office/drawing/2014/main" id="{73F934C5-CFEE-1781-2995-9A3E2AADE0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8190" y="3445165"/>
            <a:ext cx="416999" cy="416999"/>
          </a:xfrm>
          <a:prstGeom prst="rect">
            <a:avLst/>
          </a:prstGeom>
        </p:spPr>
      </p:pic>
      <p:pic>
        <p:nvPicPr>
          <p:cNvPr id="8" name="Graphic 7" descr="Envelope outline">
            <a:extLst>
              <a:ext uri="{FF2B5EF4-FFF2-40B4-BE49-F238E27FC236}">
                <a16:creationId xmlns:a16="http://schemas.microsoft.com/office/drawing/2014/main" id="{F140C5E6-2139-971F-A441-1345F6CBE4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1691" y="4019023"/>
            <a:ext cx="329996" cy="329996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9F7E62E-264E-D760-6E26-BF095E1C79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72468" y="2405617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Speaker Name</a:t>
            </a:r>
          </a:p>
          <a:p>
            <a:pPr lvl="0"/>
            <a:r>
              <a:rPr lang="en-GB"/>
              <a:t>Job Title</a:t>
            </a:r>
            <a:endParaRPr lang="en-PT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5602F98-C8F1-182B-FB29-4B2FF18165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72468" y="2918890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Location</a:t>
            </a:r>
            <a:endParaRPr lang="en-PT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3CA6055-A73E-4351-BA8B-3F7ACBCC3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72468" y="3433678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Phone number</a:t>
            </a:r>
            <a:endParaRPr lang="en-PT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08DCAB3-C61E-F193-CB83-6219342AE3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72468" y="3950708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E-mail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50579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F1C820CB-2C77-4446-9F12-27CAF1CB692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4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8" name="Titel 5"/>
          <p:cNvSpPr txBox="1">
            <a:spLocks/>
          </p:cNvSpPr>
          <p:nvPr userDrawn="1"/>
        </p:nvSpPr>
        <p:spPr>
          <a:xfrm>
            <a:off x="336000" y="1555200"/>
            <a:ext cx="7200000" cy="8863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/>
              <a:t>Legal disclaimer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336000" y="2473200"/>
            <a:ext cx="6480000" cy="144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2025 </a:t>
            </a:r>
            <a:r>
              <a:rPr lang="en-US" sz="16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Körber</a:t>
            </a: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AG or its affiliates. All rights reserved. </a:t>
            </a:r>
          </a:p>
          <a:p>
            <a:endParaRPr lang="en-US" sz="1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document and all information therein are provided in confidence and may not be disclosed to any third party without the express written permission of the disclosing party.</a:t>
            </a:r>
          </a:p>
        </p:txBody>
      </p:sp>
    </p:spTree>
    <p:extLst>
      <p:ext uri="{BB962C8B-B14F-4D97-AF65-F5344CB8AC3E}">
        <p14:creationId xmlns:p14="http://schemas.microsoft.com/office/powerpoint/2010/main" val="3276104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548">
          <p15:clr>
            <a:srgbClr val="FBAE40"/>
          </p15:clr>
        </p15:guide>
        <p15:guide id="4" orient="horz" pos="98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theme" Target="../theme/theme1.xml"/><Relationship Id="rId81" Type="http://schemas.openxmlformats.org/officeDocument/2006/relationships/tags" Target="../tags/tag2.xml"/><Relationship Id="rId82" Type="http://schemas.openxmlformats.org/officeDocument/2006/relationships/tags" Target="../tags/tag3.xml"/><Relationship Id="rId83" Type="http://schemas.openxmlformats.org/officeDocument/2006/relationships/oleObject" Target="../embeddings/oleObject1.bin"/><Relationship Id="rId8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81"/>
            </p:custDataLst>
            <p:extLst>
              <p:ext uri="{D42A27DB-BD31-4B8C-83A1-F6EECF244321}">
                <p14:modId xmlns:p14="http://schemas.microsoft.com/office/powerpoint/2010/main" val="1550724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83" imgW="277" imgH="277" progId="TCLayout.ActiveDocument.1">
                  <p:embed/>
                </p:oleObj>
              </mc:Choice>
              <mc:Fallback>
                <p:oleObj name="think-cell Folie" r:id="rId83" imgW="277" imgH="277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8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000" y="334800"/>
            <a:ext cx="11520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Enter a meaningful title that summarizes the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000" y="1376362"/>
            <a:ext cx="11520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6440" y="6444000"/>
            <a:ext cx="1224136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C37B28-10C0-4916-8EB5-F1BA25CF9C6D}" type="datetime3">
              <a:rPr lang="en-US" smtClean="0"/>
              <a:t>15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02602" y="6444000"/>
            <a:ext cx="8517834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6580" y="6444000"/>
            <a:ext cx="53942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2" name="Rectangle 41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73" name="Rectangle 72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104" name="Rectangle 103" hidden="1"/>
          <p:cNvSpPr/>
          <p:nvPr userDrawn="1">
            <p:custDataLst>
              <p:tags r:id="rId8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46"/>
          <p:cNvSpPr>
            <a:spLocks noEditPoints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082FF31-14D5-5352-251D-6387FC019C5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009313" y="6642100"/>
            <a:ext cx="11445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C2 - For Internal Use</a:t>
            </a:r>
          </a:p>
        </p:txBody>
      </p:sp>
    </p:spTree>
    <p:extLst>
      <p:ext uri="{BB962C8B-B14F-4D97-AF65-F5344CB8AC3E}">
        <p14:creationId xmlns:p14="http://schemas.microsoft.com/office/powerpoint/2010/main" val="59634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43" r:id="rId2"/>
    <p:sldLayoutId id="2147483857" r:id="rId3"/>
    <p:sldLayoutId id="2147484029" r:id="rId4"/>
    <p:sldLayoutId id="2147484030" r:id="rId5"/>
    <p:sldLayoutId id="2147484038" r:id="rId6"/>
    <p:sldLayoutId id="2147483887" r:id="rId7"/>
    <p:sldLayoutId id="2147484040" r:id="rId8"/>
    <p:sldLayoutId id="2147484042" r:id="rId9"/>
    <p:sldLayoutId id="2147484039" r:id="rId10"/>
    <p:sldLayoutId id="2147484041" r:id="rId11"/>
    <p:sldLayoutId id="2147484045" r:id="rId12"/>
    <p:sldLayoutId id="2147484043" r:id="rId13"/>
    <p:sldLayoutId id="2147484044" r:id="rId14"/>
    <p:sldLayoutId id="2147484056" r:id="rId15"/>
    <p:sldLayoutId id="2147484051" r:id="rId16"/>
    <p:sldLayoutId id="2147484055" r:id="rId17"/>
    <p:sldLayoutId id="2147484049" r:id="rId18"/>
    <p:sldLayoutId id="2147484050" r:id="rId19"/>
    <p:sldLayoutId id="2147484057" r:id="rId20"/>
    <p:sldLayoutId id="2147484052" r:id="rId21"/>
    <p:sldLayoutId id="2147484053" r:id="rId22"/>
    <p:sldLayoutId id="2147484054" r:id="rId23"/>
    <p:sldLayoutId id="2147484058" r:id="rId24"/>
    <p:sldLayoutId id="2147483796" r:id="rId25"/>
    <p:sldLayoutId id="2147484059" r:id="rId26"/>
    <p:sldLayoutId id="2147483793" r:id="rId27"/>
    <p:sldLayoutId id="2147483794" r:id="rId28"/>
    <p:sldLayoutId id="2147483850" r:id="rId29"/>
    <p:sldLayoutId id="2147483851" r:id="rId30"/>
    <p:sldLayoutId id="2147484064" r:id="rId31"/>
    <p:sldLayoutId id="2147484088" r:id="rId32"/>
    <p:sldLayoutId id="2147484089" r:id="rId33"/>
    <p:sldLayoutId id="2147484090" r:id="rId34"/>
    <p:sldLayoutId id="2147484091" r:id="rId35"/>
    <p:sldLayoutId id="2147483806" r:id="rId36"/>
    <p:sldLayoutId id="2147483844" r:id="rId37"/>
    <p:sldLayoutId id="2147484007" r:id="rId38"/>
    <p:sldLayoutId id="2147484072" r:id="rId39"/>
    <p:sldLayoutId id="2147484073" r:id="rId40"/>
    <p:sldLayoutId id="2147484076" r:id="rId41"/>
    <p:sldLayoutId id="2147484074" r:id="rId42"/>
    <p:sldLayoutId id="2147484075" r:id="rId43"/>
    <p:sldLayoutId id="2147483799" r:id="rId44"/>
    <p:sldLayoutId id="2147483800" r:id="rId45"/>
    <p:sldLayoutId id="2147484082" r:id="rId46"/>
    <p:sldLayoutId id="2147484008" r:id="rId47"/>
    <p:sldLayoutId id="2147484083" r:id="rId48"/>
    <p:sldLayoutId id="2147484087" r:id="rId49"/>
    <p:sldLayoutId id="2147483866" r:id="rId50"/>
    <p:sldLayoutId id="2147483865" r:id="rId51"/>
    <p:sldLayoutId id="2147484077" r:id="rId52"/>
    <p:sldLayoutId id="2147484078" r:id="rId53"/>
    <p:sldLayoutId id="2147484061" r:id="rId54"/>
    <p:sldLayoutId id="2147483880" r:id="rId55"/>
    <p:sldLayoutId id="2147484063" r:id="rId56"/>
    <p:sldLayoutId id="2147484067" r:id="rId57"/>
    <p:sldLayoutId id="2147483878" r:id="rId58"/>
    <p:sldLayoutId id="2147484069" r:id="rId59"/>
    <p:sldLayoutId id="2147484026" r:id="rId60"/>
    <p:sldLayoutId id="2147484015" r:id="rId61"/>
    <p:sldLayoutId id="2147483871" r:id="rId62"/>
    <p:sldLayoutId id="2147483869" r:id="rId63"/>
    <p:sldLayoutId id="2147483860" r:id="rId64"/>
    <p:sldLayoutId id="2147483868" r:id="rId65"/>
    <p:sldLayoutId id="2147483867" r:id="rId66"/>
    <p:sldLayoutId id="2147483818" r:id="rId67"/>
    <p:sldLayoutId id="2147484018" r:id="rId68"/>
    <p:sldLayoutId id="2147484079" r:id="rId69"/>
    <p:sldLayoutId id="2147484027" r:id="rId70"/>
    <p:sldLayoutId id="2147484070" r:id="rId71"/>
    <p:sldLayoutId id="2147484065" r:id="rId72"/>
    <p:sldLayoutId id="2147484066" r:id="rId73"/>
    <p:sldLayoutId id="2147483817" r:id="rId74"/>
    <p:sldLayoutId id="2147483855" r:id="rId75"/>
    <p:sldLayoutId id="2147484084" r:id="rId76"/>
    <p:sldLayoutId id="2147484080" r:id="rId77"/>
    <p:sldLayoutId id="2147484081" r:id="rId78"/>
    <p:sldLayoutId id="2147483876" r:id="rId7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+mj-lt"/>
        <a:buAutoNum type="arabicPeriod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04000" indent="-252000" algn="l" defTabSz="9144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20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5200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i="0" kern="1200" baseline="0">
          <a:solidFill>
            <a:schemeClr val="tx1"/>
          </a:solidFill>
          <a:latin typeface="+mj-lt"/>
          <a:ea typeface="+mn-ea"/>
          <a:cs typeface="+mn-cs"/>
        </a:defRPr>
      </a:lvl7pPr>
      <a:lvl8pPr marL="504000" indent="-252000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56000" indent="-252000" algn="l" defTabSz="914400" rtl="0" eaLnBrk="1" latinLnBrk="0" hangingPunct="1">
        <a:lnSpc>
          <a:spcPct val="100000"/>
        </a:lnSpc>
        <a:spcBef>
          <a:spcPts val="1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pos="211" userDrawn="1">
          <p15:clr>
            <a:srgbClr val="F26B43"/>
          </p15:clr>
        </p15:guide>
        <p15:guide id="11" orient="horz" pos="3816" userDrawn="1">
          <p15:clr>
            <a:srgbClr val="F26B43"/>
          </p15:clr>
        </p15:guide>
        <p15:guide id="12" pos="746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Relationship Id="rId3" Type="http://schemas.openxmlformats.org/officeDocument/2006/relationships/slide" Target="slide5.xml"/><Relationship Id="rId4" Type="http://schemas.openxmlformats.org/officeDocument/2006/relationships/slide" Target="slide25.xml"/><Relationship Id="rId5" Type="http://schemas.openxmlformats.org/officeDocument/2006/relationships/slide" Target="slide33.xml"/><Relationship Id="rId6" Type="http://schemas.openxmlformats.org/officeDocument/2006/relationships/slide" Target="slide41.xml"/><Relationship Id="rId7" Type="http://schemas.openxmlformats.org/officeDocument/2006/relationships/slide" Target="slide46.xml"/><Relationship Id="rId8" Type="http://schemas.openxmlformats.org/officeDocument/2006/relationships/slide" Target="slide55.xml"/><Relationship Id="rId9" Type="http://schemas.openxmlformats.org/officeDocument/2006/relationships/slide" Target="slide60.xml"/><Relationship Id="rId10" Type="http://schemas.openxmlformats.org/officeDocument/2006/relationships/slide" Target="slide70.xml"/><Relationship Id="rId11" Type="http://schemas.openxmlformats.org/officeDocument/2006/relationships/slide" Target="slide77.xml"/><Relationship Id="rId12" Type="http://schemas.openxmlformats.org/officeDocument/2006/relationships/slide" Target="slide82.xml"/><Relationship Id="rId13" Type="http://schemas.openxmlformats.org/officeDocument/2006/relationships/slide" Target="slide90.xml"/><Relationship Id="rId14" Type="http://schemas.openxmlformats.org/officeDocument/2006/relationships/slide" Target="slide97.xml"/><Relationship Id="rId15" Type="http://schemas.openxmlformats.org/officeDocument/2006/relationships/slide" Target="slide106.xml"/><Relationship Id="rId16" Type="http://schemas.openxmlformats.org/officeDocument/2006/relationships/slide" Target="slide116.xml"/><Relationship Id="rId17" Type="http://schemas.openxmlformats.org/officeDocument/2006/relationships/slide" Target="slide123.xml"/><Relationship Id="rId18" Type="http://schemas.openxmlformats.org/officeDocument/2006/relationships/slide" Target="slide132.xml"/><Relationship Id="rId19" Type="http://schemas.openxmlformats.org/officeDocument/2006/relationships/slide" Target="slide142.xml"/><Relationship Id="rId20" Type="http://schemas.openxmlformats.org/officeDocument/2006/relationships/slide" Target="slide149.xml"/><Relationship Id="rId21" Type="http://schemas.openxmlformats.org/officeDocument/2006/relationships/slide" Target="slide154.xml"/><Relationship Id="rId22" Type="http://schemas.openxmlformats.org/officeDocument/2006/relationships/slide" Target="slide162.xml"/><Relationship Id="rId23" Type="http://schemas.openxmlformats.org/officeDocument/2006/relationships/slide" Target="slide170.xml"/><Relationship Id="rId24" Type="http://schemas.openxmlformats.org/officeDocument/2006/relationships/slide" Target="slide176.xml"/><Relationship Id="rId25" Type="http://schemas.openxmlformats.org/officeDocument/2006/relationships/slide" Target="slide18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Relationship Id="rId3" Type="http://schemas.openxmlformats.org/officeDocument/2006/relationships/chart" Target="../charts/char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7.xml"/><Relationship Id="rId3" Type="http://schemas.openxmlformats.org/officeDocument/2006/relationships/chart" Target="../charts/char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8.xml"/><Relationship Id="rId3" Type="http://schemas.openxmlformats.org/officeDocument/2006/relationships/chart" Target="../charts/char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2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0.xml"/><Relationship Id="rId3" Type="http://schemas.openxmlformats.org/officeDocument/2006/relationships/chart" Target="../charts/chart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4.xml"/><Relationship Id="rId3" Type="http://schemas.openxmlformats.org/officeDocument/2006/relationships/chart" Target="../charts/chart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2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2.xml"/><Relationship Id="rId3" Type="http://schemas.openxmlformats.org/officeDocument/2006/relationships/chart" Target="../charts/char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6.xml"/><Relationship Id="rId3" Type="http://schemas.openxmlformats.org/officeDocument/2006/relationships/chart" Target="../charts/char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7.xml"/><Relationship Id="rId3" Type="http://schemas.openxmlformats.org/officeDocument/2006/relationships/chart" Target="../charts/chart8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6.xml"/><Relationship Id="rId3" Type="http://schemas.openxmlformats.org/officeDocument/2006/relationships/chart" Target="../charts/chart9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3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3.xml"/><Relationship Id="rId3" Type="http://schemas.openxmlformats.org/officeDocument/2006/relationships/chart" Target="../charts/chart10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4.xml"/><Relationship Id="rId3" Type="http://schemas.openxmlformats.org/officeDocument/2006/relationships/chart" Target="../charts/chart1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5.xml"/><Relationship Id="rId3" Type="http://schemas.openxmlformats.org/officeDocument/2006/relationships/chart" Target="../charts/chart1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6.xml"/><Relationship Id="rId3" Type="http://schemas.openxmlformats.org/officeDocument/2006/relationships/chart" Target="../charts/chart13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7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Relationship Id="rId6" Type="http://schemas.openxmlformats.org/officeDocument/2006/relationships/chart" Target="../charts/chart1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8.xml"/><Relationship Id="rId3" Type="http://schemas.openxmlformats.org/officeDocument/2006/relationships/chart" Target="../charts/chart1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7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Library 2026</a:t>
            </a:r>
          </a:p>
          <a:p>
            <a:r>
              <a:t>Pharma Consulting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For internal use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Version 2.0 | October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Standard slides for customer meetings and lead projects in Körber 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Start here | How to 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steps from library to customer-ready presentation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3716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383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Pick a storyline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432304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Choose the meeting type and copy the recommended slide sequence.</a:t>
            </a:r>
          </a:p>
        </p:txBody>
      </p:sp>
      <p:sp>
        <p:nvSpPr>
          <p:cNvPr id="10" name="Oval 9"/>
          <p:cNvSpPr/>
          <p:nvPr/>
        </p:nvSpPr>
        <p:spPr>
          <a:xfrm>
            <a:off x="3310128" y="13716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101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101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Copy the slides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432304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Use “Reuse slides” or copy &amp; paste – the Körber design is kept.</a:t>
            </a:r>
          </a:p>
        </p:txBody>
      </p:sp>
      <p:sp>
        <p:nvSpPr>
          <p:cNvPr id="14" name="Oval 13"/>
          <p:cNvSpPr/>
          <p:nvPr/>
        </p:nvSpPr>
        <p:spPr>
          <a:xfrm>
            <a:off x="6281928" y="13716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819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2819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Fill the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432304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Write the action title first, then replace all placeholders.</a:t>
            </a:r>
          </a:p>
        </p:txBody>
      </p:sp>
      <p:sp>
        <p:nvSpPr>
          <p:cNvPr id="18" name="Oval 17"/>
          <p:cNvSpPr/>
          <p:nvPr/>
        </p:nvSpPr>
        <p:spPr>
          <a:xfrm>
            <a:off x="9253728" y="13716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537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92537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Check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432304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One message per slide, source given, stickers removed.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4023360"/>
            <a:ext cx="11521440" cy="12801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" y="4206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CONVENTIONS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[Square brackets]  </a:t>
            </a:r>
            <a:r>
              <a:rPr sz="1300" b="0" i="0">
                <a:solidFill>
                  <a:schemeClr val="tx1"/>
                </a:solidFill>
              </a:rPr>
              <a:t>placeholder – replace before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Blue  </a:t>
            </a:r>
            <a:r>
              <a:rPr sz="1300" b="0" i="0">
                <a:solidFill>
                  <a:schemeClr val="tx1"/>
                </a:solidFill>
              </a:rPr>
              <a:t>highlights the one thing that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" y="4892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Key takeaway box  </a:t>
            </a:r>
            <a:r>
              <a:rPr sz="1300" b="0" i="0">
                <a:solidFill>
                  <a:schemeClr val="tx1"/>
                </a:solidFill>
              </a:rPr>
              <a:t>the so-what of the slide in one 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4892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Speaker notes  </a:t>
            </a:r>
            <a:r>
              <a:rPr sz="1300" b="0" i="0">
                <a:solidFill>
                  <a:schemeClr val="tx1"/>
                </a:solidFill>
              </a:rPr>
              <a:t>how to use and adapt each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Start here | Contents (click a chapter)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Contents: 23 chapters from first meeting to account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29844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BASICS &amp; WINNING THE PROJECT</a:t>
            </a:r>
          </a:p>
        </p:txBody>
      </p:sp>
      <p:sp>
        <p:nvSpPr>
          <p:cNvPr id="7" name="Oval 6"/>
          <p:cNvSpPr/>
          <p:nvPr/>
        </p:nvSpPr>
        <p:spPr>
          <a:xfrm>
            <a:off x="338328" y="1636776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58191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Basic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0136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Covers, agenda, executive summary,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1572768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5–24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" y="2020824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" name="Link chapter 01">
            <a:hlinkClick action="ppaction://hlinksldjump" r:id="rId3"/>
          </p:cNvPr>
          <p:cNvSpPr/>
          <p:nvPr/>
        </p:nvSpPr>
        <p:spPr>
          <a:xfrm>
            <a:off x="338328" y="1572768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8328" y="2084831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029967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Company 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24942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Körber group, ecosystem, portfolio,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020824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25–32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" y="2468880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Link chapter 02">
            <a:hlinkClick action="ppaction://hlinksldjump" r:id="rId4"/>
          </p:cNvPr>
          <p:cNvSpPr/>
          <p:nvPr/>
        </p:nvSpPr>
        <p:spPr>
          <a:xfrm>
            <a:off x="338328" y="2020824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8328" y="2532888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47802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Customer situation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69748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SCR, findings, issue tree,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8" y="2468880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33–40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8328" y="2916936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4" name="Link chapter 03">
            <a:hlinkClick action="ppaction://hlinksldjump" r:id="rId5"/>
          </p:cNvPr>
          <p:cNvSpPr/>
          <p:nvPr/>
        </p:nvSpPr>
        <p:spPr>
          <a:xfrm>
            <a:off x="338328" y="2468880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328" y="298094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2926079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Buying center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14553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Roles, stakeholders, value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2916936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41–45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8328" y="3364991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0" name="Link chapter 04">
            <a:hlinkClick action="ppaction://hlinksldjump" r:id="rId6"/>
          </p:cNvPr>
          <p:cNvSpPr/>
          <p:nvPr/>
        </p:nvSpPr>
        <p:spPr>
          <a:xfrm>
            <a:off x="338328" y="2916936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8328" y="3428999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3374135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Solution &amp;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593591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Value proposition, options, recommendation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8688" y="3364991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46–54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8328" y="3813048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6" name="Link chapter 05">
            <a:hlinkClick action="ppaction://hlinksldjump" r:id="rId7"/>
          </p:cNvPr>
          <p:cNvSpPr/>
          <p:nvPr/>
        </p:nvSpPr>
        <p:spPr>
          <a:xfrm>
            <a:off x="338328" y="3364991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38328" y="3877056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3822191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Business case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404164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NPV, cash flow, value bridge, scenarios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18688" y="3813048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55–59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38328" y="4261104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2" name="Link chapter 06">
            <a:hlinkClick action="ppaction://hlinksldjump" r:id="rId8"/>
          </p:cNvPr>
          <p:cNvSpPr/>
          <p:nvPr/>
        </p:nvSpPr>
        <p:spPr>
          <a:xfrm>
            <a:off x="338328" y="3813048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8328" y="4325112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427024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Approach &amp; plan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" y="448970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Phases, Gantt, organisation, RACI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4261104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60–69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38328" y="4709160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8" name="Link chapter 07">
            <a:hlinkClick action="ppaction://hlinksldjump" r:id="rId9"/>
          </p:cNvPr>
          <p:cNvSpPr/>
          <p:nvPr/>
        </p:nvSpPr>
        <p:spPr>
          <a:xfrm>
            <a:off x="338328" y="4261104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38328" y="4773168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4718303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Proposal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4937759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Scope, packages, fees, action plan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18688" y="4709159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70–76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38328" y="5157216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54" name="Link chapter 08">
            <a:hlinkClick action="ppaction://hlinksldjump" r:id="rId10"/>
          </p:cNvPr>
          <p:cNvSpPr/>
          <p:nvPr/>
        </p:nvSpPr>
        <p:spPr>
          <a:xfrm>
            <a:off x="338328" y="4709159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38328" y="522122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" y="5166359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" y="538581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Case studies, logos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18688" y="5157216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77–81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38328" y="5605272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60" name="Link chapter 09">
            <a:hlinkClick action="ppaction://hlinksldjump" r:id="rId11"/>
          </p:cNvPr>
          <p:cNvSpPr/>
          <p:nvPr/>
        </p:nvSpPr>
        <p:spPr>
          <a:xfrm>
            <a:off x="338328" y="5157216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0248" y="129844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DELIVERING THE PROJECT</a:t>
            </a:r>
          </a:p>
        </p:txBody>
      </p:sp>
      <p:sp>
        <p:nvSpPr>
          <p:cNvPr id="62" name="Oval 61"/>
          <p:cNvSpPr/>
          <p:nvPr/>
        </p:nvSpPr>
        <p:spPr>
          <a:xfrm>
            <a:off x="4270248" y="1636776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0016" y="158191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Kick-off &amp; ways of working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0016" y="180136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Objectives, contacts, rules, data request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50608" y="1572768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82–89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270248" y="2020824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67" name="Link chapter 10">
            <a:hlinkClick action="ppaction://hlinksldjump" r:id="rId12"/>
          </p:cNvPr>
          <p:cNvSpPr/>
          <p:nvPr/>
        </p:nvSpPr>
        <p:spPr>
          <a:xfrm>
            <a:off x="4270248" y="1572768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270248" y="2084831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0016" y="2029967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Analysis &amp; diagnostics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00016" y="224942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Findings, heatmap, gaps, survey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50608" y="2020824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90–96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270248" y="2468880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73" name="Link chapter 11">
            <a:hlinkClick action="ppaction://hlinksldjump" r:id="rId13"/>
          </p:cNvPr>
          <p:cNvSpPr/>
          <p:nvPr/>
        </p:nvSpPr>
        <p:spPr>
          <a:xfrm>
            <a:off x="4270248" y="2020824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270248" y="2532888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00016" y="247802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Processes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0016" y="269748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Swimlane, SIPOC, value stream, to-be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50608" y="2468880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97–105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270248" y="2916936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79" name="Link chapter 12">
            <a:hlinkClick action="ppaction://hlinksldjump" r:id="rId14"/>
          </p:cNvPr>
          <p:cNvSpPr/>
          <p:nvPr/>
        </p:nvSpPr>
        <p:spPr>
          <a:xfrm>
            <a:off x="4270248" y="2468880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270248" y="298094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0016" y="2926079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Target picture &amp; roadmap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00016" y="314553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TOM, requirements, portfolio, waves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50608" y="2916936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106–115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270248" y="3364991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85" name="Link chapter 13">
            <a:hlinkClick action="ppaction://hlinksldjump" r:id="rId15"/>
          </p:cNvPr>
          <p:cNvSpPr/>
          <p:nvPr/>
        </p:nvSpPr>
        <p:spPr>
          <a:xfrm>
            <a:off x="4270248" y="2916936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270248" y="3428999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00016" y="3374135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Validation &amp; compliance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00016" y="3593591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V-model, FMEA, traceability, CQV status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50608" y="3364991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116–122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270248" y="3813048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91" name="Link chapter 14">
            <a:hlinkClick action="ppaction://hlinksldjump" r:id="rId16"/>
          </p:cNvPr>
          <p:cNvSpPr/>
          <p:nvPr/>
        </p:nvSpPr>
        <p:spPr>
          <a:xfrm>
            <a:off x="4270248" y="3364991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270248" y="3877056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00016" y="3822191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Implementation &amp; change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00016" y="404164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Open points, change, training, go-live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50608" y="3813048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123–131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270248" y="4261104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97" name="Link chapter 15">
            <a:hlinkClick action="ppaction://hlinksldjump" r:id="rId17"/>
          </p:cNvPr>
          <p:cNvSpPr/>
          <p:nvPr/>
        </p:nvSpPr>
        <p:spPr>
          <a:xfrm>
            <a:off x="4270248" y="3813048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270248" y="4325112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00016" y="427024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Project steering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00016" y="448970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Status, steering committee, risks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50608" y="4261104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132–141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270248" y="4709160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3" name="Link chapter 16">
            <a:hlinkClick action="ppaction://hlinksldjump" r:id="rId18"/>
          </p:cNvPr>
          <p:cNvSpPr/>
          <p:nvPr/>
        </p:nvSpPr>
        <p:spPr>
          <a:xfrm>
            <a:off x="4270248" y="4261104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270248" y="4773168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00016" y="4718303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Workshops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00016" y="4937759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Objectives, exercise, voting, parking lot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50608" y="4709159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142–148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270248" y="5157216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9" name="Link chapter 17">
            <a:hlinkClick action="ppaction://hlinksldjump" r:id="rId19"/>
          </p:cNvPr>
          <p:cNvSpPr/>
          <p:nvPr/>
        </p:nvSpPr>
        <p:spPr>
          <a:xfrm>
            <a:off x="4270248" y="4709159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202168" y="129844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GROWING THE ACCOUNT &amp; TOOLBOX</a:t>
            </a:r>
          </a:p>
        </p:txBody>
      </p:sp>
      <p:sp>
        <p:nvSpPr>
          <p:cNvPr id="111" name="Oval 110"/>
          <p:cNvSpPr/>
          <p:nvPr/>
        </p:nvSpPr>
        <p:spPr>
          <a:xfrm>
            <a:off x="8202168" y="1636776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31936" y="158191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Account management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31936" y="180136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Account plan, whitespace, pipeline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82528" y="1572768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149–153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8202168" y="2020824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16" name="Link chapter 18">
            <a:hlinkClick action="ppaction://hlinksldjump" r:id="rId20"/>
          </p:cNvPr>
          <p:cNvSpPr/>
          <p:nvPr/>
        </p:nvSpPr>
        <p:spPr>
          <a:xfrm>
            <a:off x="8202168" y="1572768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202168" y="2084831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31936" y="2029967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Frameworks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631936" y="224942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SWOT, 2x2, five forces, market sizing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082528" y="2020824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154–161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8202168" y="2468880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2" name="Link chapter 19">
            <a:hlinkClick action="ppaction://hlinksldjump" r:id="rId21"/>
          </p:cNvPr>
          <p:cNvSpPr/>
          <p:nvPr/>
        </p:nvSpPr>
        <p:spPr>
          <a:xfrm>
            <a:off x="8202168" y="2020824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02168" y="2532888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31936" y="247802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Charts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31936" y="269748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Native, editable charts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082528" y="2468880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162–169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8202168" y="2916936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8" name="Link chapter 20">
            <a:hlinkClick action="ppaction://hlinksldjump" r:id="rId22"/>
          </p:cNvPr>
          <p:cNvSpPr/>
          <p:nvPr/>
        </p:nvSpPr>
        <p:spPr>
          <a:xfrm>
            <a:off x="8202168" y="2468880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202168" y="298094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31936" y="2926079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Closing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631936" y="314553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Takeaways, next steps, contact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082528" y="2916936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170–175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8202168" y="3364991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34" name="Link chapter 21">
            <a:hlinkClick action="ppaction://hlinksldjump" r:id="rId23"/>
          </p:cNvPr>
          <p:cNvSpPr/>
          <p:nvPr/>
        </p:nvSpPr>
        <p:spPr>
          <a:xfrm>
            <a:off x="8202168" y="2916936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202168" y="3428999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31936" y="3374135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Appendix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631936" y="3593591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Back-up, glossary, methodology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082528" y="3364991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176–179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8202168" y="3813048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40" name="Link chapter 22">
            <a:hlinkClick action="ppaction://hlinksldjump" r:id="rId24"/>
          </p:cNvPr>
          <p:cNvSpPr/>
          <p:nvPr/>
        </p:nvSpPr>
        <p:spPr>
          <a:xfrm>
            <a:off x="8202168" y="3364991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202168" y="3877056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631936" y="3822191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Toolkit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631936" y="404164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Grid, colours, building blocks, icons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082528" y="3813048"/>
            <a:ext cx="77724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180–184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8202168" y="4261104"/>
            <a:ext cx="36576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46" name="Link chapter 23">
            <a:hlinkClick action="ppaction://hlinksldjump" r:id="rId25"/>
          </p:cNvPr>
          <p:cNvSpPr/>
          <p:nvPr/>
        </p:nvSpPr>
        <p:spPr>
          <a:xfrm>
            <a:off x="8202168" y="3813048"/>
            <a:ext cx="3657600" cy="4480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Start here | Storylines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Slide numbers refer to this library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Storyline builder: the right slide sequence for every meeting type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25880"/>
          <a:ext cx="11521440" cy="455371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377440"/>
                <a:gridCol w="2926080"/>
                <a:gridCol w="5120640"/>
                <a:gridCol w="1097280"/>
              </a:tblGrid>
              <a:tr h="329184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Meeting type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Goal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Recommended slides (in this order)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Duration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First meeting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Understand needs, build trust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6, 9, 27, 29, 30, 34, 78, 172, 174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45–60 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Company introduction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Position Körber Pharma Consulting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26, 27, 28, 29, 30, 31, 32, 174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15–20 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Discovery workshop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Analyse the situation, prioritise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7, 10, 35, 36, 37, 38, 40, 99, 172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3–4 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Solution &amp; proposal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Convince, prepare the decision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7, 9, 34, 47, 52, 53, 56, 61, 63, 32, 79, 71, 73, 54, 76, 174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60–90 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Project kick-off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Shared understanding, rules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8, 9, 133, 61, 63, 67, 68, 69, 172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2–3 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Steering committee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Transparency, decisions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8, 9, 134, 135, 136, 137, 138, 139, 172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60 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Analysis readout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Present findings, align priorities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7, 9, 22, 91, 92, 93, 94, 107, 115, 172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60–90 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Concept &amp; roadmap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Agree target picture and roadmap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7, 9, 22, 108, 109, 111, 112, 114, 56, 54, 172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60–90 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Validation kick-off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Align CQV approach and roles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8, 9, 117, 118, 119, 63, 68, 172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2 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Go-live readiness review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Go / no-go decision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8, 134, 121, 129, 124, 130, 131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60 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Customer workshop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Co-create results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7, 143, 144, 145, 148, 146, 147, 172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3–4 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352044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accent1"/>
                          </a:solidFill>
                        </a:rPr>
                        <a:t>Account planning (internal)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Steer the account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150, 42, 43, 44, 151, 152, 153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90 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Basic</a:t>
            </a:r>
          </a:p>
          <a:p>
            <a:r>
              <a:t>slides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  <a:p>
            <a:r>
              <a:t>in up to two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Confidential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[Day Month Year], [Location]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Subtitle: occasion, customer, purpose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12.jpe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845" b="7845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  <a:p>
            <a:r>
              <a:t>in up to two lines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Confidential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[Day Month Year], [Location]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Subtitle: occasion, customer, purpose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Confidential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[Day Month Year], [Location]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  <a:p>
            <a:r>
              <a:t>in up to two lines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Subtitle: occasion, customer, purpose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Agenda item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Agenda item 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9" sz="quarter"/>
          </p:nvPr>
        </p:nvSpPr>
        <p:spPr/>
        <p:txBody>
          <a:bodyPr/>
          <a:lstStyle/>
          <a:p>
            <a:r>
              <a:t>Agenda item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1" sz="quarter"/>
          </p:nvPr>
        </p:nvSpPr>
        <p:spPr/>
        <p:txBody>
          <a:bodyPr/>
          <a:lstStyle/>
          <a:p>
            <a:r>
              <a:t>Agenda item 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Agenda item 5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Agenda with timing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40156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645920"/>
                <a:gridCol w="3291840"/>
                <a:gridCol w="4572000"/>
                <a:gridCol w="2011680"/>
              </a:tblGrid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Topic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Outcome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00:00 – 00:00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Topic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Expected outcome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00:00 – 00:00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Topic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Expected outcome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00:00 – 00:00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Topic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Expected outcome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00:00 – 00:00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Topic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Expected outcome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00:00 – 00:00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Topic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Expected outcome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5" sz="quarter"/>
          </p:nvPr>
        </p:nvSpPr>
        <p:spPr/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Main statement in one or two lines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chemeClr val="tx1"/>
                </a:solidFill>
              </a:rPr>
              <a:t>Supporting point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chemeClr val="tx1"/>
                </a:solidFill>
              </a:rPr>
              <a:t>Supporting point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chemeClr val="tx1"/>
                </a:solidFill>
              </a:rPr>
              <a:t>Supporting point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Key message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828800"/>
            <a:ext cx="868680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tx1"/>
                </a:solidFill>
              </a:rPr>
              <a:t>One key message that the audience should remember – in up to three 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448056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Supporting sentence with context or evidence.</a:t>
            </a:r>
          </a:p>
        </p:txBody>
      </p:sp>
      <p:sp>
        <p:nvSpPr>
          <p:cNvPr id="8" name="Disturber"/>
          <p:cNvSpPr/>
          <p:nvPr/>
        </p:nvSpPr>
        <p:spPr>
          <a:xfrm>
            <a:off x="9601200" y="2103120"/>
            <a:ext cx="2011680" cy="2011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137160" rIns="137160" bIns="13716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3000" b="0" i="0">
                <a:solidFill>
                  <a:schemeClr val="bg1"/>
                </a:solidFill>
              </a:rPr>
              <a:t>00%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Key figure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Two columns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1371600"/>
            <a:ext cx="55321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38328" y="1481328"/>
            <a:ext cx="5532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755648"/>
            <a:ext cx="55321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157984"/>
            <a:ext cx="553212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Third point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27648" y="1371600"/>
            <a:ext cx="55321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327648" y="1481328"/>
            <a:ext cx="5532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755648"/>
            <a:ext cx="55321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157984"/>
            <a:ext cx="553212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Third point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Three columns with icons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Icon lightbulb"/>
          <p:cNvSpPr/>
          <p:nvPr/>
        </p:nvSpPr>
        <p:spPr>
          <a:xfrm>
            <a:off x="33832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4615"/>
                </a:moveTo>
                <a:quadBezTo>
                  <a:pt x="45238" y="84615"/>
                  <a:pt x="43196" y="82765"/>
                </a:quadBezTo>
                <a:quadBezTo>
                  <a:pt x="41154" y="80915"/>
                  <a:pt x="40769" y="78154"/>
                </a:quadBezTo>
                <a:lnTo>
                  <a:pt x="55231" y="78154"/>
                </a:lnTo>
                <a:quadBezTo>
                  <a:pt x="54846" y="80915"/>
                  <a:pt x="52804" y="82765"/>
                </a:quadBezTo>
                <a:quadBezTo>
                  <a:pt x="50762" y="84615"/>
                  <a:pt x="48000" y="84615"/>
                </a:quadBezTo>
                <a:close/>
                <a:moveTo>
                  <a:pt x="34000" y="71077"/>
                </a:moveTo>
                <a:lnTo>
                  <a:pt x="34000" y="67077"/>
                </a:lnTo>
                <a:lnTo>
                  <a:pt x="62000" y="67077"/>
                </a:lnTo>
                <a:lnTo>
                  <a:pt x="62000" y="71077"/>
                </a:lnTo>
                <a:lnTo>
                  <a:pt x="34000" y="71077"/>
                </a:lnTo>
                <a:close/>
                <a:moveTo>
                  <a:pt x="34231" y="60000"/>
                </a:moveTo>
                <a:quadBezTo>
                  <a:pt x="28562" y="56285"/>
                  <a:pt x="25281" y="50577"/>
                </a:quadBezTo>
                <a:quadBezTo>
                  <a:pt x="22000" y="44869"/>
                  <a:pt x="22000" y="38000"/>
                </a:quadBezTo>
                <a:quadBezTo>
                  <a:pt x="22000" y="27115"/>
                  <a:pt x="29558" y="19558"/>
                </a:quadBezTo>
                <a:quadBezTo>
                  <a:pt x="37115" y="12000"/>
                  <a:pt x="48000" y="12000"/>
                </a:quadBezTo>
                <a:quadBezTo>
                  <a:pt x="58885" y="12000"/>
                  <a:pt x="66442" y="19558"/>
                </a:quadBezTo>
                <a:quadBezTo>
                  <a:pt x="74000" y="27115"/>
                  <a:pt x="74000" y="38000"/>
                </a:quadBezTo>
                <a:quadBezTo>
                  <a:pt x="74000" y="44869"/>
                  <a:pt x="70719" y="50577"/>
                </a:quadBezTo>
                <a:quadBezTo>
                  <a:pt x="67438" y="56285"/>
                  <a:pt x="61769" y="60000"/>
                </a:quadBezTo>
                <a:lnTo>
                  <a:pt x="34231" y="60000"/>
                </a:lnTo>
                <a:close/>
                <a:moveTo>
                  <a:pt x="35400" y="56000"/>
                </a:moveTo>
                <a:lnTo>
                  <a:pt x="60600" y="56000"/>
                </a:lnTo>
                <a:quadBezTo>
                  <a:pt x="65100" y="52800"/>
                  <a:pt x="67550" y="48100"/>
                </a:quadBezTo>
                <a:quadBezTo>
                  <a:pt x="70000" y="43400"/>
                  <a:pt x="70000" y="38000"/>
                </a:quadBezTo>
                <a:quadBezTo>
                  <a:pt x="70000" y="28800"/>
                  <a:pt x="63600" y="22400"/>
                </a:quadBezTo>
                <a:quadBezTo>
                  <a:pt x="57200" y="16000"/>
                  <a:pt x="48000" y="16000"/>
                </a:quadBezTo>
                <a:quadBezTo>
                  <a:pt x="38800" y="16000"/>
                  <a:pt x="32400" y="22400"/>
                </a:quadBezTo>
                <a:quadBezTo>
                  <a:pt x="26000" y="28800"/>
                  <a:pt x="26000" y="38000"/>
                </a:quadBezTo>
                <a:quadBezTo>
                  <a:pt x="26000" y="43400"/>
                  <a:pt x="28450" y="48100"/>
                </a:quadBezTo>
                <a:quadBezTo>
                  <a:pt x="30900" y="52800"/>
                  <a:pt x="35400" y="56000"/>
                </a:quadBezTo>
                <a:close/>
                <a:moveTo>
                  <a:pt x="48000" y="5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7" name="Connector 6"/>
          <p:cNvCxnSpPr/>
          <p:nvPr/>
        </p:nvCxnSpPr>
        <p:spPr>
          <a:xfrm>
            <a:off x="338328" y="19202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38328" y="2029968"/>
            <a:ext cx="353568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432304"/>
            <a:ext cx="35356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0" name="Icon target"/>
          <p:cNvSpPr/>
          <p:nvPr/>
        </p:nvSpPr>
        <p:spPr>
          <a:xfrm>
            <a:off x="433120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18" y="68000"/>
                </a:moveTo>
                <a:quadBezTo>
                  <a:pt x="39692" y="68000"/>
                  <a:pt x="33846" y="62172"/>
                </a:quadBezTo>
                <a:quadBezTo>
                  <a:pt x="28000" y="56344"/>
                  <a:pt x="28000" y="48018"/>
                </a:quadBezTo>
                <a:quadBezTo>
                  <a:pt x="28000" y="39692"/>
                  <a:pt x="33828" y="33846"/>
                </a:quadBezTo>
                <a:quadBezTo>
                  <a:pt x="39656" y="28000"/>
                  <a:pt x="47982" y="28000"/>
                </a:quadBezTo>
                <a:quadBezTo>
                  <a:pt x="56308" y="28000"/>
                  <a:pt x="62154" y="33828"/>
                </a:quadBezTo>
                <a:quadBezTo>
                  <a:pt x="68000" y="39656"/>
                  <a:pt x="68000" y="47982"/>
                </a:quadBezTo>
                <a:quadBezTo>
                  <a:pt x="68000" y="56308"/>
                  <a:pt x="62172" y="62154"/>
                </a:quadBezTo>
                <a:quadBezTo>
                  <a:pt x="56344" y="68000"/>
                  <a:pt x="48018" y="68000"/>
                </a:quadBezTo>
                <a:close/>
                <a:moveTo>
                  <a:pt x="48000" y="64000"/>
                </a:moveTo>
                <a:quadBezTo>
                  <a:pt x="54600" y="64000"/>
                  <a:pt x="59300" y="59300"/>
                </a:quadBezTo>
                <a:quadBezTo>
                  <a:pt x="64000" y="54600"/>
                  <a:pt x="64000" y="48000"/>
                </a:quadBezTo>
                <a:quadBezTo>
                  <a:pt x="64000" y="41400"/>
                  <a:pt x="59300" y="36700"/>
                </a:quadBezTo>
                <a:quadBezTo>
                  <a:pt x="54600" y="32000"/>
                  <a:pt x="48000" y="32000"/>
                </a:quadBezTo>
                <a:quadBezTo>
                  <a:pt x="41400" y="32000"/>
                  <a:pt x="36700" y="36700"/>
                </a:quadBezTo>
                <a:quadBezTo>
                  <a:pt x="32000" y="41400"/>
                  <a:pt x="32000" y="48000"/>
                </a:quadBezTo>
                <a:quadBezTo>
                  <a:pt x="32000" y="54600"/>
                  <a:pt x="36700" y="59300"/>
                </a:quadBezTo>
                <a:quadBezTo>
                  <a:pt x="41400" y="64000"/>
                  <a:pt x="48000" y="64000"/>
                </a:quadBezTo>
                <a:close/>
                <a:moveTo>
                  <a:pt x="48000" y="52000"/>
                </a:moveTo>
                <a:quadBezTo>
                  <a:pt x="46392" y="52000"/>
                  <a:pt x="45196" y="50804"/>
                </a:quadBezTo>
                <a:quadBezTo>
                  <a:pt x="44000" y="49608"/>
                  <a:pt x="44000" y="48000"/>
                </a:quadBezTo>
                <a:quadBezTo>
                  <a:pt x="44000" y="46392"/>
                  <a:pt x="45196" y="45196"/>
                </a:quadBezTo>
                <a:quadBezTo>
                  <a:pt x="46392" y="44000"/>
                  <a:pt x="48000" y="44000"/>
                </a:quadBezTo>
                <a:quadBezTo>
                  <a:pt x="49608" y="44000"/>
                  <a:pt x="50804" y="45196"/>
                </a:quadBezTo>
                <a:quadBezTo>
                  <a:pt x="52000" y="46392"/>
                  <a:pt x="52000" y="48000"/>
                </a:quadBezTo>
                <a:quadBezTo>
                  <a:pt x="52000" y="49608"/>
                  <a:pt x="50804" y="50804"/>
                </a:quadBezTo>
                <a:quadBezTo>
                  <a:pt x="49608" y="52000"/>
                  <a:pt x="48000" y="52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1" name="Connector 10"/>
          <p:cNvCxnSpPr/>
          <p:nvPr/>
        </p:nvCxnSpPr>
        <p:spPr>
          <a:xfrm>
            <a:off x="4331208" y="19202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331208" y="2029968"/>
            <a:ext cx="353568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1208" y="2432304"/>
            <a:ext cx="35356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4" name="Icon trending_up"/>
          <p:cNvSpPr/>
          <p:nvPr/>
        </p:nvSpPr>
        <p:spPr>
          <a:xfrm>
            <a:off x="832408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831" y="68385"/>
                </a:moveTo>
                <a:lnTo>
                  <a:pt x="12000" y="65554"/>
                </a:lnTo>
                <a:lnTo>
                  <a:pt x="37215" y="40138"/>
                </a:lnTo>
                <a:lnTo>
                  <a:pt x="53215" y="56138"/>
                </a:lnTo>
                <a:lnTo>
                  <a:pt x="77323" y="32385"/>
                </a:lnTo>
                <a:lnTo>
                  <a:pt x="64000" y="32385"/>
                </a:lnTo>
                <a:lnTo>
                  <a:pt x="64000" y="28385"/>
                </a:lnTo>
                <a:lnTo>
                  <a:pt x="84000" y="28385"/>
                </a:lnTo>
                <a:lnTo>
                  <a:pt x="84000" y="48385"/>
                </a:lnTo>
                <a:lnTo>
                  <a:pt x="80000" y="48385"/>
                </a:lnTo>
                <a:lnTo>
                  <a:pt x="80000" y="35215"/>
                </a:lnTo>
                <a:lnTo>
                  <a:pt x="53215" y="62000"/>
                </a:lnTo>
                <a:lnTo>
                  <a:pt x="37215" y="46000"/>
                </a:lnTo>
                <a:lnTo>
                  <a:pt x="14831" y="683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5" name="Connector 14"/>
          <p:cNvCxnSpPr/>
          <p:nvPr/>
        </p:nvCxnSpPr>
        <p:spPr>
          <a:xfrm>
            <a:off x="8324088" y="19202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324088" y="2029968"/>
            <a:ext cx="353568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2432304"/>
            <a:ext cx="35356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Four cards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2674620" cy="2743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con groups"/>
          <p:cNvSpPr/>
          <p:nvPr/>
        </p:nvSpPr>
        <p:spPr>
          <a:xfrm>
            <a:off x="539496" y="1572768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" y="70308"/>
                </a:moveTo>
                <a:lnTo>
                  <a:pt x="4000" y="66854"/>
                </a:lnTo>
                <a:quadBezTo>
                  <a:pt x="4000" y="63169"/>
                  <a:pt x="7938" y="60738"/>
                </a:quadBezTo>
                <a:quadBezTo>
                  <a:pt x="11877" y="58308"/>
                  <a:pt x="18077" y="58308"/>
                </a:quadBezTo>
                <a:quadBezTo>
                  <a:pt x="18992" y="58308"/>
                  <a:pt x="20038" y="58396"/>
                </a:quadBezTo>
                <a:quadBezTo>
                  <a:pt x="21085" y="58485"/>
                  <a:pt x="22262" y="58685"/>
                </a:quadBezTo>
                <a:quadBezTo>
                  <a:pt x="21323" y="60323"/>
                  <a:pt x="20892" y="62046"/>
                </a:quadBezTo>
                <a:quadBezTo>
                  <a:pt x="20462" y="63769"/>
                  <a:pt x="20462" y="65500"/>
                </a:quadBezTo>
                <a:lnTo>
                  <a:pt x="20462" y="70308"/>
                </a:lnTo>
                <a:lnTo>
                  <a:pt x="4000" y="70308"/>
                </a:lnTo>
                <a:close/>
                <a:moveTo>
                  <a:pt x="28000" y="70308"/>
                </a:moveTo>
                <a:lnTo>
                  <a:pt x="28000" y="65808"/>
                </a:lnTo>
                <a:quadBezTo>
                  <a:pt x="28000" y="63390"/>
                  <a:pt x="29404" y="61387"/>
                </a:quadBezTo>
                <a:quadBezTo>
                  <a:pt x="30808" y="59385"/>
                  <a:pt x="33546" y="57923"/>
                </a:quadBezTo>
                <a:quadBezTo>
                  <a:pt x="36285" y="56462"/>
                  <a:pt x="39927" y="55731"/>
                </a:quadBezTo>
                <a:quadBezTo>
                  <a:pt x="43569" y="55000"/>
                  <a:pt x="47969" y="55000"/>
                </a:quadBezTo>
                <a:quadBezTo>
                  <a:pt x="52454" y="55000"/>
                  <a:pt x="56096" y="55731"/>
                </a:quadBezTo>
                <a:quadBezTo>
                  <a:pt x="59738" y="56462"/>
                  <a:pt x="62477" y="57923"/>
                </a:quadBezTo>
                <a:quadBezTo>
                  <a:pt x="65215" y="59385"/>
                  <a:pt x="66608" y="61387"/>
                </a:quadBezTo>
                <a:quadBezTo>
                  <a:pt x="68000" y="63390"/>
                  <a:pt x="68000" y="65808"/>
                </a:quadBezTo>
                <a:lnTo>
                  <a:pt x="68000" y="70308"/>
                </a:lnTo>
                <a:lnTo>
                  <a:pt x="28000" y="70308"/>
                </a:lnTo>
                <a:close/>
                <a:moveTo>
                  <a:pt x="75538" y="70308"/>
                </a:moveTo>
                <a:lnTo>
                  <a:pt x="75538" y="65523"/>
                </a:lnTo>
                <a:quadBezTo>
                  <a:pt x="75538" y="63609"/>
                  <a:pt x="75119" y="61916"/>
                </a:quadBezTo>
                <a:quadBezTo>
                  <a:pt x="74700" y="60223"/>
                  <a:pt x="73862" y="58685"/>
                </a:quadBezTo>
                <a:quadBezTo>
                  <a:pt x="75115" y="58485"/>
                  <a:pt x="76112" y="58396"/>
                </a:quadBezTo>
                <a:quadBezTo>
                  <a:pt x="77108" y="58308"/>
                  <a:pt x="78000" y="58308"/>
                </a:quadBezTo>
                <a:quadBezTo>
                  <a:pt x="84200" y="58308"/>
                  <a:pt x="88100" y="60727"/>
                </a:quadBezTo>
                <a:quadBezTo>
                  <a:pt x="92000" y="63146"/>
                  <a:pt x="92000" y="66854"/>
                </a:quadBezTo>
                <a:lnTo>
                  <a:pt x="92000" y="70308"/>
                </a:lnTo>
                <a:lnTo>
                  <a:pt x="75538" y="70308"/>
                </a:lnTo>
                <a:close/>
                <a:moveTo>
                  <a:pt x="32115" y="66308"/>
                </a:moveTo>
                <a:lnTo>
                  <a:pt x="63908" y="66308"/>
                </a:lnTo>
                <a:lnTo>
                  <a:pt x="63908" y="65462"/>
                </a:lnTo>
                <a:quadBezTo>
                  <a:pt x="63677" y="62615"/>
                  <a:pt x="59242" y="60808"/>
                </a:quadBezTo>
                <a:quadBezTo>
                  <a:pt x="54808" y="59000"/>
                  <a:pt x="48000" y="59000"/>
                </a:quadBezTo>
                <a:quadBezTo>
                  <a:pt x="41192" y="59000"/>
                  <a:pt x="36758" y="60808"/>
                </a:quadBezTo>
                <a:quadBezTo>
                  <a:pt x="32323" y="62615"/>
                  <a:pt x="32115" y="65462"/>
                </a:quadBezTo>
                <a:lnTo>
                  <a:pt x="32115" y="66308"/>
                </a:lnTo>
                <a:close/>
                <a:moveTo>
                  <a:pt x="18056" y="54538"/>
                </a:moveTo>
                <a:quadBezTo>
                  <a:pt x="15700" y="54538"/>
                  <a:pt x="14042" y="52866"/>
                </a:quadBezTo>
                <a:quadBezTo>
                  <a:pt x="12385" y="51194"/>
                  <a:pt x="12385" y="48846"/>
                </a:quadBezTo>
                <a:quadBezTo>
                  <a:pt x="12385" y="46523"/>
                  <a:pt x="14057" y="44877"/>
                </a:quadBezTo>
                <a:quadBezTo>
                  <a:pt x="15729" y="43231"/>
                  <a:pt x="18077" y="43231"/>
                </a:quadBezTo>
                <a:quadBezTo>
                  <a:pt x="20400" y="43231"/>
                  <a:pt x="22085" y="44877"/>
                </a:quadBezTo>
                <a:quadBezTo>
                  <a:pt x="23769" y="46523"/>
                  <a:pt x="23769" y="48869"/>
                </a:quadBezTo>
                <a:quadBezTo>
                  <a:pt x="23769" y="51146"/>
                  <a:pt x="22127" y="52842"/>
                </a:quadBezTo>
                <a:quadBezTo>
                  <a:pt x="20484" y="54538"/>
                  <a:pt x="18056" y="54538"/>
                </a:quadBezTo>
                <a:close/>
                <a:moveTo>
                  <a:pt x="78000" y="54538"/>
                </a:moveTo>
                <a:quadBezTo>
                  <a:pt x="75700" y="54538"/>
                  <a:pt x="74004" y="52842"/>
                </a:quadBezTo>
                <a:quadBezTo>
                  <a:pt x="72308" y="51146"/>
                  <a:pt x="72308" y="48869"/>
                </a:quadBezTo>
                <a:quadBezTo>
                  <a:pt x="72308" y="46523"/>
                  <a:pt x="74004" y="44877"/>
                </a:quadBezTo>
                <a:quadBezTo>
                  <a:pt x="75700" y="43231"/>
                  <a:pt x="78015" y="43231"/>
                </a:quadBezTo>
                <a:quadBezTo>
                  <a:pt x="80400" y="43231"/>
                  <a:pt x="82046" y="44877"/>
                </a:quadBezTo>
                <a:quadBezTo>
                  <a:pt x="83692" y="46523"/>
                  <a:pt x="83692" y="48846"/>
                </a:quadBezTo>
                <a:quadBezTo>
                  <a:pt x="83692" y="51194"/>
                  <a:pt x="82056" y="52866"/>
                </a:quadBezTo>
                <a:quadBezTo>
                  <a:pt x="80419" y="54538"/>
                  <a:pt x="78000" y="54538"/>
                </a:quadBezTo>
                <a:close/>
                <a:moveTo>
                  <a:pt x="48027" y="52000"/>
                </a:moveTo>
                <a:quadBezTo>
                  <a:pt x="44385" y="52000"/>
                  <a:pt x="41808" y="49442"/>
                </a:quadBezTo>
                <a:quadBezTo>
                  <a:pt x="39231" y="46885"/>
                  <a:pt x="39231" y="43231"/>
                </a:quadBezTo>
                <a:quadBezTo>
                  <a:pt x="39231" y="39504"/>
                  <a:pt x="41788" y="36983"/>
                </a:quadBezTo>
                <a:quadBezTo>
                  <a:pt x="44346" y="34461"/>
                  <a:pt x="48000" y="34461"/>
                </a:quadBezTo>
                <a:quadBezTo>
                  <a:pt x="51727" y="34461"/>
                  <a:pt x="54248" y="36975"/>
                </a:quadBezTo>
                <a:quadBezTo>
                  <a:pt x="56769" y="39488"/>
                  <a:pt x="56769" y="43204"/>
                </a:quadBezTo>
                <a:quadBezTo>
                  <a:pt x="56769" y="46846"/>
                  <a:pt x="54256" y="49423"/>
                </a:quadBezTo>
                <a:quadBezTo>
                  <a:pt x="51743" y="52000"/>
                  <a:pt x="48027" y="52000"/>
                </a:quadBezTo>
                <a:close/>
                <a:moveTo>
                  <a:pt x="48038" y="48000"/>
                </a:moveTo>
                <a:quadBezTo>
                  <a:pt x="50008" y="48000"/>
                  <a:pt x="51388" y="46581"/>
                </a:quadBezTo>
                <a:quadBezTo>
                  <a:pt x="52769" y="45161"/>
                  <a:pt x="52769" y="43192"/>
                </a:quadBezTo>
                <a:quadBezTo>
                  <a:pt x="52769" y="41223"/>
                  <a:pt x="51398" y="39842"/>
                </a:quadBezTo>
                <a:quadBezTo>
                  <a:pt x="50027" y="38461"/>
                  <a:pt x="48000" y="38461"/>
                </a:quadBezTo>
                <a:quadBezTo>
                  <a:pt x="46069" y="38461"/>
                  <a:pt x="44650" y="39833"/>
                </a:quadBezTo>
                <a:quadBezTo>
                  <a:pt x="43231" y="41204"/>
                  <a:pt x="43231" y="43231"/>
                </a:quadBezTo>
                <a:quadBezTo>
                  <a:pt x="43231" y="45161"/>
                  <a:pt x="44650" y="46581"/>
                </a:quadBezTo>
                <a:quadBezTo>
                  <a:pt x="46069" y="48000"/>
                  <a:pt x="48038" y="48000"/>
                </a:quadBezTo>
                <a:close/>
                <a:moveTo>
                  <a:pt x="48023" y="66308"/>
                </a:moveTo>
                <a:close/>
                <a:moveTo>
                  <a:pt x="48000" y="43231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539496" y="2075688"/>
            <a:ext cx="227228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459736"/>
            <a:ext cx="2272284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7268" y="1371600"/>
            <a:ext cx="2674620" cy="2743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Icon settings"/>
          <p:cNvSpPr/>
          <p:nvPr/>
        </p:nvSpPr>
        <p:spPr>
          <a:xfrm>
            <a:off x="3488436" y="1572768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538" y="84000"/>
                </a:moveTo>
                <a:lnTo>
                  <a:pt x="39092" y="72431"/>
                </a:lnTo>
                <a:quadBezTo>
                  <a:pt x="37177" y="71854"/>
                  <a:pt x="34950" y="70615"/>
                </a:quadBezTo>
                <a:quadBezTo>
                  <a:pt x="32723" y="69377"/>
                  <a:pt x="31162" y="67962"/>
                </a:quadBezTo>
                <a:lnTo>
                  <a:pt x="20492" y="72500"/>
                </a:lnTo>
                <a:lnTo>
                  <a:pt x="13031" y="59500"/>
                </a:lnTo>
                <a:lnTo>
                  <a:pt x="22254" y="52546"/>
                </a:lnTo>
                <a:quadBezTo>
                  <a:pt x="22077" y="51462"/>
                  <a:pt x="21962" y="50312"/>
                </a:quadBezTo>
                <a:quadBezTo>
                  <a:pt x="21846" y="49162"/>
                  <a:pt x="21846" y="48077"/>
                </a:quadBezTo>
                <a:quadBezTo>
                  <a:pt x="21846" y="47069"/>
                  <a:pt x="21962" y="45958"/>
                </a:quadBezTo>
                <a:quadBezTo>
                  <a:pt x="22077" y="44846"/>
                  <a:pt x="22254" y="43454"/>
                </a:quadBezTo>
                <a:lnTo>
                  <a:pt x="13031" y="36500"/>
                </a:lnTo>
                <a:lnTo>
                  <a:pt x="20492" y="23654"/>
                </a:lnTo>
                <a:lnTo>
                  <a:pt x="31085" y="28115"/>
                </a:lnTo>
                <a:quadBezTo>
                  <a:pt x="32877" y="26623"/>
                  <a:pt x="34962" y="25423"/>
                </a:quadBezTo>
                <a:quadBezTo>
                  <a:pt x="37046" y="24223"/>
                  <a:pt x="39015" y="23569"/>
                </a:quadBezTo>
                <a:lnTo>
                  <a:pt x="40538" y="12000"/>
                </a:lnTo>
                <a:lnTo>
                  <a:pt x="55462" y="12000"/>
                </a:lnTo>
                <a:lnTo>
                  <a:pt x="56908" y="23646"/>
                </a:lnTo>
                <a:quadBezTo>
                  <a:pt x="59208" y="24454"/>
                  <a:pt x="60973" y="25500"/>
                </a:quadBezTo>
                <a:quadBezTo>
                  <a:pt x="62738" y="26546"/>
                  <a:pt x="64608" y="28115"/>
                </a:quadBezTo>
                <a:lnTo>
                  <a:pt x="75508" y="23654"/>
                </a:lnTo>
                <a:lnTo>
                  <a:pt x="82969" y="36500"/>
                </a:lnTo>
                <a:lnTo>
                  <a:pt x="73438" y="43685"/>
                </a:lnTo>
                <a:quadBezTo>
                  <a:pt x="73769" y="44923"/>
                  <a:pt x="73808" y="45958"/>
                </a:quadBezTo>
                <a:quadBezTo>
                  <a:pt x="73846" y="46992"/>
                  <a:pt x="73846" y="48000"/>
                </a:quadBezTo>
                <a:quadBezTo>
                  <a:pt x="73846" y="48931"/>
                  <a:pt x="73769" y="49965"/>
                </a:quadBezTo>
                <a:quadBezTo>
                  <a:pt x="73692" y="51000"/>
                  <a:pt x="73415" y="52469"/>
                </a:quadBezTo>
                <a:lnTo>
                  <a:pt x="82792" y="59500"/>
                </a:lnTo>
                <a:lnTo>
                  <a:pt x="75331" y="72500"/>
                </a:lnTo>
                <a:lnTo>
                  <a:pt x="64608" y="67885"/>
                </a:lnTo>
                <a:quadBezTo>
                  <a:pt x="62738" y="69454"/>
                  <a:pt x="60846" y="70577"/>
                </a:quadBezTo>
                <a:quadBezTo>
                  <a:pt x="58954" y="71700"/>
                  <a:pt x="56908" y="72354"/>
                </a:quadBezTo>
                <a:lnTo>
                  <a:pt x="55462" y="84000"/>
                </a:lnTo>
                <a:lnTo>
                  <a:pt x="40538" y="84000"/>
                </a:lnTo>
                <a:close/>
                <a:moveTo>
                  <a:pt x="44000" y="80000"/>
                </a:moveTo>
                <a:lnTo>
                  <a:pt x="51823" y="80000"/>
                </a:lnTo>
                <a:lnTo>
                  <a:pt x="53300" y="69169"/>
                </a:lnTo>
                <a:quadBezTo>
                  <a:pt x="56323" y="68369"/>
                  <a:pt x="58742" y="66973"/>
                </a:quadBezTo>
                <a:quadBezTo>
                  <a:pt x="61162" y="65577"/>
                  <a:pt x="63669" y="63146"/>
                </a:quadBezTo>
                <a:lnTo>
                  <a:pt x="73646" y="67400"/>
                </a:lnTo>
                <a:lnTo>
                  <a:pt x="77623" y="60600"/>
                </a:lnTo>
                <a:lnTo>
                  <a:pt x="68869" y="54023"/>
                </a:lnTo>
                <a:quadBezTo>
                  <a:pt x="69369" y="52315"/>
                  <a:pt x="69531" y="50881"/>
                </a:quadBezTo>
                <a:quadBezTo>
                  <a:pt x="69692" y="49446"/>
                  <a:pt x="69692" y="48000"/>
                </a:quadBezTo>
                <a:quadBezTo>
                  <a:pt x="69692" y="46477"/>
                  <a:pt x="69531" y="45119"/>
                </a:quadBezTo>
                <a:quadBezTo>
                  <a:pt x="69369" y="43762"/>
                  <a:pt x="68869" y="42131"/>
                </a:quadBezTo>
                <a:lnTo>
                  <a:pt x="77777" y="35400"/>
                </a:lnTo>
                <a:lnTo>
                  <a:pt x="73800" y="28600"/>
                </a:lnTo>
                <a:lnTo>
                  <a:pt x="63592" y="32877"/>
                </a:lnTo>
                <a:quadBezTo>
                  <a:pt x="61777" y="30885"/>
                  <a:pt x="58819" y="29142"/>
                </a:quadBezTo>
                <a:quadBezTo>
                  <a:pt x="55862" y="27400"/>
                  <a:pt x="53223" y="26831"/>
                </a:quadBezTo>
                <a:lnTo>
                  <a:pt x="52000" y="16000"/>
                </a:lnTo>
                <a:lnTo>
                  <a:pt x="44023" y="16000"/>
                </a:lnTo>
                <a:lnTo>
                  <a:pt x="42777" y="26754"/>
                </a:lnTo>
                <a:quadBezTo>
                  <a:pt x="39754" y="27400"/>
                  <a:pt x="37219" y="28835"/>
                </a:quadBezTo>
                <a:quadBezTo>
                  <a:pt x="34685" y="30269"/>
                  <a:pt x="32177" y="32777"/>
                </a:quadBezTo>
                <a:lnTo>
                  <a:pt x="22200" y="28600"/>
                </a:lnTo>
                <a:lnTo>
                  <a:pt x="18223" y="35400"/>
                </a:lnTo>
                <a:lnTo>
                  <a:pt x="26900" y="41877"/>
                </a:lnTo>
                <a:quadBezTo>
                  <a:pt x="26400" y="43223"/>
                  <a:pt x="26200" y="44800"/>
                </a:quadBezTo>
                <a:quadBezTo>
                  <a:pt x="26000" y="46377"/>
                  <a:pt x="26000" y="48077"/>
                </a:quadBezTo>
                <a:quadBezTo>
                  <a:pt x="26000" y="49600"/>
                  <a:pt x="26200" y="51100"/>
                </a:quadBezTo>
                <a:quadBezTo>
                  <a:pt x="26400" y="52600"/>
                  <a:pt x="26823" y="54023"/>
                </a:quadBezTo>
                <a:lnTo>
                  <a:pt x="18223" y="60600"/>
                </a:lnTo>
                <a:lnTo>
                  <a:pt x="22200" y="67400"/>
                </a:lnTo>
                <a:lnTo>
                  <a:pt x="32100" y="63200"/>
                </a:lnTo>
                <a:quadBezTo>
                  <a:pt x="34454" y="65577"/>
                  <a:pt x="36988" y="67012"/>
                </a:quadBezTo>
                <a:quadBezTo>
                  <a:pt x="39523" y="68446"/>
                  <a:pt x="42700" y="69246"/>
                </a:quadBezTo>
                <a:lnTo>
                  <a:pt x="44000" y="80000"/>
                </a:lnTo>
                <a:close/>
                <a:moveTo>
                  <a:pt x="47892" y="58000"/>
                </a:moveTo>
                <a:quadBezTo>
                  <a:pt x="52077" y="58000"/>
                  <a:pt x="54985" y="55092"/>
                </a:quadBezTo>
                <a:quadBezTo>
                  <a:pt x="57892" y="52185"/>
                  <a:pt x="57892" y="48000"/>
                </a:quadBezTo>
                <a:quadBezTo>
                  <a:pt x="57892" y="43815"/>
                  <a:pt x="54985" y="40908"/>
                </a:quadBezTo>
                <a:quadBezTo>
                  <a:pt x="52077" y="38000"/>
                  <a:pt x="47892" y="38000"/>
                </a:quadBezTo>
                <a:quadBezTo>
                  <a:pt x="43685" y="38000"/>
                  <a:pt x="40788" y="40908"/>
                </a:quadBezTo>
                <a:quadBezTo>
                  <a:pt x="37892" y="43815"/>
                  <a:pt x="37892" y="48000"/>
                </a:quadBezTo>
                <a:quadBezTo>
                  <a:pt x="37892" y="52185"/>
                  <a:pt x="40788" y="55092"/>
                </a:quadBezTo>
                <a:quadBezTo>
                  <a:pt x="43685" y="58000"/>
                  <a:pt x="47892" y="58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3488436" y="2075688"/>
            <a:ext cx="227228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8436" y="2459736"/>
            <a:ext cx="2272284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371600"/>
            <a:ext cx="2674620" cy="2743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verified"/>
          <p:cNvSpPr/>
          <p:nvPr/>
        </p:nvSpPr>
        <p:spPr>
          <a:xfrm>
            <a:off x="6437376" y="1572768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6437376" y="2075688"/>
            <a:ext cx="227228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459736"/>
            <a:ext cx="2272284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5148" y="1371600"/>
            <a:ext cx="2674620" cy="2743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 speed"/>
          <p:cNvSpPr/>
          <p:nvPr/>
        </p:nvSpPr>
        <p:spPr>
          <a:xfrm>
            <a:off x="9386316" y="1572768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3031" y="60769"/>
                </a:moveTo>
                <a:quadBezTo>
                  <a:pt x="44892" y="62631"/>
                  <a:pt x="47808" y="62465"/>
                </a:quadBezTo>
                <a:quadBezTo>
                  <a:pt x="50723" y="62300"/>
                  <a:pt x="52062" y="60369"/>
                </a:quadBezTo>
                <a:lnTo>
                  <a:pt x="73077" y="31077"/>
                </a:lnTo>
                <a:lnTo>
                  <a:pt x="43631" y="51938"/>
                </a:lnTo>
                <a:quadBezTo>
                  <a:pt x="41623" y="53277"/>
                  <a:pt x="41396" y="56092"/>
                </a:quadBezTo>
                <a:quadBezTo>
                  <a:pt x="41169" y="58908"/>
                  <a:pt x="43031" y="60769"/>
                </a:quadBezTo>
                <a:close/>
                <a:moveTo>
                  <a:pt x="48000" y="20000"/>
                </a:moveTo>
                <a:quadBezTo>
                  <a:pt x="53515" y="20000"/>
                  <a:pt x="58042" y="21342"/>
                </a:quadBezTo>
                <a:quadBezTo>
                  <a:pt x="62569" y="22685"/>
                  <a:pt x="67062" y="25446"/>
                </a:quadBezTo>
                <a:lnTo>
                  <a:pt x="63385" y="27938"/>
                </a:lnTo>
                <a:quadBezTo>
                  <a:pt x="59854" y="26008"/>
                  <a:pt x="56073" y="25004"/>
                </a:quadBezTo>
                <a:quadBezTo>
                  <a:pt x="52292" y="24000"/>
                  <a:pt x="48000" y="24000"/>
                </a:quadBezTo>
                <a:quadBezTo>
                  <a:pt x="34700" y="24000"/>
                  <a:pt x="25350" y="33350"/>
                </a:quadBezTo>
                <a:quadBezTo>
                  <a:pt x="16000" y="42700"/>
                  <a:pt x="16000" y="56000"/>
                </a:quadBezTo>
                <a:quadBezTo>
                  <a:pt x="16000" y="60200"/>
                  <a:pt x="17150" y="64300"/>
                </a:quadBezTo>
                <a:quadBezTo>
                  <a:pt x="18300" y="68400"/>
                  <a:pt x="20400" y="72000"/>
                </a:quadBezTo>
                <a:lnTo>
                  <a:pt x="75600" y="72000"/>
                </a:lnTo>
                <a:quadBezTo>
                  <a:pt x="77900" y="68200"/>
                  <a:pt x="78950" y="64100"/>
                </a:quadBezTo>
                <a:quadBezTo>
                  <a:pt x="80000" y="60000"/>
                  <a:pt x="80000" y="55600"/>
                </a:quadBezTo>
                <a:quadBezTo>
                  <a:pt x="80000" y="52000"/>
                  <a:pt x="79073" y="48023"/>
                </a:quadBezTo>
                <a:quadBezTo>
                  <a:pt x="78146" y="44046"/>
                  <a:pt x="76138" y="40615"/>
                </a:quadBezTo>
                <a:lnTo>
                  <a:pt x="78631" y="36938"/>
                </a:lnTo>
                <a:quadBezTo>
                  <a:pt x="81554" y="41946"/>
                  <a:pt x="82765" y="46362"/>
                </a:quadBezTo>
                <a:quadBezTo>
                  <a:pt x="83977" y="50777"/>
                  <a:pt x="84000" y="55554"/>
                </a:quadBezTo>
                <a:quadBezTo>
                  <a:pt x="84023" y="60715"/>
                  <a:pt x="82854" y="65185"/>
                </a:quadBezTo>
                <a:quadBezTo>
                  <a:pt x="81685" y="69654"/>
                  <a:pt x="79215" y="74200"/>
                </a:quadBezTo>
                <a:quadBezTo>
                  <a:pt x="78731" y="75000"/>
                  <a:pt x="77754" y="75500"/>
                </a:quadBezTo>
                <a:quadBezTo>
                  <a:pt x="76777" y="76000"/>
                  <a:pt x="75600" y="76000"/>
                </a:quadBezTo>
                <a:lnTo>
                  <a:pt x="20400" y="76000"/>
                </a:lnTo>
                <a:quadBezTo>
                  <a:pt x="19300" y="76000"/>
                  <a:pt x="18362" y="75462"/>
                </a:quadBezTo>
                <a:quadBezTo>
                  <a:pt x="17423" y="74923"/>
                  <a:pt x="16785" y="73892"/>
                </a:quadBezTo>
                <a:quadBezTo>
                  <a:pt x="14800" y="70392"/>
                  <a:pt x="13400" y="65996"/>
                </a:quadBezTo>
                <a:quadBezTo>
                  <a:pt x="12000" y="61600"/>
                  <a:pt x="12000" y="56000"/>
                </a:quadBezTo>
                <a:quadBezTo>
                  <a:pt x="12000" y="48623"/>
                  <a:pt x="14798" y="42076"/>
                </a:quadBezTo>
                <a:quadBezTo>
                  <a:pt x="17596" y="35528"/>
                  <a:pt x="22436" y="30606"/>
                </a:quadBezTo>
                <a:quadBezTo>
                  <a:pt x="27277" y="25685"/>
                  <a:pt x="33885" y="22842"/>
                </a:quadBezTo>
                <a:quadBezTo>
                  <a:pt x="40492" y="20000"/>
                  <a:pt x="48000" y="20000"/>
                </a:quadBezTo>
                <a:close/>
                <a:moveTo>
                  <a:pt x="48162" y="478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9386316" y="2075688"/>
            <a:ext cx="227228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6316" y="2459736"/>
            <a:ext cx="2272284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22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Six-box grid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37160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con biotech"/>
          <p:cNvSpPr/>
          <p:nvPr/>
        </p:nvSpPr>
        <p:spPr>
          <a:xfrm>
            <a:off x="457382" y="149065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538" y="82000"/>
                </a:moveTo>
                <a:lnTo>
                  <a:pt x="23538" y="78000"/>
                </a:lnTo>
                <a:lnTo>
                  <a:pt x="43538" y="78000"/>
                </a:lnTo>
                <a:lnTo>
                  <a:pt x="43538" y="66000"/>
                </a:lnTo>
                <a:lnTo>
                  <a:pt x="41538" y="66000"/>
                </a:lnTo>
                <a:quadBezTo>
                  <a:pt x="34068" y="66000"/>
                  <a:pt x="28803" y="60735"/>
                </a:quadBezTo>
                <a:quadBezTo>
                  <a:pt x="23538" y="55470"/>
                  <a:pt x="23538" y="48000"/>
                </a:quadBezTo>
                <a:quadBezTo>
                  <a:pt x="23538" y="42454"/>
                  <a:pt x="26735" y="37908"/>
                </a:quadBezTo>
                <a:quadBezTo>
                  <a:pt x="29931" y="33362"/>
                  <a:pt x="35169" y="31292"/>
                </a:quadBezTo>
                <a:quadBezTo>
                  <a:pt x="35354" y="27200"/>
                  <a:pt x="38681" y="24946"/>
                </a:quadBezTo>
                <a:quadBezTo>
                  <a:pt x="42008" y="22692"/>
                  <a:pt x="45738" y="24000"/>
                </a:quadBezTo>
                <a:lnTo>
                  <a:pt x="43077" y="16723"/>
                </a:lnTo>
                <a:lnTo>
                  <a:pt x="46877" y="15323"/>
                </a:lnTo>
                <a:lnTo>
                  <a:pt x="45477" y="11569"/>
                </a:lnTo>
                <a:lnTo>
                  <a:pt x="50154" y="9846"/>
                </a:lnTo>
                <a:lnTo>
                  <a:pt x="51508" y="13646"/>
                </a:lnTo>
                <a:lnTo>
                  <a:pt x="55000" y="12400"/>
                </a:lnTo>
                <a:lnTo>
                  <a:pt x="64923" y="39477"/>
                </a:lnTo>
                <a:lnTo>
                  <a:pt x="61431" y="40877"/>
                </a:lnTo>
                <a:lnTo>
                  <a:pt x="62831" y="44677"/>
                </a:lnTo>
                <a:lnTo>
                  <a:pt x="58154" y="46400"/>
                </a:lnTo>
                <a:lnTo>
                  <a:pt x="56800" y="42600"/>
                </a:lnTo>
                <a:lnTo>
                  <a:pt x="53000" y="44154"/>
                </a:lnTo>
                <a:lnTo>
                  <a:pt x="50446" y="36785"/>
                </a:lnTo>
                <a:quadBezTo>
                  <a:pt x="49254" y="38492"/>
                  <a:pt x="47381" y="39500"/>
                </a:quadBezTo>
                <a:quadBezTo>
                  <a:pt x="45508" y="40508"/>
                  <a:pt x="43354" y="40462"/>
                </a:quadBezTo>
                <a:quadBezTo>
                  <a:pt x="40846" y="40415"/>
                  <a:pt x="38831" y="38996"/>
                </a:quadBezTo>
                <a:quadBezTo>
                  <a:pt x="36815" y="37577"/>
                  <a:pt x="35800" y="35338"/>
                </a:quadBezTo>
                <a:quadBezTo>
                  <a:pt x="32023" y="37015"/>
                  <a:pt x="29781" y="40408"/>
                </a:quadBezTo>
                <a:quadBezTo>
                  <a:pt x="27538" y="43800"/>
                  <a:pt x="27538" y="48000"/>
                </a:quadBezTo>
                <a:quadBezTo>
                  <a:pt x="27538" y="53833"/>
                  <a:pt x="31622" y="57917"/>
                </a:quadBezTo>
                <a:quadBezTo>
                  <a:pt x="35705" y="62000"/>
                  <a:pt x="41538" y="62000"/>
                </a:quadBezTo>
                <a:lnTo>
                  <a:pt x="71538" y="62000"/>
                </a:lnTo>
                <a:lnTo>
                  <a:pt x="71538" y="66000"/>
                </a:lnTo>
                <a:lnTo>
                  <a:pt x="48462" y="66000"/>
                </a:lnTo>
                <a:lnTo>
                  <a:pt x="48462" y="78000"/>
                </a:lnTo>
                <a:lnTo>
                  <a:pt x="72462" y="78000"/>
                </a:lnTo>
                <a:lnTo>
                  <a:pt x="72462" y="82000"/>
                </a:lnTo>
                <a:lnTo>
                  <a:pt x="23538" y="82000"/>
                </a:lnTo>
                <a:close/>
                <a:moveTo>
                  <a:pt x="55215" y="39431"/>
                </a:moveTo>
                <a:lnTo>
                  <a:pt x="60354" y="37415"/>
                </a:lnTo>
                <a:lnTo>
                  <a:pt x="52938" y="16923"/>
                </a:lnTo>
                <a:lnTo>
                  <a:pt x="47600" y="18785"/>
                </a:lnTo>
                <a:lnTo>
                  <a:pt x="55215" y="39431"/>
                </a:lnTo>
                <a:close/>
                <a:moveTo>
                  <a:pt x="43533" y="36923"/>
                </a:moveTo>
                <a:quadBezTo>
                  <a:pt x="45623" y="36923"/>
                  <a:pt x="47042" y="35509"/>
                </a:quadBezTo>
                <a:quadBezTo>
                  <a:pt x="48462" y="34095"/>
                  <a:pt x="48462" y="32005"/>
                </a:quadBezTo>
                <a:quadBezTo>
                  <a:pt x="48462" y="29915"/>
                  <a:pt x="47048" y="28496"/>
                </a:quadBezTo>
                <a:quadBezTo>
                  <a:pt x="45634" y="27077"/>
                  <a:pt x="43544" y="27077"/>
                </a:quadBezTo>
                <a:quadBezTo>
                  <a:pt x="41454" y="27077"/>
                  <a:pt x="40035" y="28491"/>
                </a:quadBezTo>
                <a:quadBezTo>
                  <a:pt x="38615" y="29905"/>
                  <a:pt x="38615" y="31995"/>
                </a:quadBezTo>
                <a:quadBezTo>
                  <a:pt x="38615" y="34085"/>
                  <a:pt x="40029" y="35504"/>
                </a:quadBezTo>
                <a:quadBezTo>
                  <a:pt x="41443" y="36923"/>
                  <a:pt x="43533" y="36923"/>
                </a:quadBezTo>
                <a:close/>
                <a:moveTo>
                  <a:pt x="55215" y="39431"/>
                </a:moveTo>
                <a:close/>
                <a:moveTo>
                  <a:pt x="43538" y="32000"/>
                </a:moveTo>
                <a:close/>
                <a:moveTo>
                  <a:pt x="43538" y="32000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1115568" y="148132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Headline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14884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228600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1" name="Oval 10"/>
          <p:cNvSpPr/>
          <p:nvPr/>
        </p:nvSpPr>
        <p:spPr>
          <a:xfrm>
            <a:off x="4331208" y="137160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Icon verified"/>
          <p:cNvSpPr/>
          <p:nvPr/>
        </p:nvSpPr>
        <p:spPr>
          <a:xfrm>
            <a:off x="4450262" y="149065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108448" y="148132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Headline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31208" y="214884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331208" y="228600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6" name="Oval 15"/>
          <p:cNvSpPr/>
          <p:nvPr/>
        </p:nvSpPr>
        <p:spPr>
          <a:xfrm>
            <a:off x="8324088" y="137160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 memory"/>
          <p:cNvSpPr/>
          <p:nvPr/>
        </p:nvSpPr>
        <p:spPr>
          <a:xfrm>
            <a:off x="8443142" y="149065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0" y="56000"/>
                </a:moveTo>
                <a:lnTo>
                  <a:pt x="40000" y="40000"/>
                </a:lnTo>
                <a:lnTo>
                  <a:pt x="56000" y="40000"/>
                </a:lnTo>
                <a:lnTo>
                  <a:pt x="56000" y="56000"/>
                </a:lnTo>
                <a:lnTo>
                  <a:pt x="40000" y="56000"/>
                </a:lnTo>
                <a:close/>
                <a:moveTo>
                  <a:pt x="44000" y="52000"/>
                </a:moveTo>
                <a:lnTo>
                  <a:pt x="52000" y="52000"/>
                </a:lnTo>
                <a:lnTo>
                  <a:pt x="52000" y="44000"/>
                </a:lnTo>
                <a:lnTo>
                  <a:pt x="44000" y="44000"/>
                </a:lnTo>
                <a:lnTo>
                  <a:pt x="44000" y="52000"/>
                </a:lnTo>
                <a:close/>
                <a:moveTo>
                  <a:pt x="38000" y="78154"/>
                </a:moveTo>
                <a:lnTo>
                  <a:pt x="38000" y="72000"/>
                </a:lnTo>
                <a:lnTo>
                  <a:pt x="30462" y="72000"/>
                </a:lnTo>
                <a:quadBezTo>
                  <a:pt x="27700" y="72000"/>
                  <a:pt x="25850" y="70150"/>
                </a:quadBezTo>
                <a:quadBezTo>
                  <a:pt x="24000" y="68300"/>
                  <a:pt x="24000" y="65538"/>
                </a:quadBezTo>
                <a:lnTo>
                  <a:pt x="24000" y="58000"/>
                </a:lnTo>
                <a:lnTo>
                  <a:pt x="17846" y="58000"/>
                </a:lnTo>
                <a:lnTo>
                  <a:pt x="17846" y="54000"/>
                </a:lnTo>
                <a:lnTo>
                  <a:pt x="24000" y="54000"/>
                </a:lnTo>
                <a:lnTo>
                  <a:pt x="24000" y="42000"/>
                </a:lnTo>
                <a:lnTo>
                  <a:pt x="17846" y="42000"/>
                </a:lnTo>
                <a:lnTo>
                  <a:pt x="17846" y="38000"/>
                </a:lnTo>
                <a:lnTo>
                  <a:pt x="24000" y="38000"/>
                </a:lnTo>
                <a:lnTo>
                  <a:pt x="24000" y="30462"/>
                </a:lnTo>
                <a:quadBezTo>
                  <a:pt x="24000" y="27700"/>
                  <a:pt x="25850" y="25850"/>
                </a:quadBezTo>
                <a:quadBezTo>
                  <a:pt x="27700" y="24000"/>
                  <a:pt x="30462" y="24000"/>
                </a:quadBezTo>
                <a:lnTo>
                  <a:pt x="38000" y="24000"/>
                </a:lnTo>
                <a:lnTo>
                  <a:pt x="38000" y="17846"/>
                </a:lnTo>
                <a:lnTo>
                  <a:pt x="42000" y="17846"/>
                </a:lnTo>
                <a:lnTo>
                  <a:pt x="42000" y="24000"/>
                </a:lnTo>
                <a:lnTo>
                  <a:pt x="54000" y="24000"/>
                </a:lnTo>
                <a:lnTo>
                  <a:pt x="54000" y="17846"/>
                </a:lnTo>
                <a:lnTo>
                  <a:pt x="58000" y="17846"/>
                </a:lnTo>
                <a:lnTo>
                  <a:pt x="58000" y="24000"/>
                </a:lnTo>
                <a:lnTo>
                  <a:pt x="65538" y="24000"/>
                </a:lnTo>
                <a:quadBezTo>
                  <a:pt x="68300" y="24000"/>
                  <a:pt x="70150" y="25850"/>
                </a:quadBezTo>
                <a:quadBezTo>
                  <a:pt x="72000" y="27700"/>
                  <a:pt x="72000" y="30462"/>
                </a:quadBezTo>
                <a:lnTo>
                  <a:pt x="72000" y="38000"/>
                </a:lnTo>
                <a:lnTo>
                  <a:pt x="78154" y="38000"/>
                </a:lnTo>
                <a:lnTo>
                  <a:pt x="78154" y="42000"/>
                </a:lnTo>
                <a:lnTo>
                  <a:pt x="72000" y="42000"/>
                </a:lnTo>
                <a:lnTo>
                  <a:pt x="72000" y="54000"/>
                </a:lnTo>
                <a:lnTo>
                  <a:pt x="78154" y="54000"/>
                </a:lnTo>
                <a:lnTo>
                  <a:pt x="78154" y="58000"/>
                </a:lnTo>
                <a:lnTo>
                  <a:pt x="72000" y="58000"/>
                </a:lnTo>
                <a:lnTo>
                  <a:pt x="72000" y="65538"/>
                </a:lnTo>
                <a:quadBezTo>
                  <a:pt x="72000" y="68300"/>
                  <a:pt x="70150" y="70150"/>
                </a:quadBezTo>
                <a:quadBezTo>
                  <a:pt x="68300" y="72000"/>
                  <a:pt x="65538" y="72000"/>
                </a:quadBezTo>
                <a:lnTo>
                  <a:pt x="58000" y="72000"/>
                </a:lnTo>
                <a:lnTo>
                  <a:pt x="58000" y="78154"/>
                </a:lnTo>
                <a:lnTo>
                  <a:pt x="54000" y="78154"/>
                </a:lnTo>
                <a:lnTo>
                  <a:pt x="54000" y="72000"/>
                </a:lnTo>
                <a:lnTo>
                  <a:pt x="42000" y="72000"/>
                </a:lnTo>
                <a:lnTo>
                  <a:pt x="42000" y="78154"/>
                </a:lnTo>
                <a:lnTo>
                  <a:pt x="38000" y="78154"/>
                </a:lnTo>
                <a:close/>
                <a:moveTo>
                  <a:pt x="65538" y="68000"/>
                </a:moveTo>
                <a:quadBezTo>
                  <a:pt x="66462" y="68000"/>
                  <a:pt x="67231" y="67231"/>
                </a:quadBezTo>
                <a:quadBezTo>
                  <a:pt x="68000" y="66462"/>
                  <a:pt x="68000" y="65538"/>
                </a:quadBezTo>
                <a:lnTo>
                  <a:pt x="68000" y="30462"/>
                </a:lnTo>
                <a:quadBezTo>
                  <a:pt x="68000" y="29538"/>
                  <a:pt x="67231" y="28769"/>
                </a:quadBezTo>
                <a:quadBezTo>
                  <a:pt x="66462" y="28000"/>
                  <a:pt x="65538" y="28000"/>
                </a:quadBezTo>
                <a:lnTo>
                  <a:pt x="30462" y="28000"/>
                </a:lnTo>
                <a:quadBezTo>
                  <a:pt x="29538" y="28000"/>
                  <a:pt x="28769" y="28769"/>
                </a:quadBezTo>
                <a:quadBezTo>
                  <a:pt x="28000" y="29538"/>
                  <a:pt x="28000" y="30462"/>
                </a:quadBezTo>
                <a:lnTo>
                  <a:pt x="28000" y="65538"/>
                </a:lnTo>
                <a:quadBezTo>
                  <a:pt x="28000" y="66462"/>
                  <a:pt x="28769" y="67231"/>
                </a:quadBezTo>
                <a:quadBezTo>
                  <a:pt x="29538" y="68000"/>
                  <a:pt x="30462" y="68000"/>
                </a:quadBezTo>
                <a:lnTo>
                  <a:pt x="65538" y="68000"/>
                </a:ln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9101328" y="148132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Headline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4088" y="214884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324088" y="228600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21" name="Oval 20"/>
          <p:cNvSpPr/>
          <p:nvPr/>
        </p:nvSpPr>
        <p:spPr>
          <a:xfrm>
            <a:off x="338328" y="333756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con eco"/>
          <p:cNvSpPr/>
          <p:nvPr/>
        </p:nvSpPr>
        <p:spPr>
          <a:xfrm>
            <a:off x="457382" y="345661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369" y="75592"/>
                </a:moveTo>
                <a:quadBezTo>
                  <a:pt x="20408" y="71592"/>
                  <a:pt x="18204" y="66445"/>
                </a:quadBezTo>
                <a:quadBezTo>
                  <a:pt x="16000" y="61297"/>
                  <a:pt x="16000" y="55800"/>
                </a:quadBezTo>
                <a:quadBezTo>
                  <a:pt x="16000" y="50269"/>
                  <a:pt x="18131" y="44773"/>
                </a:quadBezTo>
                <a:quadBezTo>
                  <a:pt x="20262" y="39277"/>
                  <a:pt x="24969" y="34569"/>
                </a:quadBezTo>
                <a:quadBezTo>
                  <a:pt x="28777" y="30762"/>
                  <a:pt x="34619" y="28531"/>
                </a:quadBezTo>
                <a:quadBezTo>
                  <a:pt x="40462" y="26300"/>
                  <a:pt x="47319" y="25273"/>
                </a:quadBezTo>
                <a:quadBezTo>
                  <a:pt x="54177" y="24246"/>
                  <a:pt x="61535" y="24138"/>
                </a:quadBezTo>
                <a:quadBezTo>
                  <a:pt x="68892" y="24031"/>
                  <a:pt x="75708" y="24492"/>
                </a:quadBezTo>
                <a:quadBezTo>
                  <a:pt x="76200" y="31092"/>
                  <a:pt x="76092" y="38415"/>
                </a:quadBezTo>
                <a:quadBezTo>
                  <a:pt x="75985" y="45738"/>
                  <a:pt x="74904" y="52619"/>
                </a:quadBezTo>
                <a:quadBezTo>
                  <a:pt x="73823" y="59500"/>
                  <a:pt x="71604" y="65388"/>
                </a:quadBezTo>
                <a:quadBezTo>
                  <a:pt x="69385" y="71277"/>
                  <a:pt x="65631" y="75031"/>
                </a:quadBezTo>
                <a:quadBezTo>
                  <a:pt x="61023" y="79715"/>
                  <a:pt x="55688" y="81858"/>
                </a:quadBezTo>
                <a:quadBezTo>
                  <a:pt x="50354" y="84000"/>
                  <a:pt x="44980" y="84000"/>
                </a:quadBezTo>
                <a:quadBezTo>
                  <a:pt x="39346" y="84000"/>
                  <a:pt x="33838" y="81796"/>
                </a:quadBezTo>
                <a:quadBezTo>
                  <a:pt x="28331" y="79592"/>
                  <a:pt x="24369" y="75592"/>
                </a:quadBezTo>
                <a:close/>
                <a:moveTo>
                  <a:pt x="31108" y="75877"/>
                </a:moveTo>
                <a:quadBezTo>
                  <a:pt x="34238" y="77962"/>
                  <a:pt x="37904" y="78981"/>
                </a:quadBezTo>
                <a:quadBezTo>
                  <a:pt x="41569" y="80000"/>
                  <a:pt x="45000" y="80000"/>
                </a:quadBezTo>
                <a:quadBezTo>
                  <a:pt x="49652" y="80000"/>
                  <a:pt x="54203" y="78188"/>
                </a:quadBezTo>
                <a:quadBezTo>
                  <a:pt x="58754" y="76377"/>
                  <a:pt x="62777" y="72200"/>
                </a:quadBezTo>
                <a:quadBezTo>
                  <a:pt x="64563" y="70400"/>
                  <a:pt x="66398" y="67150"/>
                </a:quadBezTo>
                <a:quadBezTo>
                  <a:pt x="68233" y="63900"/>
                  <a:pt x="69572" y="58650"/>
                </a:quadBezTo>
                <a:quadBezTo>
                  <a:pt x="70911" y="53400"/>
                  <a:pt x="71606" y="45950"/>
                </a:quadBezTo>
                <a:quadBezTo>
                  <a:pt x="72300" y="38500"/>
                  <a:pt x="71954" y="28200"/>
                </a:quadBezTo>
                <a:quadBezTo>
                  <a:pt x="67054" y="28000"/>
                  <a:pt x="60827" y="28127"/>
                </a:quadBezTo>
                <a:quadBezTo>
                  <a:pt x="54600" y="28254"/>
                  <a:pt x="48385" y="29192"/>
                </a:quadBezTo>
                <a:quadBezTo>
                  <a:pt x="42169" y="30131"/>
                  <a:pt x="36708" y="32054"/>
                </a:quadBezTo>
                <a:quadBezTo>
                  <a:pt x="31246" y="33977"/>
                  <a:pt x="27977" y="37246"/>
                </a:quadBezTo>
                <a:quadBezTo>
                  <a:pt x="23554" y="41669"/>
                  <a:pt x="21777" y="46415"/>
                </a:quadBezTo>
                <a:quadBezTo>
                  <a:pt x="20000" y="51162"/>
                  <a:pt x="20000" y="55262"/>
                </a:quadBezTo>
                <a:quadBezTo>
                  <a:pt x="20000" y="60700"/>
                  <a:pt x="22173" y="65419"/>
                </a:quadBezTo>
                <a:quadBezTo>
                  <a:pt x="24346" y="70138"/>
                  <a:pt x="27431" y="72785"/>
                </a:quadBezTo>
                <a:quadBezTo>
                  <a:pt x="29938" y="65708"/>
                  <a:pt x="35185" y="59204"/>
                </a:quadBezTo>
                <a:quadBezTo>
                  <a:pt x="40431" y="52700"/>
                  <a:pt x="49862" y="47077"/>
                </a:quadBezTo>
                <a:quadBezTo>
                  <a:pt x="42969" y="53069"/>
                  <a:pt x="38273" y="59827"/>
                </a:quadBezTo>
                <a:quadBezTo>
                  <a:pt x="33577" y="66585"/>
                  <a:pt x="31108" y="75877"/>
                </a:quadBezTo>
                <a:close/>
                <a:moveTo>
                  <a:pt x="31108" y="75877"/>
                </a:moveTo>
                <a:close/>
                <a:moveTo>
                  <a:pt x="31108" y="75877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3" name="TextBox 22"/>
          <p:cNvSpPr txBox="1"/>
          <p:nvPr/>
        </p:nvSpPr>
        <p:spPr>
          <a:xfrm>
            <a:off x="1115568" y="344728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Headline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8328" y="411480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338328" y="425196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26" name="Oval 25"/>
          <p:cNvSpPr/>
          <p:nvPr/>
        </p:nvSpPr>
        <p:spPr>
          <a:xfrm>
            <a:off x="4331208" y="333756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Icon local_shipping"/>
          <p:cNvSpPr/>
          <p:nvPr/>
        </p:nvSpPr>
        <p:spPr>
          <a:xfrm>
            <a:off x="4450262" y="345661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751" y="76462"/>
                </a:moveTo>
                <a:quadBezTo>
                  <a:pt x="18385" y="76462"/>
                  <a:pt x="15346" y="73410"/>
                </a:quadBezTo>
                <a:quadBezTo>
                  <a:pt x="12308" y="70359"/>
                  <a:pt x="12308" y="66000"/>
                </a:quadBezTo>
                <a:lnTo>
                  <a:pt x="6769" y="66000"/>
                </a:lnTo>
                <a:lnTo>
                  <a:pt x="6769" y="26462"/>
                </a:lnTo>
                <a:quadBezTo>
                  <a:pt x="6769" y="23700"/>
                  <a:pt x="8619" y="21850"/>
                </a:quadBezTo>
                <a:quadBezTo>
                  <a:pt x="10469" y="20000"/>
                  <a:pt x="13231" y="20000"/>
                </a:quadBezTo>
                <a:lnTo>
                  <a:pt x="66154" y="20000"/>
                </a:lnTo>
                <a:lnTo>
                  <a:pt x="66154" y="34462"/>
                </a:lnTo>
                <a:lnTo>
                  <a:pt x="75385" y="34462"/>
                </a:lnTo>
                <a:lnTo>
                  <a:pt x="89231" y="53077"/>
                </a:lnTo>
                <a:lnTo>
                  <a:pt x="89231" y="66000"/>
                </a:lnTo>
                <a:lnTo>
                  <a:pt x="82769" y="66000"/>
                </a:lnTo>
                <a:quadBezTo>
                  <a:pt x="82769" y="70359"/>
                  <a:pt x="79713" y="73410"/>
                </a:quadBezTo>
                <a:quadBezTo>
                  <a:pt x="76656" y="76462"/>
                  <a:pt x="72290" y="76462"/>
                </a:quadBezTo>
                <a:quadBezTo>
                  <a:pt x="67923" y="76462"/>
                  <a:pt x="64885" y="73410"/>
                </a:quadBezTo>
                <a:quadBezTo>
                  <a:pt x="61846" y="70359"/>
                  <a:pt x="61846" y="66000"/>
                </a:quadBezTo>
                <a:lnTo>
                  <a:pt x="33231" y="66000"/>
                </a:lnTo>
                <a:quadBezTo>
                  <a:pt x="33231" y="70385"/>
                  <a:pt x="30174" y="73423"/>
                </a:quadBezTo>
                <a:quadBezTo>
                  <a:pt x="27118" y="76462"/>
                  <a:pt x="22751" y="76462"/>
                </a:quadBezTo>
                <a:close/>
                <a:moveTo>
                  <a:pt x="22769" y="72462"/>
                </a:moveTo>
                <a:quadBezTo>
                  <a:pt x="25469" y="72462"/>
                  <a:pt x="27350" y="70581"/>
                </a:quadBezTo>
                <a:quadBezTo>
                  <a:pt x="29231" y="68700"/>
                  <a:pt x="29231" y="66000"/>
                </a:quadBezTo>
                <a:quadBezTo>
                  <a:pt x="29231" y="63300"/>
                  <a:pt x="27350" y="61419"/>
                </a:quadBezTo>
                <a:quadBezTo>
                  <a:pt x="25469" y="59538"/>
                  <a:pt x="22769" y="59538"/>
                </a:quadBezTo>
                <a:quadBezTo>
                  <a:pt x="20069" y="59538"/>
                  <a:pt x="18188" y="61419"/>
                </a:quadBezTo>
                <a:quadBezTo>
                  <a:pt x="16308" y="63300"/>
                  <a:pt x="16308" y="66000"/>
                </a:quadBezTo>
                <a:quadBezTo>
                  <a:pt x="16308" y="68700"/>
                  <a:pt x="18188" y="70581"/>
                </a:quadBezTo>
                <a:quadBezTo>
                  <a:pt x="20069" y="72462"/>
                  <a:pt x="22769" y="72462"/>
                </a:quadBezTo>
                <a:close/>
                <a:moveTo>
                  <a:pt x="10769" y="62000"/>
                </a:moveTo>
                <a:lnTo>
                  <a:pt x="13354" y="62000"/>
                </a:lnTo>
                <a:quadBezTo>
                  <a:pt x="14208" y="59354"/>
                  <a:pt x="16831" y="57446"/>
                </a:quadBezTo>
                <a:quadBezTo>
                  <a:pt x="19454" y="55538"/>
                  <a:pt x="22769" y="55538"/>
                </a:quadBezTo>
                <a:quadBezTo>
                  <a:pt x="25931" y="55538"/>
                  <a:pt x="28631" y="57408"/>
                </a:quadBezTo>
                <a:quadBezTo>
                  <a:pt x="31331" y="59277"/>
                  <a:pt x="32185" y="62000"/>
                </a:quadBezTo>
                <a:lnTo>
                  <a:pt x="62154" y="62000"/>
                </a:lnTo>
                <a:lnTo>
                  <a:pt x="62154" y="24000"/>
                </a:lnTo>
                <a:lnTo>
                  <a:pt x="13231" y="24000"/>
                </a:lnTo>
                <a:quadBezTo>
                  <a:pt x="12308" y="24000"/>
                  <a:pt x="11538" y="24769"/>
                </a:quadBezTo>
                <a:quadBezTo>
                  <a:pt x="10769" y="25538"/>
                  <a:pt x="10769" y="26462"/>
                </a:quadBezTo>
                <a:lnTo>
                  <a:pt x="10769" y="62000"/>
                </a:lnTo>
                <a:close/>
                <a:moveTo>
                  <a:pt x="72308" y="72462"/>
                </a:moveTo>
                <a:quadBezTo>
                  <a:pt x="75008" y="72462"/>
                  <a:pt x="76888" y="70581"/>
                </a:quadBezTo>
                <a:quadBezTo>
                  <a:pt x="78769" y="68700"/>
                  <a:pt x="78769" y="66000"/>
                </a:quadBezTo>
                <a:quadBezTo>
                  <a:pt x="78769" y="63300"/>
                  <a:pt x="76888" y="61419"/>
                </a:quadBezTo>
                <a:quadBezTo>
                  <a:pt x="75008" y="59538"/>
                  <a:pt x="72308" y="59538"/>
                </a:quadBezTo>
                <a:quadBezTo>
                  <a:pt x="69608" y="59538"/>
                  <a:pt x="67727" y="61419"/>
                </a:quadBezTo>
                <a:quadBezTo>
                  <a:pt x="65846" y="63300"/>
                  <a:pt x="65846" y="66000"/>
                </a:quadBezTo>
                <a:quadBezTo>
                  <a:pt x="65846" y="68700"/>
                  <a:pt x="67727" y="70581"/>
                </a:quadBezTo>
                <a:quadBezTo>
                  <a:pt x="69608" y="72462"/>
                  <a:pt x="72308" y="72462"/>
                </a:quadBezTo>
                <a:close/>
                <a:moveTo>
                  <a:pt x="66154" y="54000"/>
                </a:moveTo>
                <a:lnTo>
                  <a:pt x="85000" y="54000"/>
                </a:lnTo>
                <a:lnTo>
                  <a:pt x="73231" y="38462"/>
                </a:lnTo>
                <a:lnTo>
                  <a:pt x="66154" y="38462"/>
                </a:lnTo>
                <a:lnTo>
                  <a:pt x="66154" y="54000"/>
                </a:lnTo>
                <a:close/>
                <a:moveTo>
                  <a:pt x="36462" y="43000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8" name="TextBox 27"/>
          <p:cNvSpPr txBox="1"/>
          <p:nvPr/>
        </p:nvSpPr>
        <p:spPr>
          <a:xfrm>
            <a:off x="5108448" y="344728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Headline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31208" y="411480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4331208" y="425196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31" name="Oval 30"/>
          <p:cNvSpPr/>
          <p:nvPr/>
        </p:nvSpPr>
        <p:spPr>
          <a:xfrm>
            <a:off x="8324088" y="333756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Icon groups"/>
          <p:cNvSpPr/>
          <p:nvPr/>
        </p:nvSpPr>
        <p:spPr>
          <a:xfrm>
            <a:off x="8443142" y="345661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" y="70308"/>
                </a:moveTo>
                <a:lnTo>
                  <a:pt x="4000" y="66854"/>
                </a:lnTo>
                <a:quadBezTo>
                  <a:pt x="4000" y="63169"/>
                  <a:pt x="7938" y="60738"/>
                </a:quadBezTo>
                <a:quadBezTo>
                  <a:pt x="11877" y="58308"/>
                  <a:pt x="18077" y="58308"/>
                </a:quadBezTo>
                <a:quadBezTo>
                  <a:pt x="18992" y="58308"/>
                  <a:pt x="20038" y="58396"/>
                </a:quadBezTo>
                <a:quadBezTo>
                  <a:pt x="21085" y="58485"/>
                  <a:pt x="22262" y="58685"/>
                </a:quadBezTo>
                <a:quadBezTo>
                  <a:pt x="21323" y="60323"/>
                  <a:pt x="20892" y="62046"/>
                </a:quadBezTo>
                <a:quadBezTo>
                  <a:pt x="20462" y="63769"/>
                  <a:pt x="20462" y="65500"/>
                </a:quadBezTo>
                <a:lnTo>
                  <a:pt x="20462" y="70308"/>
                </a:lnTo>
                <a:lnTo>
                  <a:pt x="4000" y="70308"/>
                </a:lnTo>
                <a:close/>
                <a:moveTo>
                  <a:pt x="28000" y="70308"/>
                </a:moveTo>
                <a:lnTo>
                  <a:pt x="28000" y="65808"/>
                </a:lnTo>
                <a:quadBezTo>
                  <a:pt x="28000" y="63390"/>
                  <a:pt x="29404" y="61387"/>
                </a:quadBezTo>
                <a:quadBezTo>
                  <a:pt x="30808" y="59385"/>
                  <a:pt x="33546" y="57923"/>
                </a:quadBezTo>
                <a:quadBezTo>
                  <a:pt x="36285" y="56462"/>
                  <a:pt x="39927" y="55731"/>
                </a:quadBezTo>
                <a:quadBezTo>
                  <a:pt x="43569" y="55000"/>
                  <a:pt x="47969" y="55000"/>
                </a:quadBezTo>
                <a:quadBezTo>
                  <a:pt x="52454" y="55000"/>
                  <a:pt x="56096" y="55731"/>
                </a:quadBezTo>
                <a:quadBezTo>
                  <a:pt x="59738" y="56462"/>
                  <a:pt x="62477" y="57923"/>
                </a:quadBezTo>
                <a:quadBezTo>
                  <a:pt x="65215" y="59385"/>
                  <a:pt x="66608" y="61387"/>
                </a:quadBezTo>
                <a:quadBezTo>
                  <a:pt x="68000" y="63390"/>
                  <a:pt x="68000" y="65808"/>
                </a:quadBezTo>
                <a:lnTo>
                  <a:pt x="68000" y="70308"/>
                </a:lnTo>
                <a:lnTo>
                  <a:pt x="28000" y="70308"/>
                </a:lnTo>
                <a:close/>
                <a:moveTo>
                  <a:pt x="75538" y="70308"/>
                </a:moveTo>
                <a:lnTo>
                  <a:pt x="75538" y="65523"/>
                </a:lnTo>
                <a:quadBezTo>
                  <a:pt x="75538" y="63609"/>
                  <a:pt x="75119" y="61916"/>
                </a:quadBezTo>
                <a:quadBezTo>
                  <a:pt x="74700" y="60223"/>
                  <a:pt x="73862" y="58685"/>
                </a:quadBezTo>
                <a:quadBezTo>
                  <a:pt x="75115" y="58485"/>
                  <a:pt x="76112" y="58396"/>
                </a:quadBezTo>
                <a:quadBezTo>
                  <a:pt x="77108" y="58308"/>
                  <a:pt x="78000" y="58308"/>
                </a:quadBezTo>
                <a:quadBezTo>
                  <a:pt x="84200" y="58308"/>
                  <a:pt x="88100" y="60727"/>
                </a:quadBezTo>
                <a:quadBezTo>
                  <a:pt x="92000" y="63146"/>
                  <a:pt x="92000" y="66854"/>
                </a:quadBezTo>
                <a:lnTo>
                  <a:pt x="92000" y="70308"/>
                </a:lnTo>
                <a:lnTo>
                  <a:pt x="75538" y="70308"/>
                </a:lnTo>
                <a:close/>
                <a:moveTo>
                  <a:pt x="32115" y="66308"/>
                </a:moveTo>
                <a:lnTo>
                  <a:pt x="63908" y="66308"/>
                </a:lnTo>
                <a:lnTo>
                  <a:pt x="63908" y="65462"/>
                </a:lnTo>
                <a:quadBezTo>
                  <a:pt x="63677" y="62615"/>
                  <a:pt x="59242" y="60808"/>
                </a:quadBezTo>
                <a:quadBezTo>
                  <a:pt x="54808" y="59000"/>
                  <a:pt x="48000" y="59000"/>
                </a:quadBezTo>
                <a:quadBezTo>
                  <a:pt x="41192" y="59000"/>
                  <a:pt x="36758" y="60808"/>
                </a:quadBezTo>
                <a:quadBezTo>
                  <a:pt x="32323" y="62615"/>
                  <a:pt x="32115" y="65462"/>
                </a:quadBezTo>
                <a:lnTo>
                  <a:pt x="32115" y="66308"/>
                </a:lnTo>
                <a:close/>
                <a:moveTo>
                  <a:pt x="18056" y="54538"/>
                </a:moveTo>
                <a:quadBezTo>
                  <a:pt x="15700" y="54538"/>
                  <a:pt x="14042" y="52866"/>
                </a:quadBezTo>
                <a:quadBezTo>
                  <a:pt x="12385" y="51194"/>
                  <a:pt x="12385" y="48846"/>
                </a:quadBezTo>
                <a:quadBezTo>
                  <a:pt x="12385" y="46523"/>
                  <a:pt x="14057" y="44877"/>
                </a:quadBezTo>
                <a:quadBezTo>
                  <a:pt x="15729" y="43231"/>
                  <a:pt x="18077" y="43231"/>
                </a:quadBezTo>
                <a:quadBezTo>
                  <a:pt x="20400" y="43231"/>
                  <a:pt x="22085" y="44877"/>
                </a:quadBezTo>
                <a:quadBezTo>
                  <a:pt x="23769" y="46523"/>
                  <a:pt x="23769" y="48869"/>
                </a:quadBezTo>
                <a:quadBezTo>
                  <a:pt x="23769" y="51146"/>
                  <a:pt x="22127" y="52842"/>
                </a:quadBezTo>
                <a:quadBezTo>
                  <a:pt x="20484" y="54538"/>
                  <a:pt x="18056" y="54538"/>
                </a:quadBezTo>
                <a:close/>
                <a:moveTo>
                  <a:pt x="78000" y="54538"/>
                </a:moveTo>
                <a:quadBezTo>
                  <a:pt x="75700" y="54538"/>
                  <a:pt x="74004" y="52842"/>
                </a:quadBezTo>
                <a:quadBezTo>
                  <a:pt x="72308" y="51146"/>
                  <a:pt x="72308" y="48869"/>
                </a:quadBezTo>
                <a:quadBezTo>
                  <a:pt x="72308" y="46523"/>
                  <a:pt x="74004" y="44877"/>
                </a:quadBezTo>
                <a:quadBezTo>
                  <a:pt x="75700" y="43231"/>
                  <a:pt x="78015" y="43231"/>
                </a:quadBezTo>
                <a:quadBezTo>
                  <a:pt x="80400" y="43231"/>
                  <a:pt x="82046" y="44877"/>
                </a:quadBezTo>
                <a:quadBezTo>
                  <a:pt x="83692" y="46523"/>
                  <a:pt x="83692" y="48846"/>
                </a:quadBezTo>
                <a:quadBezTo>
                  <a:pt x="83692" y="51194"/>
                  <a:pt x="82056" y="52866"/>
                </a:quadBezTo>
                <a:quadBezTo>
                  <a:pt x="80419" y="54538"/>
                  <a:pt x="78000" y="54538"/>
                </a:quadBezTo>
                <a:close/>
                <a:moveTo>
                  <a:pt x="48027" y="52000"/>
                </a:moveTo>
                <a:quadBezTo>
                  <a:pt x="44385" y="52000"/>
                  <a:pt x="41808" y="49442"/>
                </a:quadBezTo>
                <a:quadBezTo>
                  <a:pt x="39231" y="46885"/>
                  <a:pt x="39231" y="43231"/>
                </a:quadBezTo>
                <a:quadBezTo>
                  <a:pt x="39231" y="39504"/>
                  <a:pt x="41788" y="36983"/>
                </a:quadBezTo>
                <a:quadBezTo>
                  <a:pt x="44346" y="34461"/>
                  <a:pt x="48000" y="34461"/>
                </a:quadBezTo>
                <a:quadBezTo>
                  <a:pt x="51727" y="34461"/>
                  <a:pt x="54248" y="36975"/>
                </a:quadBezTo>
                <a:quadBezTo>
                  <a:pt x="56769" y="39488"/>
                  <a:pt x="56769" y="43204"/>
                </a:quadBezTo>
                <a:quadBezTo>
                  <a:pt x="56769" y="46846"/>
                  <a:pt x="54256" y="49423"/>
                </a:quadBezTo>
                <a:quadBezTo>
                  <a:pt x="51743" y="52000"/>
                  <a:pt x="48027" y="52000"/>
                </a:quadBezTo>
                <a:close/>
                <a:moveTo>
                  <a:pt x="48038" y="48000"/>
                </a:moveTo>
                <a:quadBezTo>
                  <a:pt x="50008" y="48000"/>
                  <a:pt x="51388" y="46581"/>
                </a:quadBezTo>
                <a:quadBezTo>
                  <a:pt x="52769" y="45161"/>
                  <a:pt x="52769" y="43192"/>
                </a:quadBezTo>
                <a:quadBezTo>
                  <a:pt x="52769" y="41223"/>
                  <a:pt x="51398" y="39842"/>
                </a:quadBezTo>
                <a:quadBezTo>
                  <a:pt x="50027" y="38461"/>
                  <a:pt x="48000" y="38461"/>
                </a:quadBezTo>
                <a:quadBezTo>
                  <a:pt x="46069" y="38461"/>
                  <a:pt x="44650" y="39833"/>
                </a:quadBezTo>
                <a:quadBezTo>
                  <a:pt x="43231" y="41204"/>
                  <a:pt x="43231" y="43231"/>
                </a:quadBezTo>
                <a:quadBezTo>
                  <a:pt x="43231" y="45161"/>
                  <a:pt x="44650" y="46581"/>
                </a:quadBezTo>
                <a:quadBezTo>
                  <a:pt x="46069" y="48000"/>
                  <a:pt x="48038" y="48000"/>
                </a:quadBezTo>
                <a:close/>
                <a:moveTo>
                  <a:pt x="48023" y="66308"/>
                </a:moveTo>
                <a:close/>
                <a:moveTo>
                  <a:pt x="48000" y="43231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3" name="TextBox 32"/>
          <p:cNvSpPr txBox="1"/>
          <p:nvPr/>
        </p:nvSpPr>
        <p:spPr>
          <a:xfrm>
            <a:off x="9101328" y="344728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Headline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24088" y="411480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324088" y="425196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21.jpeg"/>
          <p:cNvPicPr>
            <a:picLocks noGrp="1" noChangeAspect="1"/>
          </p:cNvPicPr>
          <p:nvPr>
            <p:ph type="pic" idx="28" sz="quarter"/>
          </p:nvPr>
        </p:nvPicPr>
        <p:blipFill>
          <a:blip r:embed="rId3"/>
          <a:srcRect l="11751" r="11751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Text and image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7" name="Content Placeholder 6"/>
          <p:cNvSpPr>
            <a:spLocks noGrp="1"/>
          </p:cNvSpPr>
          <p:nvPr>
            <p:ph idx="25" sz="quarter"/>
          </p:nvPr>
        </p:nvSpPr>
        <p:spPr/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Main statement in one or two lines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chemeClr val="tx1"/>
                </a:solidFill>
              </a:rPr>
              <a:t>Supporting point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chemeClr val="tx1"/>
                </a:solidFill>
              </a:rPr>
              <a:t>Supporting point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chemeClr val="tx1"/>
                </a:solidFill>
              </a:rPr>
              <a:t>Supporting point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Key figures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[Source]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164592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38328" y="175564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245414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Label of the 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838196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explanation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10128" y="164592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3310128" y="175564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accent1"/>
                </a:solidFill>
              </a:rPr>
              <a:t>€0.0m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45414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Label of the 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838196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explanation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81928" y="164592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281928" y="175564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accent1"/>
                </a:solidFill>
              </a:rPr>
              <a:t>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45414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Label of the 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838196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explanation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53728" y="164592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9253728" y="175564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accent1"/>
                </a:solidFill>
              </a:rPr>
              <a:t>0x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45414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Label of the figure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838196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explanation</a:t>
            </a:r>
          </a:p>
        </p:txBody>
      </p:sp>
      <p:sp>
        <p:nvSpPr>
          <p:cNvPr id="22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Process in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Pentagon 5"/>
          <p:cNvSpPr/>
          <p:nvPr/>
        </p:nvSpPr>
        <p:spPr>
          <a:xfrm>
            <a:off x="338328" y="1371600"/>
            <a:ext cx="3003804" cy="59436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Step 1</a:t>
            </a:r>
          </a:p>
        </p:txBody>
      </p:sp>
      <p:sp>
        <p:nvSpPr>
          <p:cNvPr id="7" name="Chevron 6"/>
          <p:cNvSpPr/>
          <p:nvPr/>
        </p:nvSpPr>
        <p:spPr>
          <a:xfrm>
            <a:off x="3232404" y="1371600"/>
            <a:ext cx="3003804" cy="5943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Step 2</a:t>
            </a:r>
          </a:p>
        </p:txBody>
      </p:sp>
      <p:sp>
        <p:nvSpPr>
          <p:cNvPr id="8" name="Chevron 7"/>
          <p:cNvSpPr/>
          <p:nvPr/>
        </p:nvSpPr>
        <p:spPr>
          <a:xfrm>
            <a:off x="6126480" y="1371600"/>
            <a:ext cx="3003804" cy="5943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Step 3</a:t>
            </a:r>
          </a:p>
        </p:txBody>
      </p:sp>
      <p:sp>
        <p:nvSpPr>
          <p:cNvPr id="9" name="Chevron 8"/>
          <p:cNvSpPr/>
          <p:nvPr/>
        </p:nvSpPr>
        <p:spPr>
          <a:xfrm>
            <a:off x="9020556" y="1371600"/>
            <a:ext cx="2839212" cy="5943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Step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94560"/>
            <a:ext cx="2564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606040"/>
            <a:ext cx="256489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Activity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Activity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3844" y="2194560"/>
            <a:ext cx="2564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3844" y="2606040"/>
            <a:ext cx="256489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Activity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Activity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564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06040"/>
            <a:ext cx="256489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Activity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Activity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1996" y="2194560"/>
            <a:ext cx="25648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1996" y="2606040"/>
            <a:ext cx="256489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Activity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Activity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</p:txBody>
      </p:sp>
      <p:sp>
        <p:nvSpPr>
          <p:cNvPr id="1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“Customer or expert quote in up to three lines that supports the key message.”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pic>
        <p:nvPicPr>
          <p:cNvPr id="5" name="Picture Placeholder 4" descr="image29.jpeg"/>
          <p:cNvPicPr>
            <a:picLocks noGrp="1" noChangeAspect="1"/>
          </p:cNvPicPr>
          <p:nvPr>
            <p:ph type="pic" idx="34" sz="quarter"/>
          </p:nvPr>
        </p:nvPicPr>
        <p:blipFill>
          <a:blip r:embed="rId3"/>
          <a:srcRect l="16615" r="16615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[First name Last name]</a:t>
            </a:r>
          </a:p>
          <a:p>
            <a:r>
              <a:t>[Job title, company]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19.png"/>
          <p:cNvPicPr>
            <a:picLocks noGrp="1" noChangeAspect="1"/>
          </p:cNvPicPr>
          <p:nvPr>
            <p:ph type="pic" idx="27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headline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1152144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274320" rIns="27432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bg1"/>
                </a:solidFill>
              </a:rPr>
              <a:t>The answer: core message / recommendation in one or two lines</a:t>
            </a:r>
          </a:p>
        </p:txBody>
      </p:sp>
      <p:sp>
        <p:nvSpPr>
          <p:cNvPr id="7" name="Oval 6"/>
          <p:cNvSpPr/>
          <p:nvPr/>
        </p:nvSpPr>
        <p:spPr>
          <a:xfrm>
            <a:off x="338328" y="242316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231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Supporting argument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971800"/>
            <a:ext cx="36576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310896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Evidence / fact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Evidence / fact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Evidence / fact</a:t>
            </a:r>
          </a:p>
        </p:txBody>
      </p:sp>
      <p:sp>
        <p:nvSpPr>
          <p:cNvPr id="11" name="Oval 10"/>
          <p:cNvSpPr/>
          <p:nvPr/>
        </p:nvSpPr>
        <p:spPr>
          <a:xfrm>
            <a:off x="4270248" y="242316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4231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Supporting argument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971800"/>
            <a:ext cx="36576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4270248" y="310896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Evidence / fact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Evidence / fact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Evidence / fact</a:t>
            </a:r>
          </a:p>
        </p:txBody>
      </p:sp>
      <p:sp>
        <p:nvSpPr>
          <p:cNvPr id="15" name="Oval 14"/>
          <p:cNvSpPr/>
          <p:nvPr/>
        </p:nvSpPr>
        <p:spPr>
          <a:xfrm>
            <a:off x="8202168" y="242316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24231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Supporting argument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02168" y="2971800"/>
            <a:ext cx="36576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02168" y="310896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Evidence / fact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Evidence / fact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Evidence / fact</a:t>
            </a:r>
          </a:p>
        </p:txBody>
      </p:sp>
      <p:sp>
        <p:nvSpPr>
          <p:cNvPr id="19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Decision needed: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Agenda tracker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417320"/>
            <a:ext cx="11521440" cy="65836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1417320"/>
            <a:ext cx="7315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1417320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Agenda item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6648" y="1417320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[00:00]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194560"/>
            <a:ext cx="11521440" cy="658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" y="2194560"/>
            <a:ext cx="7315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2194560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bg1"/>
                </a:solidFill>
              </a:rPr>
              <a:t>Agenda item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648" y="2194560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[00:00]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2971800"/>
            <a:ext cx="11521440" cy="65836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" y="2971800"/>
            <a:ext cx="7315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2971800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Agenda item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6648" y="2971800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[00:00]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749039"/>
            <a:ext cx="11521440" cy="65836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" y="3749039"/>
            <a:ext cx="7315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accent1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3749039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Agenda item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3749039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[00:00]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4526280"/>
            <a:ext cx="11521440" cy="65836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" y="4526280"/>
            <a:ext cx="7315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accent1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7" y="4526280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Agenda item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4526280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[00:00]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Basics | Empty slide with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Company</a:t>
            </a:r>
          </a:p>
          <a:p>
            <a:r>
              <a:t>introduction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Turning potential</a:t>
            </a:r>
          </a:p>
          <a:p>
            <a:r>
              <a:t>into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For internal use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Körber Pharma Consulting GmbH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Helping life sciences organizations achieve meaningful business outcomes through consulting, technology and execution.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Company introduction | Körber group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Körber; figures as of [year]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Backed by the strength of a global technology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5608" y="1371600"/>
            <a:ext cx="36576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0" i="0">
                <a:solidFill>
                  <a:schemeClr val="bg1"/>
                </a:solidFill>
              </a:rPr>
              <a:t>The Consulting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17320"/>
            <a:ext cx="5276088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25+ years dedicated to life sciences consulting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Experts in GxP, MES, validation and digitalization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Teams in Germany, Switzerland, France and the 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0" y="2560320"/>
            <a:ext cx="527608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886968" y="2697480"/>
            <a:ext cx="4754880" cy="114300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Körber Pharma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5276088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125+ years of pharma technology expertise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Software, machinery, materials, packaging and consulting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Trusted by global pharma and biotech leaders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0" y="3886200"/>
            <a:ext cx="527608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338328" y="4023360"/>
            <a:ext cx="5852160" cy="1143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Körber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69080"/>
            <a:ext cx="5276088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~13,000 employees worldwide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100+ locations globally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Digital, Pharma, Supply Chain and Technologies</a:t>
            </a:r>
          </a:p>
        </p:txBody>
      </p:sp>
      <p:sp>
        <p:nvSpPr>
          <p:cNvPr id="14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One Körber:  </a:t>
            </a:r>
            <a:r>
              <a:rPr sz="1300" b="0" i="0">
                <a:solidFill>
                  <a:schemeClr val="tx1"/>
                </a:solidFill>
              </a:rPr>
              <a:t>One Körber. One ecosystem. 25+ years of dedicated life sciences consulting expertise.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Company introduction | Körber Pharma ecosystem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Körber Pharma ecosystem unlocks the potential of your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463040"/>
            <a:ext cx="53949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Few partners combine consulting, software, machinery, materials and operational expertise across the pharmaceutical value chain. Körber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2834640"/>
            <a:ext cx="539496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Access to expertise from development to supply chain</a:t>
            </a:r>
          </a:p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Faster implementation with integrated solutions</a:t>
            </a:r>
          </a:p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Value beyond stand-alone solutions</a:t>
            </a:r>
          </a:p>
        </p:txBody>
      </p:sp>
      <p:pic>
        <p:nvPicPr>
          <p:cNvPr id="8" name="Picture 7" descr="ecosystem.png"/>
          <p:cNvPicPr>
            <a:picLocks noChangeAspect="1"/>
          </p:cNvPicPr>
          <p:nvPr/>
        </p:nvPicPr>
        <p:blipFill>
          <a:blip r:embed="rId3"/>
          <a:srcRect t="61" b="61"/>
          <a:stretch>
            <a:fillRect/>
          </a:stretch>
        </p:blipFill>
        <p:spPr>
          <a:xfrm>
            <a:off x="6766560" y="1280160"/>
            <a:ext cx="4572000" cy="46908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Company introduction | Our promise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Körber Pharma Consulting customer data, [year]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Focused on outcomes, not deliverables</a:t>
            </a:r>
          </a:p>
        </p:txBody>
      </p:sp>
      <p:sp>
        <p:nvSpPr>
          <p:cNvPr id="6" name="Icon school"/>
          <p:cNvSpPr/>
          <p:nvPr/>
        </p:nvSpPr>
        <p:spPr>
          <a:xfrm>
            <a:off x="33832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74769"/>
                </a:moveTo>
                <a:lnTo>
                  <a:pt x="24000" y="61723"/>
                </a:lnTo>
                <a:lnTo>
                  <a:pt x="24000" y="42338"/>
                </a:lnTo>
                <a:lnTo>
                  <a:pt x="12308" y="36000"/>
                </a:lnTo>
                <a:lnTo>
                  <a:pt x="48000" y="16615"/>
                </a:lnTo>
                <a:lnTo>
                  <a:pt x="83692" y="36000"/>
                </a:lnTo>
                <a:lnTo>
                  <a:pt x="83692" y="61539"/>
                </a:lnTo>
                <a:lnTo>
                  <a:pt x="79692" y="61539"/>
                </a:lnTo>
                <a:lnTo>
                  <a:pt x="79692" y="38246"/>
                </a:lnTo>
                <a:lnTo>
                  <a:pt x="72000" y="42338"/>
                </a:lnTo>
                <a:lnTo>
                  <a:pt x="72000" y="61723"/>
                </a:lnTo>
                <a:lnTo>
                  <a:pt x="48000" y="74769"/>
                </a:lnTo>
                <a:close/>
                <a:moveTo>
                  <a:pt x="48000" y="50800"/>
                </a:moveTo>
                <a:lnTo>
                  <a:pt x="75323" y="36000"/>
                </a:lnTo>
                <a:lnTo>
                  <a:pt x="48000" y="21200"/>
                </a:lnTo>
                <a:lnTo>
                  <a:pt x="20677" y="36000"/>
                </a:lnTo>
                <a:lnTo>
                  <a:pt x="48000" y="50800"/>
                </a:lnTo>
                <a:close/>
                <a:moveTo>
                  <a:pt x="48000" y="70208"/>
                </a:moveTo>
                <a:lnTo>
                  <a:pt x="68000" y="59408"/>
                </a:lnTo>
                <a:lnTo>
                  <a:pt x="68000" y="44538"/>
                </a:lnTo>
                <a:lnTo>
                  <a:pt x="48000" y="55370"/>
                </a:lnTo>
                <a:lnTo>
                  <a:pt x="28000" y="44538"/>
                </a:lnTo>
                <a:lnTo>
                  <a:pt x="28000" y="59408"/>
                </a:lnTo>
                <a:lnTo>
                  <a:pt x="48000" y="70208"/>
                </a:lnTo>
                <a:close/>
                <a:moveTo>
                  <a:pt x="48000" y="50800"/>
                </a:moveTo>
                <a:close/>
                <a:moveTo>
                  <a:pt x="48000" y="56262"/>
                </a:moveTo>
                <a:close/>
                <a:moveTo>
                  <a:pt x="48000" y="562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7" name="Connector 6"/>
          <p:cNvCxnSpPr/>
          <p:nvPr/>
        </p:nvCxnSpPr>
        <p:spPr>
          <a:xfrm>
            <a:off x="3383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383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Industry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432304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Life sciences focused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Regulated environments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GxP excellence</a:t>
            </a:r>
          </a:p>
        </p:txBody>
      </p:sp>
      <p:sp>
        <p:nvSpPr>
          <p:cNvPr id="10" name="Icon engineering"/>
          <p:cNvSpPr/>
          <p:nvPr/>
        </p:nvSpPr>
        <p:spPr>
          <a:xfrm>
            <a:off x="331012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662" y="80769"/>
                </a:moveTo>
                <a:lnTo>
                  <a:pt x="7662" y="74185"/>
                </a:lnTo>
                <a:quadBezTo>
                  <a:pt x="7662" y="71577"/>
                  <a:pt x="9054" y="69523"/>
                </a:quadBezTo>
                <a:quadBezTo>
                  <a:pt x="10446" y="67469"/>
                  <a:pt x="12985" y="66200"/>
                </a:quadBezTo>
                <a:quadBezTo>
                  <a:pt x="17854" y="63754"/>
                  <a:pt x="23792" y="62262"/>
                </a:quadBezTo>
                <a:quadBezTo>
                  <a:pt x="29731" y="60769"/>
                  <a:pt x="35662" y="60769"/>
                </a:quadBezTo>
                <a:quadBezTo>
                  <a:pt x="41592" y="60769"/>
                  <a:pt x="47531" y="62262"/>
                </a:quadBezTo>
                <a:quadBezTo>
                  <a:pt x="53469" y="63754"/>
                  <a:pt x="58338" y="66200"/>
                </a:quadBezTo>
                <a:quadBezTo>
                  <a:pt x="60877" y="67469"/>
                  <a:pt x="62269" y="69523"/>
                </a:quadBezTo>
                <a:quadBezTo>
                  <a:pt x="63662" y="71577"/>
                  <a:pt x="63662" y="74185"/>
                </a:quadBezTo>
                <a:lnTo>
                  <a:pt x="63662" y="80769"/>
                </a:lnTo>
                <a:lnTo>
                  <a:pt x="7662" y="80769"/>
                </a:lnTo>
                <a:close/>
                <a:moveTo>
                  <a:pt x="11662" y="76769"/>
                </a:moveTo>
                <a:lnTo>
                  <a:pt x="59662" y="76769"/>
                </a:lnTo>
                <a:lnTo>
                  <a:pt x="59662" y="74185"/>
                </a:lnTo>
                <a:quadBezTo>
                  <a:pt x="59662" y="72546"/>
                  <a:pt x="58727" y="71492"/>
                </a:quadBezTo>
                <a:quadBezTo>
                  <a:pt x="57792" y="70438"/>
                  <a:pt x="56431" y="69708"/>
                </a:quadBezTo>
                <a:quadBezTo>
                  <a:pt x="52677" y="67754"/>
                  <a:pt x="47027" y="66262"/>
                </a:quadBezTo>
                <a:quadBezTo>
                  <a:pt x="41377" y="64769"/>
                  <a:pt x="35662" y="64769"/>
                </a:quadBezTo>
                <a:quadBezTo>
                  <a:pt x="29946" y="64769"/>
                  <a:pt x="24296" y="66262"/>
                </a:quadBezTo>
                <a:quadBezTo>
                  <a:pt x="18646" y="67754"/>
                  <a:pt x="14892" y="69708"/>
                </a:quadBezTo>
                <a:quadBezTo>
                  <a:pt x="13531" y="70438"/>
                  <a:pt x="12596" y="71492"/>
                </a:quadBezTo>
                <a:quadBezTo>
                  <a:pt x="11662" y="72546"/>
                  <a:pt x="11662" y="74185"/>
                </a:quadBezTo>
                <a:lnTo>
                  <a:pt x="11662" y="76769"/>
                </a:lnTo>
                <a:close/>
                <a:moveTo>
                  <a:pt x="35662" y="51846"/>
                </a:moveTo>
                <a:quadBezTo>
                  <a:pt x="30523" y="51846"/>
                  <a:pt x="27092" y="48415"/>
                </a:quadBezTo>
                <a:quadBezTo>
                  <a:pt x="23662" y="44985"/>
                  <a:pt x="23662" y="39385"/>
                </a:quadBezTo>
                <a:lnTo>
                  <a:pt x="22815" y="39385"/>
                </a:lnTo>
                <a:quadBezTo>
                  <a:pt x="22146" y="39385"/>
                  <a:pt x="21712" y="38950"/>
                </a:quadBezTo>
                <a:quadBezTo>
                  <a:pt x="21277" y="38515"/>
                  <a:pt x="21277" y="37846"/>
                </a:quadBezTo>
                <a:quadBezTo>
                  <a:pt x="21277" y="37177"/>
                  <a:pt x="21712" y="36742"/>
                </a:quadBezTo>
                <a:quadBezTo>
                  <a:pt x="22146" y="36308"/>
                  <a:pt x="22815" y="36308"/>
                </a:quadBezTo>
                <a:lnTo>
                  <a:pt x="23662" y="36308"/>
                </a:lnTo>
                <a:quadBezTo>
                  <a:pt x="23815" y="33269"/>
                  <a:pt x="24938" y="30785"/>
                </a:quadBezTo>
                <a:quadBezTo>
                  <a:pt x="26062" y="28300"/>
                  <a:pt x="28585" y="26046"/>
                </a:quadBezTo>
                <a:lnTo>
                  <a:pt x="28585" y="29846"/>
                </a:lnTo>
                <a:quadBezTo>
                  <a:pt x="28585" y="30515"/>
                  <a:pt x="29019" y="30950"/>
                </a:quadBezTo>
                <a:quadBezTo>
                  <a:pt x="29454" y="31385"/>
                  <a:pt x="30123" y="31385"/>
                </a:quadBezTo>
                <a:quadBezTo>
                  <a:pt x="30792" y="31385"/>
                  <a:pt x="31227" y="30950"/>
                </a:quadBezTo>
                <a:quadBezTo>
                  <a:pt x="31662" y="30515"/>
                  <a:pt x="31662" y="29846"/>
                </a:quadBezTo>
                <a:lnTo>
                  <a:pt x="31662" y="24600"/>
                </a:lnTo>
                <a:quadBezTo>
                  <a:pt x="32485" y="24300"/>
                  <a:pt x="33523" y="24073"/>
                </a:quadBezTo>
                <a:quadBezTo>
                  <a:pt x="34562" y="23846"/>
                  <a:pt x="35662" y="23846"/>
                </a:quadBezTo>
                <a:quadBezTo>
                  <a:pt x="36762" y="23846"/>
                  <a:pt x="37800" y="24073"/>
                </a:quadBezTo>
                <a:quadBezTo>
                  <a:pt x="38838" y="24300"/>
                  <a:pt x="39662" y="24600"/>
                </a:quadBezTo>
                <a:lnTo>
                  <a:pt x="39662" y="29846"/>
                </a:lnTo>
                <a:quadBezTo>
                  <a:pt x="39662" y="30515"/>
                  <a:pt x="40096" y="30950"/>
                </a:quadBezTo>
                <a:quadBezTo>
                  <a:pt x="40531" y="31385"/>
                  <a:pt x="41200" y="31385"/>
                </a:quadBezTo>
                <a:quadBezTo>
                  <a:pt x="41869" y="31385"/>
                  <a:pt x="42304" y="30950"/>
                </a:quadBezTo>
                <a:quadBezTo>
                  <a:pt x="42738" y="30515"/>
                  <a:pt x="42738" y="29846"/>
                </a:quadBezTo>
                <a:lnTo>
                  <a:pt x="42738" y="26046"/>
                </a:lnTo>
                <a:quadBezTo>
                  <a:pt x="45338" y="28300"/>
                  <a:pt x="46423" y="30785"/>
                </a:quadBezTo>
                <a:quadBezTo>
                  <a:pt x="47508" y="33269"/>
                  <a:pt x="47662" y="36308"/>
                </a:quadBezTo>
                <a:lnTo>
                  <a:pt x="48508" y="36308"/>
                </a:lnTo>
                <a:quadBezTo>
                  <a:pt x="49177" y="36308"/>
                  <a:pt x="49612" y="36742"/>
                </a:quadBezTo>
                <a:quadBezTo>
                  <a:pt x="50046" y="37177"/>
                  <a:pt x="50046" y="37846"/>
                </a:quadBezTo>
                <a:quadBezTo>
                  <a:pt x="50046" y="38515"/>
                  <a:pt x="49612" y="38950"/>
                </a:quadBezTo>
                <a:quadBezTo>
                  <a:pt x="49177" y="39385"/>
                  <a:pt x="48508" y="39385"/>
                </a:quadBezTo>
                <a:lnTo>
                  <a:pt x="47662" y="39385"/>
                </a:lnTo>
                <a:quadBezTo>
                  <a:pt x="47662" y="44985"/>
                  <a:pt x="44231" y="48415"/>
                </a:quadBezTo>
                <a:quadBezTo>
                  <a:pt x="40800" y="51846"/>
                  <a:pt x="35662" y="51846"/>
                </a:quadBezTo>
                <a:close/>
                <a:moveTo>
                  <a:pt x="35662" y="47846"/>
                </a:moveTo>
                <a:quadBezTo>
                  <a:pt x="39115" y="47846"/>
                  <a:pt x="41388" y="45573"/>
                </a:quadBezTo>
                <a:quadBezTo>
                  <a:pt x="43662" y="43300"/>
                  <a:pt x="43662" y="39846"/>
                </a:quadBezTo>
                <a:lnTo>
                  <a:pt x="27662" y="39846"/>
                </a:lnTo>
                <a:quadBezTo>
                  <a:pt x="27662" y="43300"/>
                  <a:pt x="29935" y="45573"/>
                </a:quadBezTo>
                <a:quadBezTo>
                  <a:pt x="32208" y="47846"/>
                  <a:pt x="35662" y="47846"/>
                </a:quadBezTo>
                <a:close/>
                <a:moveTo>
                  <a:pt x="65815" y="59385"/>
                </a:moveTo>
                <a:lnTo>
                  <a:pt x="65523" y="56538"/>
                </a:lnTo>
                <a:quadBezTo>
                  <a:pt x="64769" y="56338"/>
                  <a:pt x="63950" y="55896"/>
                </a:quadBezTo>
                <a:quadBezTo>
                  <a:pt x="63131" y="55454"/>
                  <a:pt x="62554" y="54877"/>
                </a:quadBezTo>
                <a:lnTo>
                  <a:pt x="59908" y="56031"/>
                </a:lnTo>
                <a:lnTo>
                  <a:pt x="58369" y="53354"/>
                </a:lnTo>
                <a:lnTo>
                  <a:pt x="60723" y="51662"/>
                </a:lnTo>
                <a:quadBezTo>
                  <a:pt x="60569" y="51208"/>
                  <a:pt x="60569" y="50831"/>
                </a:quadBezTo>
                <a:lnTo>
                  <a:pt x="60569" y="49208"/>
                </a:lnTo>
                <a:quadBezTo>
                  <a:pt x="60569" y="48869"/>
                  <a:pt x="60723" y="48338"/>
                </a:quadBezTo>
                <a:lnTo>
                  <a:pt x="58369" y="46646"/>
                </a:lnTo>
                <a:lnTo>
                  <a:pt x="59908" y="43969"/>
                </a:lnTo>
                <a:lnTo>
                  <a:pt x="62554" y="45123"/>
                </a:lnTo>
                <a:quadBezTo>
                  <a:pt x="63108" y="44569"/>
                  <a:pt x="63938" y="44115"/>
                </a:quadBezTo>
                <a:quadBezTo>
                  <a:pt x="64769" y="43662"/>
                  <a:pt x="65523" y="43462"/>
                </a:quadBezTo>
                <a:lnTo>
                  <a:pt x="65815" y="40615"/>
                </a:lnTo>
                <a:lnTo>
                  <a:pt x="68892" y="40615"/>
                </a:lnTo>
                <a:lnTo>
                  <a:pt x="69185" y="43462"/>
                </a:lnTo>
                <a:quadBezTo>
                  <a:pt x="69938" y="43662"/>
                  <a:pt x="70769" y="44115"/>
                </a:quadBezTo>
                <a:quadBezTo>
                  <a:pt x="71600" y="44569"/>
                  <a:pt x="72154" y="45123"/>
                </a:quadBezTo>
                <a:lnTo>
                  <a:pt x="74800" y="43969"/>
                </a:lnTo>
                <a:lnTo>
                  <a:pt x="76338" y="46646"/>
                </a:lnTo>
                <a:lnTo>
                  <a:pt x="73985" y="48338"/>
                </a:lnTo>
                <a:quadBezTo>
                  <a:pt x="74138" y="48869"/>
                  <a:pt x="74138" y="49208"/>
                </a:quadBezTo>
                <a:lnTo>
                  <a:pt x="74138" y="50831"/>
                </a:lnTo>
                <a:quadBezTo>
                  <a:pt x="74138" y="51208"/>
                  <a:pt x="73985" y="51662"/>
                </a:quadBezTo>
                <a:lnTo>
                  <a:pt x="76338" y="53354"/>
                </a:lnTo>
                <a:lnTo>
                  <a:pt x="74800" y="56031"/>
                </a:lnTo>
                <a:lnTo>
                  <a:pt x="72154" y="54877"/>
                </a:lnTo>
                <a:quadBezTo>
                  <a:pt x="71577" y="55454"/>
                  <a:pt x="70758" y="55896"/>
                </a:quadBezTo>
                <a:quadBezTo>
                  <a:pt x="69938" y="56338"/>
                  <a:pt x="69185" y="56538"/>
                </a:quadBezTo>
                <a:lnTo>
                  <a:pt x="68892" y="59385"/>
                </a:lnTo>
                <a:lnTo>
                  <a:pt x="65815" y="59385"/>
                </a:lnTo>
                <a:close/>
                <a:moveTo>
                  <a:pt x="67354" y="53615"/>
                </a:moveTo>
                <a:quadBezTo>
                  <a:pt x="68862" y="53615"/>
                  <a:pt x="69915" y="52562"/>
                </a:quadBezTo>
                <a:quadBezTo>
                  <a:pt x="70969" y="51508"/>
                  <a:pt x="70969" y="50000"/>
                </a:quadBezTo>
                <a:quadBezTo>
                  <a:pt x="70969" y="48492"/>
                  <a:pt x="69915" y="47438"/>
                </a:quadBezTo>
                <a:quadBezTo>
                  <a:pt x="68862" y="46385"/>
                  <a:pt x="67354" y="46385"/>
                </a:quadBezTo>
                <a:quadBezTo>
                  <a:pt x="65846" y="46385"/>
                  <a:pt x="64792" y="47438"/>
                </a:quadBezTo>
                <a:quadBezTo>
                  <a:pt x="63738" y="48492"/>
                  <a:pt x="63738" y="50000"/>
                </a:quadBezTo>
                <a:quadBezTo>
                  <a:pt x="63738" y="51508"/>
                  <a:pt x="64792" y="52562"/>
                </a:quadBezTo>
                <a:quadBezTo>
                  <a:pt x="65846" y="53615"/>
                  <a:pt x="67354" y="53615"/>
                </a:quadBezTo>
                <a:close/>
                <a:moveTo>
                  <a:pt x="75477" y="37692"/>
                </a:moveTo>
                <a:lnTo>
                  <a:pt x="75138" y="34569"/>
                </a:lnTo>
                <a:quadBezTo>
                  <a:pt x="74008" y="34346"/>
                  <a:pt x="72758" y="33665"/>
                </a:quadBezTo>
                <a:quadBezTo>
                  <a:pt x="71508" y="32985"/>
                  <a:pt x="70754" y="32000"/>
                </a:quadBezTo>
                <a:lnTo>
                  <a:pt x="67785" y="33246"/>
                </a:lnTo>
                <a:lnTo>
                  <a:pt x="66062" y="30292"/>
                </a:lnTo>
                <a:lnTo>
                  <a:pt x="68692" y="28369"/>
                </a:lnTo>
                <a:quadBezTo>
                  <a:pt x="68492" y="27792"/>
                  <a:pt x="68415" y="27185"/>
                </a:quadBezTo>
                <a:quadBezTo>
                  <a:pt x="68338" y="26577"/>
                  <a:pt x="68338" y="26000"/>
                </a:quadBezTo>
                <a:quadBezTo>
                  <a:pt x="68338" y="25423"/>
                  <a:pt x="68415" y="24815"/>
                </a:quadBezTo>
                <a:quadBezTo>
                  <a:pt x="68492" y="24208"/>
                  <a:pt x="68692" y="23631"/>
                </a:quadBezTo>
                <a:lnTo>
                  <a:pt x="66062" y="21708"/>
                </a:lnTo>
                <a:lnTo>
                  <a:pt x="67785" y="18754"/>
                </a:lnTo>
                <a:lnTo>
                  <a:pt x="70754" y="20000"/>
                </a:lnTo>
                <a:quadBezTo>
                  <a:pt x="71508" y="19015"/>
                  <a:pt x="72758" y="18335"/>
                </a:quadBezTo>
                <a:quadBezTo>
                  <a:pt x="74008" y="17654"/>
                  <a:pt x="75138" y="17431"/>
                </a:quadBezTo>
                <a:lnTo>
                  <a:pt x="75477" y="14308"/>
                </a:lnTo>
                <a:lnTo>
                  <a:pt x="78923" y="14308"/>
                </a:lnTo>
                <a:lnTo>
                  <a:pt x="79262" y="17431"/>
                </a:lnTo>
                <a:quadBezTo>
                  <a:pt x="80392" y="17654"/>
                  <a:pt x="81642" y="18335"/>
                </a:quadBezTo>
                <a:quadBezTo>
                  <a:pt x="82892" y="19015"/>
                  <a:pt x="83646" y="20000"/>
                </a:quadBezTo>
                <a:lnTo>
                  <a:pt x="86615" y="18754"/>
                </a:lnTo>
                <a:lnTo>
                  <a:pt x="88338" y="21708"/>
                </a:lnTo>
                <a:lnTo>
                  <a:pt x="85708" y="23631"/>
                </a:lnTo>
                <a:quadBezTo>
                  <a:pt x="85908" y="24208"/>
                  <a:pt x="85985" y="24815"/>
                </a:quadBezTo>
                <a:quadBezTo>
                  <a:pt x="86062" y="25423"/>
                  <a:pt x="86062" y="26000"/>
                </a:quadBezTo>
                <a:quadBezTo>
                  <a:pt x="86062" y="26577"/>
                  <a:pt x="85985" y="27185"/>
                </a:quadBezTo>
                <a:quadBezTo>
                  <a:pt x="85908" y="27792"/>
                  <a:pt x="85708" y="28369"/>
                </a:quadBezTo>
                <a:lnTo>
                  <a:pt x="88338" y="30292"/>
                </a:lnTo>
                <a:lnTo>
                  <a:pt x="86615" y="33246"/>
                </a:lnTo>
                <a:lnTo>
                  <a:pt x="83646" y="32000"/>
                </a:lnTo>
                <a:quadBezTo>
                  <a:pt x="82892" y="32985"/>
                  <a:pt x="81642" y="33665"/>
                </a:quadBezTo>
                <a:quadBezTo>
                  <a:pt x="80392" y="34346"/>
                  <a:pt x="79262" y="34569"/>
                </a:quadBezTo>
                <a:lnTo>
                  <a:pt x="78923" y="37692"/>
                </a:lnTo>
                <a:lnTo>
                  <a:pt x="75477" y="37692"/>
                </a:lnTo>
                <a:close/>
                <a:moveTo>
                  <a:pt x="77200" y="31462"/>
                </a:moveTo>
                <a:quadBezTo>
                  <a:pt x="79531" y="31462"/>
                  <a:pt x="81096" y="29896"/>
                </a:quadBezTo>
                <a:quadBezTo>
                  <a:pt x="82662" y="28331"/>
                  <a:pt x="82662" y="26000"/>
                </a:quadBezTo>
                <a:quadBezTo>
                  <a:pt x="82662" y="23669"/>
                  <a:pt x="81096" y="22104"/>
                </a:quadBezTo>
                <a:quadBezTo>
                  <a:pt x="79531" y="20538"/>
                  <a:pt x="77200" y="20538"/>
                </a:quadBezTo>
                <a:quadBezTo>
                  <a:pt x="74869" y="20538"/>
                  <a:pt x="73304" y="22104"/>
                </a:quadBezTo>
                <a:quadBezTo>
                  <a:pt x="71738" y="23669"/>
                  <a:pt x="71738" y="26000"/>
                </a:quadBezTo>
                <a:quadBezTo>
                  <a:pt x="71738" y="28331"/>
                  <a:pt x="73304" y="29896"/>
                </a:quadBezTo>
                <a:quadBezTo>
                  <a:pt x="74869" y="31462"/>
                  <a:pt x="77200" y="31462"/>
                </a:quadBezTo>
                <a:close/>
                <a:moveTo>
                  <a:pt x="35662" y="76769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1" name="Connector 10"/>
          <p:cNvCxnSpPr/>
          <p:nvPr/>
        </p:nvCxnSpPr>
        <p:spPr>
          <a:xfrm>
            <a:off x="33101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101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Execution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432304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Strategy through implementation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Hands-on delivery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Sustainable adoption</a:t>
            </a:r>
          </a:p>
        </p:txBody>
      </p:sp>
      <p:sp>
        <p:nvSpPr>
          <p:cNvPr id="14" name="Icon trending_up"/>
          <p:cNvSpPr/>
          <p:nvPr/>
        </p:nvSpPr>
        <p:spPr>
          <a:xfrm>
            <a:off x="628192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831" y="68385"/>
                </a:moveTo>
                <a:lnTo>
                  <a:pt x="12000" y="65554"/>
                </a:lnTo>
                <a:lnTo>
                  <a:pt x="37215" y="40138"/>
                </a:lnTo>
                <a:lnTo>
                  <a:pt x="53215" y="56138"/>
                </a:lnTo>
                <a:lnTo>
                  <a:pt x="77323" y="32385"/>
                </a:lnTo>
                <a:lnTo>
                  <a:pt x="64000" y="32385"/>
                </a:lnTo>
                <a:lnTo>
                  <a:pt x="64000" y="28385"/>
                </a:lnTo>
                <a:lnTo>
                  <a:pt x="84000" y="28385"/>
                </a:lnTo>
                <a:lnTo>
                  <a:pt x="84000" y="48385"/>
                </a:lnTo>
                <a:lnTo>
                  <a:pt x="80000" y="48385"/>
                </a:lnTo>
                <a:lnTo>
                  <a:pt x="80000" y="35215"/>
                </a:lnTo>
                <a:lnTo>
                  <a:pt x="53215" y="62000"/>
                </a:lnTo>
                <a:lnTo>
                  <a:pt x="37215" y="46000"/>
                </a:lnTo>
                <a:lnTo>
                  <a:pt x="14831" y="683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5" name="Connector 14"/>
          <p:cNvCxnSpPr/>
          <p:nvPr/>
        </p:nvCxnSpPr>
        <p:spPr>
          <a:xfrm>
            <a:off x="62819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2819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Business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432304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Performance improvement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Faster time to value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Measurable results</a:t>
            </a:r>
          </a:p>
        </p:txBody>
      </p:sp>
      <p:sp>
        <p:nvSpPr>
          <p:cNvPr id="18" name="Disturber"/>
          <p:cNvSpPr/>
          <p:nvPr/>
        </p:nvSpPr>
        <p:spPr>
          <a:xfrm>
            <a:off x="9326880" y="1463040"/>
            <a:ext cx="2286000" cy="228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137160" rIns="137160" bIns="13716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4000" b="0" i="0">
                <a:solidFill>
                  <a:schemeClr val="bg1"/>
                </a:solidFill>
              </a:rPr>
              <a:t>97%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of customers choose to work with us again</a:t>
            </a:r>
          </a:p>
        </p:txBody>
      </p:sp>
      <p:sp>
        <p:nvSpPr>
          <p:cNvPr id="19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Our promise:  </a:t>
            </a:r>
            <a:r>
              <a:rPr sz="1300" b="0" i="0">
                <a:solidFill>
                  <a:schemeClr val="tx1"/>
                </a:solidFill>
              </a:rPr>
              <a:t>Strategy you can act on. Execution you can trust.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Company introduction | Portfolio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strategy, technology and execution come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2801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SIGNATURE OFFERINGS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554480"/>
            <a:ext cx="2708910" cy="14173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Icon query_stats"/>
          <p:cNvSpPr/>
          <p:nvPr/>
        </p:nvSpPr>
        <p:spPr>
          <a:xfrm>
            <a:off x="521208" y="1691640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9962" y="69854"/>
                </a:moveTo>
                <a:lnTo>
                  <a:pt x="6692" y="67462"/>
                </a:lnTo>
                <a:lnTo>
                  <a:pt x="24231" y="39385"/>
                </a:lnTo>
                <a:lnTo>
                  <a:pt x="36231" y="53385"/>
                </a:lnTo>
                <a:lnTo>
                  <a:pt x="52077" y="27692"/>
                </a:lnTo>
                <a:lnTo>
                  <a:pt x="60285" y="40069"/>
                </a:lnTo>
                <a:quadBezTo>
                  <a:pt x="59138" y="40246"/>
                  <a:pt x="58165" y="40465"/>
                </a:quadBezTo>
                <a:quadBezTo>
                  <a:pt x="57192" y="40685"/>
                  <a:pt x="56192" y="41023"/>
                </a:quadBezTo>
                <a:lnTo>
                  <a:pt x="52223" y="35108"/>
                </a:lnTo>
                <a:lnTo>
                  <a:pt x="36869" y="60115"/>
                </a:lnTo>
                <a:lnTo>
                  <a:pt x="24769" y="46015"/>
                </a:lnTo>
                <a:lnTo>
                  <a:pt x="9962" y="69854"/>
                </a:lnTo>
                <a:close/>
                <a:moveTo>
                  <a:pt x="86300" y="89154"/>
                </a:moveTo>
                <a:lnTo>
                  <a:pt x="72569" y="75577"/>
                </a:lnTo>
                <a:quadBezTo>
                  <a:pt x="70800" y="76900"/>
                  <a:pt x="68696" y="77600"/>
                </a:quadBezTo>
                <a:quadBezTo>
                  <a:pt x="66592" y="78300"/>
                  <a:pt x="64300" y="78300"/>
                </a:quadBezTo>
                <a:quadBezTo>
                  <a:pt x="58415" y="78300"/>
                  <a:pt x="54358" y="74242"/>
                </a:quadBezTo>
                <a:quadBezTo>
                  <a:pt x="50300" y="70185"/>
                  <a:pt x="50300" y="64300"/>
                </a:quadBezTo>
                <a:quadBezTo>
                  <a:pt x="50300" y="58415"/>
                  <a:pt x="54358" y="54358"/>
                </a:quadBezTo>
                <a:quadBezTo>
                  <a:pt x="58415" y="50300"/>
                  <a:pt x="64300" y="50300"/>
                </a:quadBezTo>
                <a:quadBezTo>
                  <a:pt x="70185" y="50300"/>
                  <a:pt x="74242" y="54358"/>
                </a:quadBezTo>
                <a:quadBezTo>
                  <a:pt x="78300" y="58415"/>
                  <a:pt x="78300" y="64300"/>
                </a:quadBezTo>
                <a:quadBezTo>
                  <a:pt x="78300" y="66669"/>
                  <a:pt x="77562" y="68812"/>
                </a:quadBezTo>
                <a:quadBezTo>
                  <a:pt x="76823" y="70954"/>
                  <a:pt x="75423" y="72746"/>
                </a:quadBezTo>
                <a:lnTo>
                  <a:pt x="89154" y="86300"/>
                </a:lnTo>
                <a:lnTo>
                  <a:pt x="86300" y="89154"/>
                </a:lnTo>
                <a:close/>
                <a:moveTo>
                  <a:pt x="64300" y="74300"/>
                </a:moveTo>
                <a:quadBezTo>
                  <a:pt x="68500" y="74300"/>
                  <a:pt x="71400" y="71400"/>
                </a:quadBezTo>
                <a:quadBezTo>
                  <a:pt x="74300" y="68500"/>
                  <a:pt x="74300" y="64300"/>
                </a:quadBezTo>
                <a:quadBezTo>
                  <a:pt x="74300" y="60100"/>
                  <a:pt x="71400" y="57200"/>
                </a:quadBezTo>
                <a:quadBezTo>
                  <a:pt x="68500" y="54300"/>
                  <a:pt x="64300" y="54300"/>
                </a:quadBezTo>
                <a:quadBezTo>
                  <a:pt x="60100" y="54300"/>
                  <a:pt x="57200" y="57200"/>
                </a:quadBezTo>
                <a:quadBezTo>
                  <a:pt x="54300" y="60100"/>
                  <a:pt x="54300" y="64300"/>
                </a:quadBezTo>
                <a:quadBezTo>
                  <a:pt x="54300" y="68500"/>
                  <a:pt x="57200" y="71400"/>
                </a:quadBezTo>
                <a:quadBezTo>
                  <a:pt x="60100" y="74300"/>
                  <a:pt x="64300" y="74300"/>
                </a:quadBezTo>
                <a:close/>
                <a:moveTo>
                  <a:pt x="71662" y="40915"/>
                </a:moveTo>
                <a:quadBezTo>
                  <a:pt x="70685" y="40577"/>
                  <a:pt x="69712" y="40346"/>
                </a:quadBezTo>
                <a:quadBezTo>
                  <a:pt x="68738" y="40115"/>
                  <a:pt x="67692" y="40015"/>
                </a:quadBezTo>
                <a:lnTo>
                  <a:pt x="86038" y="10846"/>
                </a:lnTo>
                <a:lnTo>
                  <a:pt x="89308" y="13238"/>
                </a:lnTo>
                <a:lnTo>
                  <a:pt x="71662" y="409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978407" y="1691640"/>
            <a:ext cx="193167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Production Digitalization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40280"/>
            <a:ext cx="234315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Focus digital investments for maximum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838" y="1554480"/>
            <a:ext cx="2708910" cy="14173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Icon hub"/>
          <p:cNvSpPr/>
          <p:nvPr/>
        </p:nvSpPr>
        <p:spPr>
          <a:xfrm>
            <a:off x="3458718" y="1691640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9" y="90000"/>
                </a:moveTo>
                <a:quadBezTo>
                  <a:pt x="19846" y="90000"/>
                  <a:pt x="16923" y="87086"/>
                </a:quadBezTo>
                <a:quadBezTo>
                  <a:pt x="14000" y="84172"/>
                  <a:pt x="14000" y="80009"/>
                </a:quadBezTo>
                <a:quadBezTo>
                  <a:pt x="14000" y="75846"/>
                  <a:pt x="16917" y="72923"/>
                </a:quadBezTo>
                <a:quadBezTo>
                  <a:pt x="19835" y="70000"/>
                  <a:pt x="24002" y="70000"/>
                </a:quadBezTo>
                <a:quadBezTo>
                  <a:pt x="25169" y="70000"/>
                  <a:pt x="26446" y="70338"/>
                </a:quadBezTo>
                <a:quadBezTo>
                  <a:pt x="27723" y="70677"/>
                  <a:pt x="28823" y="71254"/>
                </a:quadBezTo>
                <a:lnTo>
                  <a:pt x="38985" y="58615"/>
                </a:lnTo>
                <a:quadBezTo>
                  <a:pt x="36800" y="56285"/>
                  <a:pt x="36008" y="53462"/>
                </a:quadBezTo>
                <a:quadBezTo>
                  <a:pt x="35215" y="50638"/>
                  <a:pt x="35738" y="47738"/>
                </a:quadBezTo>
                <a:lnTo>
                  <a:pt x="20792" y="42808"/>
                </a:lnTo>
                <a:quadBezTo>
                  <a:pt x="19477" y="45154"/>
                  <a:pt x="17163" y="46577"/>
                </a:quadBezTo>
                <a:quadBezTo>
                  <a:pt x="14848" y="48000"/>
                  <a:pt x="12000" y="48000"/>
                </a:quadBezTo>
                <a:quadBezTo>
                  <a:pt x="7833" y="48000"/>
                  <a:pt x="4917" y="45086"/>
                </a:quadBezTo>
                <a:quadBezTo>
                  <a:pt x="2000" y="42172"/>
                  <a:pt x="2000" y="38009"/>
                </a:quadBezTo>
                <a:quadBezTo>
                  <a:pt x="2000" y="33846"/>
                  <a:pt x="4914" y="30923"/>
                </a:quadBezTo>
                <a:quadBezTo>
                  <a:pt x="7828" y="28000"/>
                  <a:pt x="11991" y="28000"/>
                </a:quadBezTo>
                <a:quadBezTo>
                  <a:pt x="16154" y="28000"/>
                  <a:pt x="19077" y="30917"/>
                </a:quadBezTo>
                <a:quadBezTo>
                  <a:pt x="22000" y="33833"/>
                  <a:pt x="22000" y="38000"/>
                </a:quadBezTo>
                <a:quadBezTo>
                  <a:pt x="22000" y="38508"/>
                  <a:pt x="21962" y="38785"/>
                </a:quadBezTo>
                <a:quadBezTo>
                  <a:pt x="21923" y="39062"/>
                  <a:pt x="21923" y="39338"/>
                </a:quadBezTo>
                <a:lnTo>
                  <a:pt x="36792" y="44523"/>
                </a:lnTo>
                <a:quadBezTo>
                  <a:pt x="38100" y="42000"/>
                  <a:pt x="40527" y="40115"/>
                </a:quadBezTo>
                <a:quadBezTo>
                  <a:pt x="42954" y="38231"/>
                  <a:pt x="46231" y="37685"/>
                </a:quadBezTo>
                <a:lnTo>
                  <a:pt x="46231" y="21831"/>
                </a:lnTo>
                <a:quadBezTo>
                  <a:pt x="42408" y="21115"/>
                  <a:pt x="40204" y="18273"/>
                </a:quadBezTo>
                <a:quadBezTo>
                  <a:pt x="38000" y="15431"/>
                  <a:pt x="38000" y="11968"/>
                </a:quadBezTo>
                <a:quadBezTo>
                  <a:pt x="38000" y="7846"/>
                  <a:pt x="40914" y="4923"/>
                </a:quadBezTo>
                <a:quadBezTo>
                  <a:pt x="43828" y="2000"/>
                  <a:pt x="47991" y="2000"/>
                </a:quadBezTo>
                <a:quadBezTo>
                  <a:pt x="52154" y="2000"/>
                  <a:pt x="55077" y="4917"/>
                </a:quadBezTo>
                <a:quadBezTo>
                  <a:pt x="58000" y="7833"/>
                  <a:pt x="58000" y="12000"/>
                </a:quadBezTo>
                <a:quadBezTo>
                  <a:pt x="58000" y="15431"/>
                  <a:pt x="55785" y="18273"/>
                </a:quadBezTo>
                <a:quadBezTo>
                  <a:pt x="53569" y="21115"/>
                  <a:pt x="49769" y="21831"/>
                </a:quadBezTo>
                <a:lnTo>
                  <a:pt x="49769" y="37685"/>
                </a:lnTo>
                <a:quadBezTo>
                  <a:pt x="53046" y="38231"/>
                  <a:pt x="55435" y="40115"/>
                </a:quadBezTo>
                <a:quadBezTo>
                  <a:pt x="57823" y="42000"/>
                  <a:pt x="59208" y="44523"/>
                </a:quadBezTo>
                <a:lnTo>
                  <a:pt x="74077" y="39338"/>
                </a:lnTo>
                <a:quadBezTo>
                  <a:pt x="74000" y="38985"/>
                  <a:pt x="74000" y="38746"/>
                </a:quadBezTo>
                <a:lnTo>
                  <a:pt x="74000" y="38000"/>
                </a:lnTo>
                <a:quadBezTo>
                  <a:pt x="74000" y="33833"/>
                  <a:pt x="76914" y="30917"/>
                </a:quadBezTo>
                <a:quadBezTo>
                  <a:pt x="79828" y="28000"/>
                  <a:pt x="83991" y="28000"/>
                </a:quadBezTo>
                <a:quadBezTo>
                  <a:pt x="88154" y="28000"/>
                  <a:pt x="91077" y="30914"/>
                </a:quadBezTo>
                <a:quadBezTo>
                  <a:pt x="94000" y="33828"/>
                  <a:pt x="94000" y="37991"/>
                </a:quadBezTo>
                <a:quadBezTo>
                  <a:pt x="94000" y="42154"/>
                  <a:pt x="91083" y="45077"/>
                </a:quadBezTo>
                <a:quadBezTo>
                  <a:pt x="88167" y="48000"/>
                  <a:pt x="84000" y="48000"/>
                </a:quadBezTo>
                <a:quadBezTo>
                  <a:pt x="81176" y="48000"/>
                  <a:pt x="78838" y="46577"/>
                </a:quadBezTo>
                <a:quadBezTo>
                  <a:pt x="76500" y="45154"/>
                  <a:pt x="75208" y="42808"/>
                </a:quadBezTo>
                <a:lnTo>
                  <a:pt x="60262" y="47738"/>
                </a:lnTo>
                <a:quadBezTo>
                  <a:pt x="60785" y="50638"/>
                  <a:pt x="59992" y="53450"/>
                </a:quadBezTo>
                <a:quadBezTo>
                  <a:pt x="59200" y="56262"/>
                  <a:pt x="57015" y="58538"/>
                </a:quadBezTo>
                <a:lnTo>
                  <a:pt x="67177" y="71154"/>
                </a:lnTo>
                <a:quadBezTo>
                  <a:pt x="68277" y="70654"/>
                  <a:pt x="69554" y="70327"/>
                </a:quadBezTo>
                <a:quadBezTo>
                  <a:pt x="70831" y="70000"/>
                  <a:pt x="71998" y="70000"/>
                </a:quadBezTo>
                <a:quadBezTo>
                  <a:pt x="76165" y="70000"/>
                  <a:pt x="79083" y="72914"/>
                </a:quadBezTo>
                <a:quadBezTo>
                  <a:pt x="82000" y="75828"/>
                  <a:pt x="82000" y="79991"/>
                </a:quadBezTo>
                <a:quadBezTo>
                  <a:pt x="82000" y="84154"/>
                  <a:pt x="79086" y="87077"/>
                </a:quadBezTo>
                <a:quadBezTo>
                  <a:pt x="76172" y="90000"/>
                  <a:pt x="72009" y="90000"/>
                </a:quadBezTo>
                <a:quadBezTo>
                  <a:pt x="67846" y="90000"/>
                  <a:pt x="64923" y="87083"/>
                </a:quadBezTo>
                <a:quadBezTo>
                  <a:pt x="62000" y="84167"/>
                  <a:pt x="62000" y="80000"/>
                </a:quadBezTo>
                <a:quadBezTo>
                  <a:pt x="62000" y="78216"/>
                  <a:pt x="62573" y="76566"/>
                </a:quadBezTo>
                <a:quadBezTo>
                  <a:pt x="63146" y="74915"/>
                  <a:pt x="64477" y="73492"/>
                </a:quadBezTo>
                <a:lnTo>
                  <a:pt x="54315" y="60700"/>
                </a:lnTo>
                <a:quadBezTo>
                  <a:pt x="51600" y="62462"/>
                  <a:pt x="48027" y="62462"/>
                </a:quadBezTo>
                <a:quadBezTo>
                  <a:pt x="44454" y="62462"/>
                  <a:pt x="41662" y="60700"/>
                </a:quadBezTo>
                <a:lnTo>
                  <a:pt x="31523" y="73492"/>
                </a:lnTo>
                <a:quadBezTo>
                  <a:pt x="32777" y="74915"/>
                  <a:pt x="33388" y="76566"/>
                </a:quadBezTo>
                <a:quadBezTo>
                  <a:pt x="34000" y="78216"/>
                  <a:pt x="34000" y="80000"/>
                </a:quadBezTo>
                <a:quadBezTo>
                  <a:pt x="34000" y="84167"/>
                  <a:pt x="31086" y="87083"/>
                </a:quadBezTo>
                <a:quadBezTo>
                  <a:pt x="28172" y="90000"/>
                  <a:pt x="24009" y="90000"/>
                </a:quadBezTo>
                <a:close/>
                <a:moveTo>
                  <a:pt x="12000" y="44000"/>
                </a:moveTo>
                <a:quadBezTo>
                  <a:pt x="14469" y="44000"/>
                  <a:pt x="16235" y="42235"/>
                </a:quadBezTo>
                <a:quadBezTo>
                  <a:pt x="18000" y="40469"/>
                  <a:pt x="18000" y="38000"/>
                </a:quadBezTo>
                <a:quadBezTo>
                  <a:pt x="18000" y="35531"/>
                  <a:pt x="16235" y="33765"/>
                </a:quadBezTo>
                <a:quadBezTo>
                  <a:pt x="14469" y="32000"/>
                  <a:pt x="12000" y="32000"/>
                </a:quadBezTo>
                <a:quadBezTo>
                  <a:pt x="9531" y="32000"/>
                  <a:pt x="7765" y="33765"/>
                </a:quadBezTo>
                <a:quadBezTo>
                  <a:pt x="6000" y="35531"/>
                  <a:pt x="6000" y="38000"/>
                </a:quadBezTo>
                <a:quadBezTo>
                  <a:pt x="6000" y="40469"/>
                  <a:pt x="7765" y="42235"/>
                </a:quadBezTo>
                <a:quadBezTo>
                  <a:pt x="9531" y="44000"/>
                  <a:pt x="12000" y="44000"/>
                </a:quadBezTo>
                <a:close/>
                <a:moveTo>
                  <a:pt x="24000" y="86000"/>
                </a:moveTo>
                <a:quadBezTo>
                  <a:pt x="26469" y="86000"/>
                  <a:pt x="28235" y="84235"/>
                </a:quadBezTo>
                <a:quadBezTo>
                  <a:pt x="30000" y="82469"/>
                  <a:pt x="30000" y="80000"/>
                </a:quadBezTo>
                <a:quadBezTo>
                  <a:pt x="30000" y="77531"/>
                  <a:pt x="28235" y="75765"/>
                </a:quadBezTo>
                <a:quadBezTo>
                  <a:pt x="26469" y="74000"/>
                  <a:pt x="24000" y="74000"/>
                </a:quadBezTo>
                <a:quadBezTo>
                  <a:pt x="21531" y="74000"/>
                  <a:pt x="19765" y="75765"/>
                </a:quadBezTo>
                <a:quadBezTo>
                  <a:pt x="18000" y="77531"/>
                  <a:pt x="18000" y="80000"/>
                </a:quadBezTo>
                <a:quadBezTo>
                  <a:pt x="18000" y="82469"/>
                  <a:pt x="19765" y="84235"/>
                </a:quadBezTo>
                <a:quadBezTo>
                  <a:pt x="21531" y="86000"/>
                  <a:pt x="24000" y="86000"/>
                </a:quadBezTo>
                <a:close/>
                <a:moveTo>
                  <a:pt x="48000" y="18000"/>
                </a:moveTo>
                <a:quadBezTo>
                  <a:pt x="50469" y="18000"/>
                  <a:pt x="52235" y="16235"/>
                </a:quadBezTo>
                <a:quadBezTo>
                  <a:pt x="54000" y="14469"/>
                  <a:pt x="54000" y="12000"/>
                </a:quadBezTo>
                <a:quadBezTo>
                  <a:pt x="54000" y="9531"/>
                  <a:pt x="52235" y="7765"/>
                </a:quadBezTo>
                <a:quadBezTo>
                  <a:pt x="50469" y="6000"/>
                  <a:pt x="48000" y="6000"/>
                </a:quadBezTo>
                <a:quadBezTo>
                  <a:pt x="45531" y="6000"/>
                  <a:pt x="43765" y="7765"/>
                </a:quadBezTo>
                <a:quadBezTo>
                  <a:pt x="42000" y="9531"/>
                  <a:pt x="42000" y="12000"/>
                </a:quadBezTo>
                <a:quadBezTo>
                  <a:pt x="42000" y="14469"/>
                  <a:pt x="43765" y="16235"/>
                </a:quadBezTo>
                <a:quadBezTo>
                  <a:pt x="45531" y="18000"/>
                  <a:pt x="48000" y="18000"/>
                </a:quadBezTo>
                <a:close/>
                <a:moveTo>
                  <a:pt x="48000" y="58462"/>
                </a:moveTo>
                <a:quadBezTo>
                  <a:pt x="51508" y="58462"/>
                  <a:pt x="53985" y="55985"/>
                </a:quadBezTo>
                <a:quadBezTo>
                  <a:pt x="56462" y="53508"/>
                  <a:pt x="56462" y="50000"/>
                </a:quadBezTo>
                <a:quadBezTo>
                  <a:pt x="56462" y="46492"/>
                  <a:pt x="53985" y="44015"/>
                </a:quadBezTo>
                <a:quadBezTo>
                  <a:pt x="51508" y="41538"/>
                  <a:pt x="48000" y="41538"/>
                </a:quadBezTo>
                <a:quadBezTo>
                  <a:pt x="44492" y="41538"/>
                  <a:pt x="42015" y="44015"/>
                </a:quadBezTo>
                <a:quadBezTo>
                  <a:pt x="39538" y="46492"/>
                  <a:pt x="39538" y="50000"/>
                </a:quadBezTo>
                <a:quadBezTo>
                  <a:pt x="39538" y="53508"/>
                  <a:pt x="42015" y="55985"/>
                </a:quadBezTo>
                <a:quadBezTo>
                  <a:pt x="44492" y="58462"/>
                  <a:pt x="48000" y="58462"/>
                </a:quadBezTo>
                <a:close/>
                <a:moveTo>
                  <a:pt x="72000" y="86000"/>
                </a:moveTo>
                <a:quadBezTo>
                  <a:pt x="74469" y="86000"/>
                  <a:pt x="76235" y="84235"/>
                </a:quadBezTo>
                <a:quadBezTo>
                  <a:pt x="78000" y="82469"/>
                  <a:pt x="78000" y="80000"/>
                </a:quadBezTo>
                <a:quadBezTo>
                  <a:pt x="78000" y="77531"/>
                  <a:pt x="76235" y="75765"/>
                </a:quadBezTo>
                <a:quadBezTo>
                  <a:pt x="74469" y="74000"/>
                  <a:pt x="72000" y="74000"/>
                </a:quadBezTo>
                <a:quadBezTo>
                  <a:pt x="69531" y="74000"/>
                  <a:pt x="67765" y="75765"/>
                </a:quadBezTo>
                <a:quadBezTo>
                  <a:pt x="66000" y="77531"/>
                  <a:pt x="66000" y="80000"/>
                </a:quadBezTo>
                <a:quadBezTo>
                  <a:pt x="66000" y="82469"/>
                  <a:pt x="67765" y="84235"/>
                </a:quadBezTo>
                <a:quadBezTo>
                  <a:pt x="69531" y="86000"/>
                  <a:pt x="72000" y="86000"/>
                </a:quadBezTo>
                <a:close/>
                <a:moveTo>
                  <a:pt x="84000" y="44000"/>
                </a:moveTo>
                <a:quadBezTo>
                  <a:pt x="86469" y="44000"/>
                  <a:pt x="88235" y="42235"/>
                </a:quadBezTo>
                <a:quadBezTo>
                  <a:pt x="90000" y="40469"/>
                  <a:pt x="90000" y="38000"/>
                </a:quadBezTo>
                <a:quadBezTo>
                  <a:pt x="90000" y="35531"/>
                  <a:pt x="88235" y="33765"/>
                </a:quadBezTo>
                <a:quadBezTo>
                  <a:pt x="86469" y="32000"/>
                  <a:pt x="84000" y="32000"/>
                </a:quadBezTo>
                <a:quadBezTo>
                  <a:pt x="81531" y="32000"/>
                  <a:pt x="79765" y="33765"/>
                </a:quadBezTo>
                <a:quadBezTo>
                  <a:pt x="78000" y="35531"/>
                  <a:pt x="78000" y="38000"/>
                </a:quadBezTo>
                <a:quadBezTo>
                  <a:pt x="78000" y="40469"/>
                  <a:pt x="79765" y="42235"/>
                </a:quadBezTo>
                <a:quadBezTo>
                  <a:pt x="81531" y="44000"/>
                  <a:pt x="84000" y="44000"/>
                </a:quadBezTo>
                <a:close/>
                <a:moveTo>
                  <a:pt x="48000" y="12000"/>
                </a:moveTo>
                <a:close/>
                <a:moveTo>
                  <a:pt x="12000" y="38000"/>
                </a:moveTo>
                <a:close/>
                <a:moveTo>
                  <a:pt x="48000" y="50000"/>
                </a:moveTo>
                <a:close/>
                <a:moveTo>
                  <a:pt x="84000" y="38000"/>
                </a:moveTo>
                <a:close/>
                <a:moveTo>
                  <a:pt x="24000" y="80000"/>
                </a:moveTo>
                <a:close/>
                <a:moveTo>
                  <a:pt x="72000" y="80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3915918" y="1691640"/>
            <a:ext cx="193167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Digital Platform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8718" y="2240280"/>
            <a:ext cx="234315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Turn fragmented systems into one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3348" y="1554480"/>
            <a:ext cx="2708910" cy="14173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Icon rocket_launch"/>
          <p:cNvSpPr/>
          <p:nvPr/>
        </p:nvSpPr>
        <p:spPr>
          <a:xfrm>
            <a:off x="6396228" y="1691640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754" y="44869"/>
                </a:moveTo>
                <a:lnTo>
                  <a:pt x="30554" y="49015"/>
                </a:lnTo>
                <a:quadBezTo>
                  <a:pt x="32415" y="45292"/>
                  <a:pt x="34608" y="41808"/>
                </a:quadBezTo>
                <a:quadBezTo>
                  <a:pt x="36800" y="38323"/>
                  <a:pt x="39446" y="35031"/>
                </a:quadBezTo>
                <a:lnTo>
                  <a:pt x="33308" y="33854"/>
                </a:lnTo>
                <a:quadBezTo>
                  <a:pt x="32692" y="33700"/>
                  <a:pt x="32115" y="33892"/>
                </a:quadBezTo>
                <a:quadBezTo>
                  <a:pt x="31538" y="34085"/>
                  <a:pt x="31077" y="34546"/>
                </a:quadBezTo>
                <a:lnTo>
                  <a:pt x="20754" y="44869"/>
                </a:lnTo>
                <a:close/>
                <a:moveTo>
                  <a:pt x="33723" y="51554"/>
                </a:moveTo>
                <a:lnTo>
                  <a:pt x="45046" y="62854"/>
                </a:lnTo>
                <a:quadBezTo>
                  <a:pt x="49785" y="60715"/>
                  <a:pt x="54585" y="57415"/>
                </a:quadBezTo>
                <a:quadBezTo>
                  <a:pt x="59385" y="54115"/>
                  <a:pt x="63815" y="49685"/>
                </a:quadBezTo>
                <a:quadBezTo>
                  <a:pt x="70277" y="43223"/>
                  <a:pt x="73688" y="35904"/>
                </a:quadBezTo>
                <a:quadBezTo>
                  <a:pt x="77100" y="28585"/>
                  <a:pt x="77523" y="19000"/>
                </a:quadBezTo>
                <a:quadBezTo>
                  <a:pt x="67938" y="19423"/>
                  <a:pt x="60646" y="22835"/>
                </a:quadBezTo>
                <a:quadBezTo>
                  <a:pt x="53354" y="26246"/>
                  <a:pt x="46892" y="32708"/>
                </a:quadBezTo>
                <a:quadBezTo>
                  <a:pt x="42462" y="37138"/>
                  <a:pt x="39162" y="41977"/>
                </a:quadBezTo>
                <a:quadBezTo>
                  <a:pt x="35862" y="46815"/>
                  <a:pt x="33723" y="51554"/>
                </a:quadBezTo>
                <a:close/>
                <a:moveTo>
                  <a:pt x="54446" y="42054"/>
                </a:moveTo>
                <a:quadBezTo>
                  <a:pt x="52685" y="40292"/>
                  <a:pt x="52685" y="37827"/>
                </a:quadBezTo>
                <a:quadBezTo>
                  <a:pt x="52685" y="35362"/>
                  <a:pt x="54446" y="33600"/>
                </a:quadBezTo>
                <a:quadBezTo>
                  <a:pt x="56208" y="31838"/>
                  <a:pt x="58723" y="31838"/>
                </a:quadBezTo>
                <a:quadBezTo>
                  <a:pt x="61238" y="31838"/>
                  <a:pt x="63000" y="33600"/>
                </a:quadBezTo>
                <a:quadBezTo>
                  <a:pt x="64762" y="35362"/>
                  <a:pt x="64762" y="37827"/>
                </a:quadBezTo>
                <a:quadBezTo>
                  <a:pt x="64762" y="40292"/>
                  <a:pt x="63000" y="42054"/>
                </a:quadBezTo>
                <a:quadBezTo>
                  <a:pt x="61238" y="43815"/>
                  <a:pt x="58723" y="43815"/>
                </a:quadBezTo>
                <a:quadBezTo>
                  <a:pt x="56208" y="43815"/>
                  <a:pt x="54446" y="42054"/>
                </a:quadBezTo>
                <a:close/>
                <a:moveTo>
                  <a:pt x="51654" y="75846"/>
                </a:moveTo>
                <a:lnTo>
                  <a:pt x="61977" y="65523"/>
                </a:lnTo>
                <a:quadBezTo>
                  <a:pt x="62438" y="65062"/>
                  <a:pt x="62631" y="64485"/>
                </a:quadBezTo>
                <a:quadBezTo>
                  <a:pt x="62823" y="63908"/>
                  <a:pt x="62669" y="63292"/>
                </a:quadBezTo>
                <a:lnTo>
                  <a:pt x="61492" y="57154"/>
                </a:lnTo>
                <a:quadBezTo>
                  <a:pt x="58200" y="59800"/>
                  <a:pt x="54715" y="61981"/>
                </a:quadBezTo>
                <a:quadBezTo>
                  <a:pt x="51231" y="64162"/>
                  <a:pt x="47508" y="66023"/>
                </a:quadBezTo>
                <a:lnTo>
                  <a:pt x="51654" y="75846"/>
                </a:lnTo>
                <a:close/>
                <a:moveTo>
                  <a:pt x="81262" y="15315"/>
                </a:moveTo>
                <a:quadBezTo>
                  <a:pt x="81931" y="26338"/>
                  <a:pt x="78142" y="35596"/>
                </a:quadBezTo>
                <a:quadBezTo>
                  <a:pt x="74354" y="44854"/>
                  <a:pt x="66338" y="52869"/>
                </a:quadBezTo>
                <a:quadBezTo>
                  <a:pt x="65954" y="53254"/>
                  <a:pt x="65646" y="53562"/>
                </a:quadBezTo>
                <a:quadBezTo>
                  <a:pt x="65338" y="53869"/>
                  <a:pt x="64954" y="54254"/>
                </a:quadBezTo>
                <a:lnTo>
                  <a:pt x="66569" y="62462"/>
                </a:lnTo>
                <a:quadBezTo>
                  <a:pt x="66892" y="64077"/>
                  <a:pt x="66446" y="65592"/>
                </a:quadBezTo>
                <a:quadBezTo>
                  <a:pt x="66000" y="67108"/>
                  <a:pt x="64831" y="68277"/>
                </a:quadBezTo>
                <a:lnTo>
                  <a:pt x="50262" y="82769"/>
                </a:lnTo>
                <a:lnTo>
                  <a:pt x="43631" y="67146"/>
                </a:lnTo>
                <a:lnTo>
                  <a:pt x="29377" y="52892"/>
                </a:lnTo>
                <a:lnTo>
                  <a:pt x="13754" y="46185"/>
                </a:lnTo>
                <a:lnTo>
                  <a:pt x="28223" y="31692"/>
                </a:lnTo>
                <a:quadBezTo>
                  <a:pt x="29392" y="30523"/>
                  <a:pt x="30919" y="30038"/>
                </a:quadBezTo>
                <a:quadBezTo>
                  <a:pt x="32446" y="29554"/>
                  <a:pt x="34062" y="29877"/>
                </a:quadBezTo>
                <a:lnTo>
                  <a:pt x="42423" y="31569"/>
                </a:lnTo>
                <a:quadBezTo>
                  <a:pt x="42808" y="31185"/>
                  <a:pt x="43077" y="30877"/>
                </a:quadBezTo>
                <a:quadBezTo>
                  <a:pt x="43346" y="30569"/>
                  <a:pt x="43731" y="30185"/>
                </a:quadBezTo>
                <a:quadBezTo>
                  <a:pt x="51746" y="22169"/>
                  <a:pt x="60992" y="18408"/>
                </a:quadBezTo>
                <a:quadBezTo>
                  <a:pt x="70238" y="14646"/>
                  <a:pt x="81262" y="15315"/>
                </a:quadBezTo>
                <a:close/>
                <a:moveTo>
                  <a:pt x="20469" y="64669"/>
                </a:moveTo>
                <a:quadBezTo>
                  <a:pt x="22815" y="62323"/>
                  <a:pt x="26173" y="62350"/>
                </a:quadBezTo>
                <a:quadBezTo>
                  <a:pt x="29531" y="62377"/>
                  <a:pt x="31877" y="64723"/>
                </a:quadBezTo>
                <a:quadBezTo>
                  <a:pt x="34223" y="67069"/>
                  <a:pt x="34212" y="70427"/>
                </a:quadBezTo>
                <a:quadBezTo>
                  <a:pt x="34200" y="73785"/>
                  <a:pt x="31854" y="76131"/>
                </a:quadBezTo>
                <a:quadBezTo>
                  <a:pt x="29815" y="78169"/>
                  <a:pt x="25312" y="79623"/>
                </a:quadBezTo>
                <a:quadBezTo>
                  <a:pt x="20808" y="81077"/>
                  <a:pt x="14892" y="81631"/>
                </a:quadBezTo>
                <a:quadBezTo>
                  <a:pt x="15446" y="75715"/>
                  <a:pt x="16938" y="71212"/>
                </a:quadBezTo>
                <a:quadBezTo>
                  <a:pt x="18431" y="66708"/>
                  <a:pt x="20469" y="64669"/>
                </a:quadBezTo>
                <a:close/>
                <a:moveTo>
                  <a:pt x="23323" y="67577"/>
                </a:moveTo>
                <a:quadBezTo>
                  <a:pt x="22169" y="68731"/>
                  <a:pt x="21169" y="71342"/>
                </a:quadBezTo>
                <a:quadBezTo>
                  <a:pt x="20169" y="73954"/>
                  <a:pt x="19846" y="76731"/>
                </a:quadBezTo>
                <a:quadBezTo>
                  <a:pt x="22623" y="76408"/>
                  <a:pt x="25235" y="75381"/>
                </a:quadBezTo>
                <a:quadBezTo>
                  <a:pt x="27846" y="74354"/>
                  <a:pt x="29000" y="73200"/>
                </a:quadBezTo>
                <a:quadBezTo>
                  <a:pt x="30200" y="72000"/>
                  <a:pt x="30223" y="70338"/>
                </a:quadBezTo>
                <a:quadBezTo>
                  <a:pt x="30246" y="68677"/>
                  <a:pt x="29046" y="67477"/>
                </a:quadBezTo>
                <a:quadBezTo>
                  <a:pt x="27846" y="66277"/>
                  <a:pt x="26185" y="66327"/>
                </a:quadBezTo>
                <a:quadBezTo>
                  <a:pt x="24523" y="66377"/>
                  <a:pt x="23323" y="67577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6853428" y="1691640"/>
            <a:ext cx="193167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Fast Track to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6228" y="2240280"/>
            <a:ext cx="234315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Accelerate the way to a high-performance 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0858" y="1554480"/>
            <a:ext cx="2708910" cy="14173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con psychology"/>
          <p:cNvSpPr/>
          <p:nvPr/>
        </p:nvSpPr>
        <p:spPr>
          <a:xfrm>
            <a:off x="9333738" y="1691640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8000" y="84000"/>
                </a:moveTo>
                <a:lnTo>
                  <a:pt x="28000" y="68954"/>
                </a:lnTo>
                <a:quadBezTo>
                  <a:pt x="22300" y="63754"/>
                  <a:pt x="19150" y="57265"/>
                </a:quadBezTo>
                <a:quadBezTo>
                  <a:pt x="16000" y="50777"/>
                  <a:pt x="16000" y="43944"/>
                </a:quadBezTo>
                <a:quadBezTo>
                  <a:pt x="16000" y="30634"/>
                  <a:pt x="25333" y="21317"/>
                </a:quadBezTo>
                <a:quadBezTo>
                  <a:pt x="34667" y="12000"/>
                  <a:pt x="48000" y="12000"/>
                </a:quadBezTo>
                <a:quadBezTo>
                  <a:pt x="58808" y="12000"/>
                  <a:pt x="67535" y="18581"/>
                </a:quadBezTo>
                <a:quadBezTo>
                  <a:pt x="76262" y="25162"/>
                  <a:pt x="78854" y="35577"/>
                </a:quadBezTo>
                <a:lnTo>
                  <a:pt x="83001" y="51994"/>
                </a:lnTo>
                <a:quadBezTo>
                  <a:pt x="83400" y="53515"/>
                  <a:pt x="82431" y="54758"/>
                </a:quadBezTo>
                <a:quadBezTo>
                  <a:pt x="81462" y="56000"/>
                  <a:pt x="79846" y="56000"/>
                </a:quadBezTo>
                <a:lnTo>
                  <a:pt x="72000" y="56000"/>
                </a:lnTo>
                <a:lnTo>
                  <a:pt x="72000" y="69538"/>
                </a:lnTo>
                <a:quadBezTo>
                  <a:pt x="72000" y="72204"/>
                  <a:pt x="70102" y="74102"/>
                </a:quadBezTo>
                <a:quadBezTo>
                  <a:pt x="68204" y="76000"/>
                  <a:pt x="65538" y="76000"/>
                </a:quadBezTo>
                <a:lnTo>
                  <a:pt x="56000" y="76000"/>
                </a:lnTo>
                <a:lnTo>
                  <a:pt x="56000" y="84000"/>
                </a:lnTo>
                <a:lnTo>
                  <a:pt x="52000" y="84000"/>
                </a:lnTo>
                <a:lnTo>
                  <a:pt x="52000" y="72000"/>
                </a:lnTo>
                <a:lnTo>
                  <a:pt x="65538" y="72000"/>
                </a:lnTo>
                <a:quadBezTo>
                  <a:pt x="66615" y="72000"/>
                  <a:pt x="67308" y="71308"/>
                </a:quadBezTo>
                <a:quadBezTo>
                  <a:pt x="68000" y="70615"/>
                  <a:pt x="68000" y="69538"/>
                </a:quadBezTo>
                <a:lnTo>
                  <a:pt x="68000" y="52000"/>
                </a:lnTo>
                <a:lnTo>
                  <a:pt x="78800" y="52000"/>
                </a:lnTo>
                <a:lnTo>
                  <a:pt x="75000" y="36500"/>
                </a:lnTo>
                <a:quadBezTo>
                  <a:pt x="72700" y="27323"/>
                  <a:pt x="65123" y="21662"/>
                </a:quadBezTo>
                <a:quadBezTo>
                  <a:pt x="57546" y="16000"/>
                  <a:pt x="48000" y="16000"/>
                </a:quadBezTo>
                <a:quadBezTo>
                  <a:pt x="36400" y="16000"/>
                  <a:pt x="28200" y="24122"/>
                </a:quadBezTo>
                <a:quadBezTo>
                  <a:pt x="20000" y="32245"/>
                  <a:pt x="20000" y="43877"/>
                </a:quadBezTo>
                <a:quadBezTo>
                  <a:pt x="20000" y="49857"/>
                  <a:pt x="22450" y="55239"/>
                </a:quadBezTo>
                <a:quadBezTo>
                  <a:pt x="24900" y="60622"/>
                  <a:pt x="29400" y="64808"/>
                </a:quadBezTo>
                <a:lnTo>
                  <a:pt x="32000" y="67200"/>
                </a:lnTo>
                <a:lnTo>
                  <a:pt x="32000" y="84000"/>
                </a:lnTo>
                <a:lnTo>
                  <a:pt x="28000" y="84000"/>
                </a:lnTo>
                <a:close/>
                <a:moveTo>
                  <a:pt x="49400" y="50000"/>
                </a:moveTo>
                <a:close/>
                <a:moveTo>
                  <a:pt x="45769" y="58308"/>
                </a:moveTo>
                <a:lnTo>
                  <a:pt x="50231" y="58308"/>
                </a:lnTo>
                <a:lnTo>
                  <a:pt x="50523" y="54615"/>
                </a:lnTo>
                <a:quadBezTo>
                  <a:pt x="52092" y="54315"/>
                  <a:pt x="53512" y="53569"/>
                </a:quadBezTo>
                <a:quadBezTo>
                  <a:pt x="54931" y="52823"/>
                  <a:pt x="55892" y="51631"/>
                </a:quadBezTo>
                <a:lnTo>
                  <a:pt x="59108" y="53246"/>
                </a:lnTo>
                <a:lnTo>
                  <a:pt x="61338" y="49446"/>
                </a:lnTo>
                <a:lnTo>
                  <a:pt x="58415" y="47292"/>
                </a:lnTo>
                <a:quadBezTo>
                  <a:pt x="59077" y="45646"/>
                  <a:pt x="59077" y="44000"/>
                </a:quadBezTo>
                <a:quadBezTo>
                  <a:pt x="59077" y="42354"/>
                  <a:pt x="58415" y="40708"/>
                </a:quadBezTo>
                <a:lnTo>
                  <a:pt x="61338" y="38554"/>
                </a:lnTo>
                <a:lnTo>
                  <a:pt x="59108" y="34754"/>
                </a:lnTo>
                <a:lnTo>
                  <a:pt x="55892" y="36369"/>
                </a:lnTo>
                <a:quadBezTo>
                  <a:pt x="54931" y="35177"/>
                  <a:pt x="53512" y="34431"/>
                </a:quadBezTo>
                <a:quadBezTo>
                  <a:pt x="52092" y="33685"/>
                  <a:pt x="50523" y="33385"/>
                </a:quadBezTo>
                <a:lnTo>
                  <a:pt x="50231" y="29692"/>
                </a:lnTo>
                <a:lnTo>
                  <a:pt x="45769" y="29692"/>
                </a:lnTo>
                <a:lnTo>
                  <a:pt x="45477" y="33385"/>
                </a:lnTo>
                <a:quadBezTo>
                  <a:pt x="43908" y="33685"/>
                  <a:pt x="42488" y="34431"/>
                </a:quadBezTo>
                <a:quadBezTo>
                  <a:pt x="41069" y="35177"/>
                  <a:pt x="40108" y="36369"/>
                </a:quadBezTo>
                <a:lnTo>
                  <a:pt x="36892" y="34754"/>
                </a:lnTo>
                <a:lnTo>
                  <a:pt x="34662" y="38554"/>
                </a:lnTo>
                <a:lnTo>
                  <a:pt x="37585" y="40708"/>
                </a:lnTo>
                <a:quadBezTo>
                  <a:pt x="36923" y="42354"/>
                  <a:pt x="36923" y="44000"/>
                </a:quadBezTo>
                <a:quadBezTo>
                  <a:pt x="36923" y="45646"/>
                  <a:pt x="37585" y="47292"/>
                </a:quadBezTo>
                <a:lnTo>
                  <a:pt x="34662" y="49446"/>
                </a:lnTo>
                <a:lnTo>
                  <a:pt x="36892" y="53246"/>
                </a:lnTo>
                <a:lnTo>
                  <a:pt x="40108" y="51631"/>
                </a:lnTo>
                <a:quadBezTo>
                  <a:pt x="41069" y="52823"/>
                  <a:pt x="42488" y="53569"/>
                </a:quadBezTo>
                <a:quadBezTo>
                  <a:pt x="43908" y="54315"/>
                  <a:pt x="45477" y="54615"/>
                </a:quadBezTo>
                <a:lnTo>
                  <a:pt x="45769" y="58308"/>
                </a:lnTo>
                <a:close/>
                <a:moveTo>
                  <a:pt x="47995" y="51462"/>
                </a:moveTo>
                <a:quadBezTo>
                  <a:pt x="44885" y="51462"/>
                  <a:pt x="42712" y="49284"/>
                </a:quadBezTo>
                <a:quadBezTo>
                  <a:pt x="40538" y="47106"/>
                  <a:pt x="40538" y="43995"/>
                </a:quadBezTo>
                <a:quadBezTo>
                  <a:pt x="40538" y="40885"/>
                  <a:pt x="42716" y="38712"/>
                </a:quadBezTo>
                <a:quadBezTo>
                  <a:pt x="44894" y="36538"/>
                  <a:pt x="48005" y="36538"/>
                </a:quadBezTo>
                <a:quadBezTo>
                  <a:pt x="51115" y="36538"/>
                  <a:pt x="53288" y="38716"/>
                </a:quadBezTo>
                <a:quadBezTo>
                  <a:pt x="55462" y="40894"/>
                  <a:pt x="55462" y="44005"/>
                </a:quadBezTo>
                <a:quadBezTo>
                  <a:pt x="55462" y="47115"/>
                  <a:pt x="53284" y="49288"/>
                </a:quadBezTo>
                <a:quadBezTo>
                  <a:pt x="51106" y="51462"/>
                  <a:pt x="47995" y="51462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9790938" y="1691640"/>
            <a:ext cx="193167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AI Validation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3738" y="2240280"/>
            <a:ext cx="234315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Validate and scale AI across your GxP organization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" y="3108960"/>
            <a:ext cx="11521440" cy="3840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Life sciences expertise in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3611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CORE CAPABILITIES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" y="3886200"/>
            <a:ext cx="270891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Icon analytics"/>
          <p:cNvSpPr/>
          <p:nvPr/>
        </p:nvSpPr>
        <p:spPr>
          <a:xfrm>
            <a:off x="521208" y="4023360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0923" y="66000"/>
                </a:moveTo>
                <a:lnTo>
                  <a:pt x="34923" y="66000"/>
                </a:lnTo>
                <a:lnTo>
                  <a:pt x="34923" y="48000"/>
                </a:lnTo>
                <a:lnTo>
                  <a:pt x="30923" y="48000"/>
                </a:lnTo>
                <a:lnTo>
                  <a:pt x="30923" y="66000"/>
                </a:lnTo>
                <a:close/>
                <a:moveTo>
                  <a:pt x="61077" y="66000"/>
                </a:moveTo>
                <a:lnTo>
                  <a:pt x="65077" y="66000"/>
                </a:lnTo>
                <a:lnTo>
                  <a:pt x="65077" y="28000"/>
                </a:lnTo>
                <a:lnTo>
                  <a:pt x="61077" y="28000"/>
                </a:lnTo>
                <a:lnTo>
                  <a:pt x="61077" y="66000"/>
                </a:lnTo>
                <a:close/>
                <a:moveTo>
                  <a:pt x="46000" y="66000"/>
                </a:moveTo>
                <a:lnTo>
                  <a:pt x="50000" y="66000"/>
                </a:lnTo>
                <a:lnTo>
                  <a:pt x="50000" y="56000"/>
                </a:lnTo>
                <a:lnTo>
                  <a:pt x="46000" y="56000"/>
                </a:lnTo>
                <a:lnTo>
                  <a:pt x="46000" y="66000"/>
                </a:lnTo>
                <a:close/>
                <a:moveTo>
                  <a:pt x="46000" y="48000"/>
                </a:moveTo>
                <a:lnTo>
                  <a:pt x="50000" y="48000"/>
                </a:lnTo>
                <a:lnTo>
                  <a:pt x="50000" y="40000"/>
                </a:lnTo>
                <a:lnTo>
                  <a:pt x="46000" y="40000"/>
                </a:lnTo>
                <a:lnTo>
                  <a:pt x="46000" y="48000"/>
                </a:lnTo>
                <a:close/>
                <a:moveTo>
                  <a:pt x="22462" y="80000"/>
                </a:moveTo>
                <a:quadBezTo>
                  <a:pt x="19700" y="80000"/>
                  <a:pt x="17850" y="78150"/>
                </a:quadBezTo>
                <a:quadBezTo>
                  <a:pt x="16000" y="76300"/>
                  <a:pt x="16000" y="73538"/>
                </a:quadBezTo>
                <a:lnTo>
                  <a:pt x="16000" y="22462"/>
                </a:lnTo>
                <a:quadBezTo>
                  <a:pt x="16000" y="19700"/>
                  <a:pt x="17850" y="17850"/>
                </a:quadBezTo>
                <a:quadBezTo>
                  <a:pt x="19700" y="16000"/>
                  <a:pt x="22462" y="16000"/>
                </a:quadBezTo>
                <a:lnTo>
                  <a:pt x="73538" y="16000"/>
                </a:lnTo>
                <a:quadBezTo>
                  <a:pt x="76300" y="16000"/>
                  <a:pt x="78150" y="17850"/>
                </a:quadBezTo>
                <a:quadBezTo>
                  <a:pt x="80000" y="19700"/>
                  <a:pt x="80000" y="22462"/>
                </a:quadBezTo>
                <a:lnTo>
                  <a:pt x="80000" y="73538"/>
                </a:lnTo>
                <a:quadBezTo>
                  <a:pt x="80000" y="76300"/>
                  <a:pt x="78150" y="78150"/>
                </a:quadBezTo>
                <a:quadBezTo>
                  <a:pt x="76300" y="80000"/>
                  <a:pt x="73538" y="80000"/>
                </a:quadBezTo>
                <a:lnTo>
                  <a:pt x="22462" y="80000"/>
                </a:lnTo>
                <a:close/>
                <a:moveTo>
                  <a:pt x="22462" y="76000"/>
                </a:moveTo>
                <a:lnTo>
                  <a:pt x="73538" y="76000"/>
                </a:lnTo>
                <a:quadBezTo>
                  <a:pt x="74462" y="76000"/>
                  <a:pt x="75231" y="75231"/>
                </a:quadBezTo>
                <a:quadBezTo>
                  <a:pt x="76000" y="74462"/>
                  <a:pt x="76000" y="73538"/>
                </a:quadBezTo>
                <a:lnTo>
                  <a:pt x="76000" y="22462"/>
                </a:lnTo>
                <a:quadBezTo>
                  <a:pt x="76000" y="21538"/>
                  <a:pt x="75231" y="20769"/>
                </a:quadBezTo>
                <a:quadBezTo>
                  <a:pt x="74462" y="20000"/>
                  <a:pt x="73538" y="20000"/>
                </a:quadBezTo>
                <a:lnTo>
                  <a:pt x="22462" y="20000"/>
                </a:lnTo>
                <a:quadBezTo>
                  <a:pt x="21538" y="20000"/>
                  <a:pt x="20769" y="20769"/>
                </a:quadBezTo>
                <a:quadBezTo>
                  <a:pt x="20000" y="21538"/>
                  <a:pt x="20000" y="22462"/>
                </a:quadBezTo>
                <a:lnTo>
                  <a:pt x="20000" y="73538"/>
                </a:lnTo>
                <a:quadBezTo>
                  <a:pt x="20000" y="74462"/>
                  <a:pt x="20769" y="75231"/>
                </a:quadBezTo>
                <a:quadBezTo>
                  <a:pt x="21538" y="76000"/>
                  <a:pt x="22462" y="76000"/>
                </a:quadBezTo>
                <a:close/>
                <a:moveTo>
                  <a:pt x="20000" y="20000"/>
                </a:moveTo>
                <a:lnTo>
                  <a:pt x="20000" y="76000"/>
                </a:lnTo>
                <a:lnTo>
                  <a:pt x="20000" y="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978407" y="4023360"/>
            <a:ext cx="19316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Digital Excellence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4462272"/>
            <a:ext cx="234315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Turn process insights into measurable improvements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5838" y="3886200"/>
            <a:ext cx="270891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con lan"/>
          <p:cNvSpPr/>
          <p:nvPr/>
        </p:nvSpPr>
        <p:spPr>
          <a:xfrm>
            <a:off x="3458718" y="4023360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000" y="86000"/>
                </a:moveTo>
                <a:lnTo>
                  <a:pt x="14000" y="62000"/>
                </a:lnTo>
                <a:lnTo>
                  <a:pt x="26000" y="62000"/>
                </a:lnTo>
                <a:lnTo>
                  <a:pt x="26000" y="46000"/>
                </a:lnTo>
                <a:lnTo>
                  <a:pt x="46000" y="46000"/>
                </a:lnTo>
                <a:lnTo>
                  <a:pt x="46000" y="34000"/>
                </a:lnTo>
                <a:lnTo>
                  <a:pt x="34000" y="34000"/>
                </a:lnTo>
                <a:lnTo>
                  <a:pt x="34000" y="10000"/>
                </a:lnTo>
                <a:lnTo>
                  <a:pt x="62000" y="10000"/>
                </a:lnTo>
                <a:lnTo>
                  <a:pt x="62000" y="34000"/>
                </a:lnTo>
                <a:lnTo>
                  <a:pt x="50000" y="34000"/>
                </a:lnTo>
                <a:lnTo>
                  <a:pt x="50000" y="46000"/>
                </a:lnTo>
                <a:lnTo>
                  <a:pt x="70000" y="46000"/>
                </a:lnTo>
                <a:lnTo>
                  <a:pt x="70000" y="62000"/>
                </a:lnTo>
                <a:lnTo>
                  <a:pt x="82000" y="62000"/>
                </a:lnTo>
                <a:lnTo>
                  <a:pt x="82000" y="86000"/>
                </a:lnTo>
                <a:lnTo>
                  <a:pt x="54000" y="86000"/>
                </a:lnTo>
                <a:lnTo>
                  <a:pt x="54000" y="62000"/>
                </a:lnTo>
                <a:lnTo>
                  <a:pt x="66000" y="62000"/>
                </a:lnTo>
                <a:lnTo>
                  <a:pt x="66000" y="50000"/>
                </a:lnTo>
                <a:lnTo>
                  <a:pt x="30000" y="50000"/>
                </a:lnTo>
                <a:lnTo>
                  <a:pt x="30000" y="62000"/>
                </a:lnTo>
                <a:lnTo>
                  <a:pt x="42000" y="62000"/>
                </a:lnTo>
                <a:lnTo>
                  <a:pt x="42000" y="86000"/>
                </a:lnTo>
                <a:lnTo>
                  <a:pt x="14000" y="86000"/>
                </a:lnTo>
                <a:close/>
                <a:moveTo>
                  <a:pt x="38000" y="30000"/>
                </a:moveTo>
                <a:lnTo>
                  <a:pt x="58000" y="30000"/>
                </a:lnTo>
                <a:lnTo>
                  <a:pt x="58000" y="14000"/>
                </a:lnTo>
                <a:lnTo>
                  <a:pt x="38000" y="14000"/>
                </a:lnTo>
                <a:lnTo>
                  <a:pt x="38000" y="30000"/>
                </a:lnTo>
                <a:close/>
                <a:moveTo>
                  <a:pt x="18000" y="82000"/>
                </a:moveTo>
                <a:lnTo>
                  <a:pt x="38000" y="82000"/>
                </a:lnTo>
                <a:lnTo>
                  <a:pt x="38000" y="66000"/>
                </a:lnTo>
                <a:lnTo>
                  <a:pt x="18000" y="66000"/>
                </a:lnTo>
                <a:lnTo>
                  <a:pt x="18000" y="82000"/>
                </a:lnTo>
                <a:close/>
                <a:moveTo>
                  <a:pt x="58000" y="82000"/>
                </a:moveTo>
                <a:lnTo>
                  <a:pt x="78000" y="82000"/>
                </a:lnTo>
                <a:lnTo>
                  <a:pt x="78000" y="66000"/>
                </a:lnTo>
                <a:lnTo>
                  <a:pt x="58000" y="66000"/>
                </a:lnTo>
                <a:lnTo>
                  <a:pt x="58000" y="82000"/>
                </a:lnTo>
                <a:close/>
                <a:moveTo>
                  <a:pt x="48000" y="30000"/>
                </a:moveTo>
                <a:close/>
                <a:moveTo>
                  <a:pt x="38000" y="66000"/>
                </a:moveTo>
                <a:close/>
                <a:moveTo>
                  <a:pt x="58000" y="6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1" name="TextBox 30"/>
          <p:cNvSpPr txBox="1"/>
          <p:nvPr/>
        </p:nvSpPr>
        <p:spPr>
          <a:xfrm>
            <a:off x="3915918" y="4023360"/>
            <a:ext cx="19316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System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8718" y="4462272"/>
            <a:ext cx="234315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Implement and operate critical manufacturing systems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3348" y="3886200"/>
            <a:ext cx="270891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Icon precision_manufacturing"/>
          <p:cNvSpPr/>
          <p:nvPr/>
        </p:nvSpPr>
        <p:spPr>
          <a:xfrm>
            <a:off x="6396228" y="4023360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9054" y="77846"/>
                </a:moveTo>
                <a:lnTo>
                  <a:pt x="19054" y="71385"/>
                </a:lnTo>
                <a:lnTo>
                  <a:pt x="31146" y="71385"/>
                </a:lnTo>
                <a:lnTo>
                  <a:pt x="20792" y="37523"/>
                </a:lnTo>
                <a:quadBezTo>
                  <a:pt x="18169" y="36254"/>
                  <a:pt x="16612" y="33892"/>
                </a:quadBezTo>
                <a:quadBezTo>
                  <a:pt x="15054" y="31531"/>
                  <a:pt x="15054" y="28462"/>
                </a:quadBezTo>
                <a:quadBezTo>
                  <a:pt x="15054" y="24308"/>
                  <a:pt x="17977" y="21385"/>
                </a:quadBezTo>
                <a:quadBezTo>
                  <a:pt x="20900" y="18462"/>
                  <a:pt x="25054" y="18462"/>
                </a:quadBezTo>
                <a:quadBezTo>
                  <a:pt x="28723" y="18462"/>
                  <a:pt x="31350" y="20712"/>
                </a:quadBezTo>
                <a:quadBezTo>
                  <a:pt x="33977" y="22962"/>
                  <a:pt x="34869" y="26462"/>
                </a:quadBezTo>
                <a:lnTo>
                  <a:pt x="49515" y="26462"/>
                </a:lnTo>
                <a:lnTo>
                  <a:pt x="49515" y="20462"/>
                </a:lnTo>
                <a:quadBezTo>
                  <a:pt x="49515" y="19608"/>
                  <a:pt x="50088" y="19035"/>
                </a:quadBezTo>
                <a:quadBezTo>
                  <a:pt x="50662" y="18462"/>
                  <a:pt x="51515" y="18462"/>
                </a:quadBezTo>
                <a:quadBezTo>
                  <a:pt x="52185" y="18462"/>
                  <a:pt x="52688" y="18862"/>
                </a:quadBezTo>
                <a:quadBezTo>
                  <a:pt x="53192" y="19262"/>
                  <a:pt x="53331" y="19908"/>
                </a:quadBezTo>
                <a:lnTo>
                  <a:pt x="53331" y="20985"/>
                </a:lnTo>
                <a:lnTo>
                  <a:pt x="60592" y="14277"/>
                </a:lnTo>
                <a:quadBezTo>
                  <a:pt x="61415" y="13454"/>
                  <a:pt x="62435" y="13281"/>
                </a:quadBezTo>
                <a:quadBezTo>
                  <a:pt x="63454" y="13108"/>
                  <a:pt x="64423" y="13631"/>
                </a:quadBezTo>
                <a:lnTo>
                  <a:pt x="79562" y="20677"/>
                </a:lnTo>
                <a:quadBezTo>
                  <a:pt x="80300" y="21046"/>
                  <a:pt x="80673" y="21735"/>
                </a:quadBezTo>
                <a:quadBezTo>
                  <a:pt x="81046" y="22423"/>
                  <a:pt x="80700" y="23138"/>
                </a:quadBezTo>
                <a:quadBezTo>
                  <a:pt x="80331" y="23877"/>
                  <a:pt x="79642" y="24073"/>
                </a:quadBezTo>
                <a:quadBezTo>
                  <a:pt x="78954" y="24269"/>
                  <a:pt x="78238" y="23923"/>
                </a:quadBezTo>
                <a:lnTo>
                  <a:pt x="63069" y="16862"/>
                </a:lnTo>
                <a:lnTo>
                  <a:pt x="53515" y="25662"/>
                </a:lnTo>
                <a:lnTo>
                  <a:pt x="53515" y="31262"/>
                </a:lnTo>
                <a:lnTo>
                  <a:pt x="63069" y="39862"/>
                </a:lnTo>
                <a:lnTo>
                  <a:pt x="78238" y="32800"/>
                </a:lnTo>
                <a:quadBezTo>
                  <a:pt x="78954" y="32454"/>
                  <a:pt x="79654" y="32662"/>
                </a:quadBezTo>
                <a:quadBezTo>
                  <a:pt x="80354" y="32869"/>
                  <a:pt x="80700" y="33585"/>
                </a:quadBezTo>
                <a:quadBezTo>
                  <a:pt x="81069" y="34323"/>
                  <a:pt x="80685" y="35000"/>
                </a:quadBezTo>
                <a:quadBezTo>
                  <a:pt x="80300" y="35677"/>
                  <a:pt x="79562" y="36046"/>
                </a:quadBezTo>
                <a:lnTo>
                  <a:pt x="64423" y="43138"/>
                </a:lnTo>
                <a:quadBezTo>
                  <a:pt x="63454" y="43662"/>
                  <a:pt x="62435" y="43450"/>
                </a:quadBezTo>
                <a:quadBezTo>
                  <a:pt x="61415" y="43238"/>
                  <a:pt x="60592" y="42492"/>
                </a:quadBezTo>
                <a:lnTo>
                  <a:pt x="53331" y="35938"/>
                </a:lnTo>
                <a:lnTo>
                  <a:pt x="53331" y="37015"/>
                </a:lnTo>
                <a:quadBezTo>
                  <a:pt x="53192" y="37615"/>
                  <a:pt x="52688" y="38038"/>
                </a:quadBezTo>
                <a:quadBezTo>
                  <a:pt x="52185" y="38462"/>
                  <a:pt x="51515" y="38462"/>
                </a:quadBezTo>
                <a:quadBezTo>
                  <a:pt x="50662" y="38462"/>
                  <a:pt x="50088" y="37888"/>
                </a:quadBezTo>
                <a:quadBezTo>
                  <a:pt x="49515" y="37315"/>
                  <a:pt x="49515" y="36462"/>
                </a:quadBezTo>
                <a:lnTo>
                  <a:pt x="49515" y="30462"/>
                </a:lnTo>
                <a:lnTo>
                  <a:pt x="34869" y="30462"/>
                </a:lnTo>
                <a:quadBezTo>
                  <a:pt x="34569" y="31800"/>
                  <a:pt x="33873" y="33115"/>
                </a:quadBezTo>
                <a:quadBezTo>
                  <a:pt x="33177" y="34431"/>
                  <a:pt x="32346" y="35308"/>
                </a:quadBezTo>
                <a:lnTo>
                  <a:pt x="51731" y="71385"/>
                </a:lnTo>
                <a:lnTo>
                  <a:pt x="67054" y="71385"/>
                </a:lnTo>
                <a:lnTo>
                  <a:pt x="67054" y="77846"/>
                </a:lnTo>
                <a:lnTo>
                  <a:pt x="19054" y="77846"/>
                </a:lnTo>
                <a:close/>
                <a:moveTo>
                  <a:pt x="25054" y="34462"/>
                </a:moveTo>
                <a:quadBezTo>
                  <a:pt x="27523" y="34462"/>
                  <a:pt x="29288" y="32696"/>
                </a:quadBezTo>
                <a:quadBezTo>
                  <a:pt x="31054" y="30931"/>
                  <a:pt x="31054" y="28462"/>
                </a:quadBezTo>
                <a:quadBezTo>
                  <a:pt x="31054" y="25992"/>
                  <a:pt x="29288" y="24227"/>
                </a:quadBezTo>
                <a:quadBezTo>
                  <a:pt x="27523" y="22462"/>
                  <a:pt x="25054" y="22462"/>
                </a:quadBezTo>
                <a:quadBezTo>
                  <a:pt x="22585" y="22462"/>
                  <a:pt x="20819" y="24227"/>
                </a:quadBezTo>
                <a:quadBezTo>
                  <a:pt x="19054" y="25992"/>
                  <a:pt x="19054" y="28462"/>
                </a:quadBezTo>
                <a:quadBezTo>
                  <a:pt x="19054" y="30931"/>
                  <a:pt x="20819" y="32696"/>
                </a:quadBezTo>
                <a:quadBezTo>
                  <a:pt x="22585" y="34462"/>
                  <a:pt x="25054" y="34462"/>
                </a:quadBezTo>
                <a:close/>
                <a:moveTo>
                  <a:pt x="35346" y="71385"/>
                </a:moveTo>
                <a:lnTo>
                  <a:pt x="47146" y="71385"/>
                </a:lnTo>
                <a:lnTo>
                  <a:pt x="29023" y="37692"/>
                </a:lnTo>
                <a:quadBezTo>
                  <a:pt x="28408" y="38077"/>
                  <a:pt x="27285" y="38346"/>
                </a:quadBezTo>
                <a:quadBezTo>
                  <a:pt x="26162" y="38615"/>
                  <a:pt x="25238" y="38462"/>
                </a:quadBezTo>
                <a:lnTo>
                  <a:pt x="35346" y="71385"/>
                </a:lnTo>
                <a:close/>
                <a:moveTo>
                  <a:pt x="47146" y="71385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5" name="TextBox 34"/>
          <p:cNvSpPr txBox="1"/>
          <p:nvPr/>
        </p:nvSpPr>
        <p:spPr>
          <a:xfrm>
            <a:off x="6853428" y="4023360"/>
            <a:ext cx="19316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Machinery Consulting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6228" y="4462272"/>
            <a:ext cx="234315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Turn equipment investments into reliable operations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50858" y="3886200"/>
            <a:ext cx="270891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Icon verified"/>
          <p:cNvSpPr/>
          <p:nvPr/>
        </p:nvSpPr>
        <p:spPr>
          <a:xfrm>
            <a:off x="9333738" y="4023360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9" name="TextBox 38"/>
          <p:cNvSpPr txBox="1"/>
          <p:nvPr/>
        </p:nvSpPr>
        <p:spPr>
          <a:xfrm>
            <a:off x="9790938" y="4023360"/>
            <a:ext cx="193167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Quality &amp;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3738" y="4462272"/>
            <a:ext cx="234315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Build quality systems that are inspection-ready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" y="5212080"/>
            <a:ext cx="368808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Project Management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5008" y="5212080"/>
            <a:ext cx="368808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Risk Management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71688" y="5212080"/>
            <a:ext cx="368808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Operations &amp; Support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Company introduction | Presence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Körber Pharma Consulting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Dedicated teams in Germany, Switzerland, France and the US</a:t>
            </a:r>
          </a:p>
        </p:txBody>
      </p:sp>
      <p:pic>
        <p:nvPicPr>
          <p:cNvPr id="6" name="Picture 5" descr="worldmap.png"/>
          <p:cNvPicPr>
            <a:picLocks noChangeAspect="1"/>
          </p:cNvPicPr>
          <p:nvPr/>
        </p:nvPicPr>
        <p:blipFill>
          <a:blip r:embed="rId3"/>
          <a:srcRect t="111" b="111"/>
          <a:stretch>
            <a:fillRect/>
          </a:stretch>
        </p:blipFill>
        <p:spPr>
          <a:xfrm>
            <a:off x="338328" y="1325880"/>
            <a:ext cx="7498079" cy="4572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986783" y="297096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895140" y="3120597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45179" y="307903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95576" y="310397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0" y="1463040"/>
            <a:ext cx="3630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229600" y="1554480"/>
            <a:ext cx="36301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Germany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92808"/>
            <a:ext cx="36301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[City], [City]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0" y="2377440"/>
            <a:ext cx="3630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229600" y="2468880"/>
            <a:ext cx="36301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Switzerland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07208"/>
            <a:ext cx="36301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[City]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3291840"/>
            <a:ext cx="3630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0" y="3383280"/>
            <a:ext cx="36301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France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21608"/>
            <a:ext cx="36301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[City]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4206240"/>
            <a:ext cx="3630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229600" y="4297679"/>
            <a:ext cx="36301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United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636007"/>
            <a:ext cx="36301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[City]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Company introduction | Your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team for [project / topic]</a:t>
            </a:r>
          </a:p>
        </p:txBody>
      </p:sp>
      <p:sp>
        <p:nvSpPr>
          <p:cNvPr id="6" name="Oval 5"/>
          <p:cNvSpPr/>
          <p:nvPr/>
        </p:nvSpPr>
        <p:spPr>
          <a:xfrm>
            <a:off x="1035558" y="1463040"/>
            <a:ext cx="1280160" cy="128016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con person"/>
          <p:cNvSpPr/>
          <p:nvPr/>
        </p:nvSpPr>
        <p:spPr>
          <a:xfrm>
            <a:off x="1291590" y="1719072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338328" y="2926080"/>
            <a:ext cx="26746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[First name Last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3291840"/>
            <a:ext cx="26746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[Role in the project]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7" y="3749039"/>
            <a:ext cx="2125981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12647" y="3886200"/>
            <a:ext cx="21259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Expertise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Relevant reference</a:t>
            </a:r>
          </a:p>
        </p:txBody>
      </p:sp>
      <p:sp>
        <p:nvSpPr>
          <p:cNvPr id="12" name="Oval 11"/>
          <p:cNvSpPr/>
          <p:nvPr/>
        </p:nvSpPr>
        <p:spPr>
          <a:xfrm>
            <a:off x="3984498" y="1463040"/>
            <a:ext cx="1280160" cy="128016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con person"/>
          <p:cNvSpPr/>
          <p:nvPr/>
        </p:nvSpPr>
        <p:spPr>
          <a:xfrm>
            <a:off x="4240530" y="1719072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3287268" y="2926080"/>
            <a:ext cx="26746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[First name Last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7268" y="3291840"/>
            <a:ext cx="26746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[Role in the project]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1588" y="3749039"/>
            <a:ext cx="212598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561588" y="3886200"/>
            <a:ext cx="21259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Expertise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Relevant reference</a:t>
            </a:r>
          </a:p>
        </p:txBody>
      </p:sp>
      <p:sp>
        <p:nvSpPr>
          <p:cNvPr id="18" name="Oval 17"/>
          <p:cNvSpPr/>
          <p:nvPr/>
        </p:nvSpPr>
        <p:spPr>
          <a:xfrm>
            <a:off x="6933438" y="1463040"/>
            <a:ext cx="1280160" cy="128016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 person"/>
          <p:cNvSpPr/>
          <p:nvPr/>
        </p:nvSpPr>
        <p:spPr>
          <a:xfrm>
            <a:off x="7189470" y="1719072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6236208" y="2926080"/>
            <a:ext cx="26746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[First name Last name]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291840"/>
            <a:ext cx="26746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[Role in the project]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10528" y="3749039"/>
            <a:ext cx="212598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10528" y="3886200"/>
            <a:ext cx="21259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Expertise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Relevant reference</a:t>
            </a:r>
          </a:p>
        </p:txBody>
      </p:sp>
      <p:sp>
        <p:nvSpPr>
          <p:cNvPr id="24" name="Oval 23"/>
          <p:cNvSpPr/>
          <p:nvPr/>
        </p:nvSpPr>
        <p:spPr>
          <a:xfrm>
            <a:off x="9882378" y="1463040"/>
            <a:ext cx="1280160" cy="128016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Icon person"/>
          <p:cNvSpPr/>
          <p:nvPr/>
        </p:nvSpPr>
        <p:spPr>
          <a:xfrm>
            <a:off x="10138410" y="1719072"/>
            <a:ext cx="768096" cy="7680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6" name="TextBox 25"/>
          <p:cNvSpPr txBox="1"/>
          <p:nvPr/>
        </p:nvSpPr>
        <p:spPr>
          <a:xfrm>
            <a:off x="9185148" y="2926080"/>
            <a:ext cx="26746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[First name Last name]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5148" y="3291840"/>
            <a:ext cx="26746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[Role in the project]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59468" y="3749039"/>
            <a:ext cx="212598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9459468" y="3886200"/>
            <a:ext cx="21259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Expertise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Relevant reference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Customer</a:t>
            </a:r>
          </a:p>
          <a:p>
            <a:r>
              <a:t>situation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Customer situation | Situation – complication – resolution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3566160" cy="374903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16002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" y="19202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tx1"/>
                </a:solidFill>
              </a:rPr>
              <a:t>Headline in up to two 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" y="32918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0" name="Oval 9"/>
          <p:cNvSpPr/>
          <p:nvPr/>
        </p:nvSpPr>
        <p:spPr>
          <a:xfrm>
            <a:off x="3941064" y="3081528"/>
            <a:ext cx="338328" cy="3383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Icon arrow_forward"/>
          <p:cNvSpPr/>
          <p:nvPr/>
        </p:nvSpPr>
        <p:spPr>
          <a:xfrm>
            <a:off x="3995928" y="3136392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4315968" y="1371600"/>
            <a:ext cx="3566160" cy="37490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002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COMPLICATION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202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tx1"/>
                </a:solidFill>
              </a:rPr>
              <a:t>Headline in up to two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2918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6" name="Oval 15"/>
          <p:cNvSpPr/>
          <p:nvPr/>
        </p:nvSpPr>
        <p:spPr>
          <a:xfrm>
            <a:off x="7918704" y="3081528"/>
            <a:ext cx="338328" cy="3383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 arrow_forward"/>
          <p:cNvSpPr/>
          <p:nvPr/>
        </p:nvSpPr>
        <p:spPr>
          <a:xfrm>
            <a:off x="7973568" y="3136392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8293608" y="1371600"/>
            <a:ext cx="3566160" cy="37490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16002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19202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bg1"/>
                </a:solidFill>
              </a:rPr>
              <a:t>Headline in up to two 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32918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Short description in one or two lines.</a:t>
            </a:r>
          </a:p>
        </p:txBody>
      </p:sp>
      <p:sp>
        <p:nvSpPr>
          <p:cNvPr id="22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Customer situation | What we heard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[x] interviews, [period]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621792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800" b="0" i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60020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Quote in the customer’s own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08483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– [Role]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697480"/>
            <a:ext cx="621792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4320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800" b="0" i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9260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Quote in the customer’s own 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41071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– [Role]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4023360"/>
            <a:ext cx="621792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06908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800" b="0" i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25196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Quote in the customer’s own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73659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– [Role]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371600"/>
            <a:ext cx="49103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OUR CONCLUSION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0" y="173736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1719072"/>
            <a:ext cx="43159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accent1"/>
                </a:solidFill>
              </a:rPr>
              <a:t>Headline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084831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22" name="Oval 21"/>
          <p:cNvSpPr/>
          <p:nvPr/>
        </p:nvSpPr>
        <p:spPr>
          <a:xfrm>
            <a:off x="6949440" y="292608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907792"/>
            <a:ext cx="43159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accent1"/>
                </a:solidFill>
              </a:rPr>
              <a:t>Headline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273552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25" name="Oval 24"/>
          <p:cNvSpPr/>
          <p:nvPr/>
        </p:nvSpPr>
        <p:spPr>
          <a:xfrm>
            <a:off x="6949440" y="411480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096512"/>
            <a:ext cx="43159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accent1"/>
                </a:solidFill>
              </a:rPr>
              <a:t>Headline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462272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Customer situation | Issue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2743200"/>
            <a:ext cx="265176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Key question in up to three lines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990088" y="1920240"/>
            <a:ext cx="548640" cy="146304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3538728" y="1645920"/>
            <a:ext cx="27432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Driver 1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281928" y="1618488"/>
            <a:ext cx="457200" cy="301752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6739128" y="1371600"/>
            <a:ext cx="512064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Sub-question 1.1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81928" y="1920240"/>
            <a:ext cx="457200" cy="338328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2" name="Rectangle 11"/>
          <p:cNvSpPr/>
          <p:nvPr/>
        </p:nvSpPr>
        <p:spPr>
          <a:xfrm>
            <a:off x="6739128" y="2011680"/>
            <a:ext cx="512064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Sub-question 1.2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90088" y="3383280"/>
            <a:ext cx="54864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3538728" y="3108960"/>
            <a:ext cx="27432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Driver 2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281928" y="3081528"/>
            <a:ext cx="457200" cy="301752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6739128" y="2834640"/>
            <a:ext cx="512064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Sub-question 2.1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3383280"/>
            <a:ext cx="457200" cy="338328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6739128" y="3474720"/>
            <a:ext cx="512064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Sub-question 2.2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0088" y="3383280"/>
            <a:ext cx="548640" cy="146304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3538728" y="4572000"/>
            <a:ext cx="27432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Driver 3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281928" y="4544568"/>
            <a:ext cx="457200" cy="301752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6739128" y="4297680"/>
            <a:ext cx="512064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Sub-question 3.1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81928" y="4846320"/>
            <a:ext cx="457200" cy="338328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6739128" y="4937760"/>
            <a:ext cx="512064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Sub-question 3.2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Customer situation | Hypotheses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26060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731520"/>
                <a:gridCol w="5486400"/>
                <a:gridCol w="3657600"/>
                <a:gridCol w="1645920"/>
              </a:tblGrid>
              <a:tr h="4114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Hypothesis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Tested by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600" b="0" i="0">
                          <a:solidFill>
                            <a:schemeClr val="accent1"/>
                          </a:solidFill>
                        </a:rPr>
                        <a:t>H1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Hypothesis in one sentence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Analysis / method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Open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600" b="0" i="0">
                          <a:solidFill>
                            <a:schemeClr val="accent1"/>
                          </a:solidFill>
                        </a:rPr>
                        <a:t>H2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Hypothesis in one sentence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Analysis / method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Open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600" b="0" i="0">
                          <a:solidFill>
                            <a:schemeClr val="accent1"/>
                          </a:solidFill>
                        </a:rPr>
                        <a:t>H3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Hypothesis in one sentence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Analysis / method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Open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Customer situation | Maturity 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8" y="1325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3168" y="1325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367" y="1325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7" y="1325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3767" y="1325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828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Dimension 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30168" y="2011680"/>
            <a:ext cx="6400799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830567" y="2011680"/>
            <a:ext cx="1600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6693407" y="1874519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93607" y="1874519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6060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Dimension 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30168" y="2788920"/>
            <a:ext cx="6400799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6030467" y="2788920"/>
            <a:ext cx="24003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5893307" y="265176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3607" y="2651760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383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Dimension 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30168" y="3566160"/>
            <a:ext cx="6400799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4430268" y="3566160"/>
            <a:ext cx="4800599" cy="0"/>
          </a:xfrm>
          <a:prstGeom prst="line">
            <a:avLst/>
          </a:prstGeom>
          <a:ln w="38100">
            <a:solidFill>
              <a:schemeClr val="accent1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4293107" y="342900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93707" y="3429000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41605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Dimension 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30168" y="4343400"/>
            <a:ext cx="6400799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5230368" y="4343400"/>
            <a:ext cx="2400299" cy="0"/>
          </a:xfrm>
          <a:prstGeom prst="line">
            <a:avLst/>
          </a:prstGeom>
          <a:ln w="38100">
            <a:solidFill>
              <a:schemeClr val="accent1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5093207" y="420624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93507" y="4206240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8328" y="507492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7" y="5029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Today</a:t>
            </a:r>
          </a:p>
        </p:txBody>
      </p:sp>
      <p:sp>
        <p:nvSpPr>
          <p:cNvPr id="33" name="Oval 32"/>
          <p:cNvSpPr/>
          <p:nvPr/>
        </p:nvSpPr>
        <p:spPr>
          <a:xfrm>
            <a:off x="1618488" y="5074920"/>
            <a:ext cx="182880" cy="1828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92807" y="5029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35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8" name="TextBox 37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Customer situation | Benchmark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[Benchmark, n = xx]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73152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229600" y="1463040"/>
            <a:ext cx="3630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229600" y="1572768"/>
            <a:ext cx="36301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–00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80768"/>
            <a:ext cx="36301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Gap to top quartile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0" y="3017520"/>
            <a:ext cx="3630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229600" y="3127248"/>
            <a:ext cx="36301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€0.0m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635247"/>
            <a:ext cx="36301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Value of closing the gap</a:t>
            </a:r>
          </a:p>
        </p:txBody>
      </p:sp>
      <p:sp>
        <p:nvSpPr>
          <p:cNvPr id="13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Customer situation | Pain points along the value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Pentagon 5"/>
          <p:cNvSpPr/>
          <p:nvPr/>
        </p:nvSpPr>
        <p:spPr>
          <a:xfrm>
            <a:off x="338328" y="1371600"/>
            <a:ext cx="2424988" cy="548640"/>
          </a:xfrm>
          <a:prstGeom prst="homePlate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 1</a:t>
            </a:r>
          </a:p>
        </p:txBody>
      </p:sp>
      <p:sp>
        <p:nvSpPr>
          <p:cNvPr id="7" name="Chevron 6"/>
          <p:cNvSpPr/>
          <p:nvPr/>
        </p:nvSpPr>
        <p:spPr>
          <a:xfrm>
            <a:off x="2653588" y="1371600"/>
            <a:ext cx="2424988" cy="54864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 2</a:t>
            </a:r>
          </a:p>
        </p:txBody>
      </p:sp>
      <p:sp>
        <p:nvSpPr>
          <p:cNvPr id="8" name="Chevron 7"/>
          <p:cNvSpPr/>
          <p:nvPr/>
        </p:nvSpPr>
        <p:spPr>
          <a:xfrm>
            <a:off x="4968849" y="1371600"/>
            <a:ext cx="2424988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Step 3</a:t>
            </a:r>
          </a:p>
        </p:txBody>
      </p:sp>
      <p:sp>
        <p:nvSpPr>
          <p:cNvPr id="9" name="Chevron 8"/>
          <p:cNvSpPr/>
          <p:nvPr/>
        </p:nvSpPr>
        <p:spPr>
          <a:xfrm>
            <a:off x="7284110" y="1371600"/>
            <a:ext cx="2424988" cy="54864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 4</a:t>
            </a:r>
          </a:p>
        </p:txBody>
      </p:sp>
      <p:sp>
        <p:nvSpPr>
          <p:cNvPr id="10" name="Chevron 9"/>
          <p:cNvSpPr/>
          <p:nvPr/>
        </p:nvSpPr>
        <p:spPr>
          <a:xfrm>
            <a:off x="9599371" y="1371600"/>
            <a:ext cx="2260396" cy="54864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2057400"/>
            <a:ext cx="2260396" cy="32004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240280"/>
            <a:ext cx="189463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Pain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Pain point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4754880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ie 13"/>
          <p:cNvSpPr/>
          <p:nvPr/>
        </p:nvSpPr>
        <p:spPr>
          <a:xfrm>
            <a:off x="521208" y="4754880"/>
            <a:ext cx="310896" cy="310896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773168"/>
            <a:ext cx="15288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3588" y="2057400"/>
            <a:ext cx="2260396" cy="32004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6468" y="2240280"/>
            <a:ext cx="189463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Pain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Pain point</a:t>
            </a:r>
          </a:p>
        </p:txBody>
      </p:sp>
      <p:sp>
        <p:nvSpPr>
          <p:cNvPr id="18" name="Oval 17"/>
          <p:cNvSpPr/>
          <p:nvPr/>
        </p:nvSpPr>
        <p:spPr>
          <a:xfrm>
            <a:off x="2836468" y="4754880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2836468" y="4754880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7948" y="4773168"/>
            <a:ext cx="15288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68849" y="2057400"/>
            <a:ext cx="2260396" cy="320040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1729" y="2240280"/>
            <a:ext cx="189463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Pain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Pain point</a:t>
            </a:r>
          </a:p>
        </p:txBody>
      </p:sp>
      <p:sp>
        <p:nvSpPr>
          <p:cNvPr id="23" name="Oval 22"/>
          <p:cNvSpPr/>
          <p:nvPr/>
        </p:nvSpPr>
        <p:spPr>
          <a:xfrm>
            <a:off x="5151729" y="4754880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51729" y="4754880"/>
            <a:ext cx="310896" cy="31089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3209" y="4773168"/>
            <a:ext cx="15288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Impact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4110" y="2057400"/>
            <a:ext cx="2260396" cy="32004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6990" y="2240280"/>
            <a:ext cx="189463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Pain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Pain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7466990" y="4754880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Pie 28"/>
          <p:cNvSpPr/>
          <p:nvPr/>
        </p:nvSpPr>
        <p:spPr>
          <a:xfrm>
            <a:off x="7466990" y="4754880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8470" y="4773168"/>
            <a:ext cx="15288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Impact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99371" y="2057400"/>
            <a:ext cx="2260396" cy="32004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2251" y="2240280"/>
            <a:ext cx="189463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Pain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Pain point</a:t>
            </a:r>
          </a:p>
        </p:txBody>
      </p:sp>
      <p:sp>
        <p:nvSpPr>
          <p:cNvPr id="33" name="Oval 32"/>
          <p:cNvSpPr/>
          <p:nvPr/>
        </p:nvSpPr>
        <p:spPr>
          <a:xfrm>
            <a:off x="9782251" y="4754880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ie 33"/>
          <p:cNvSpPr/>
          <p:nvPr/>
        </p:nvSpPr>
        <p:spPr>
          <a:xfrm>
            <a:off x="9782251" y="4754880"/>
            <a:ext cx="310896" cy="310896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3731" y="4773168"/>
            <a:ext cx="15288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Impact</a:t>
            </a:r>
          </a:p>
        </p:txBody>
      </p:sp>
      <p:sp>
        <p:nvSpPr>
          <p:cNvPr id="36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9" name="TextBox 38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Buying</a:t>
            </a:r>
          </a:p>
          <a:p>
            <a:r>
              <a:t>center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Roles (internal)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Sticker"/>
          <p:cNvSpPr/>
          <p:nvPr/>
        </p:nvSpPr>
        <p:spPr>
          <a:xfrm>
            <a:off x="10963656" y="713232"/>
            <a:ext cx="896112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INTERNAL</a:t>
            </a:r>
          </a:p>
        </p:txBody>
      </p:sp>
      <p:sp>
        <p:nvSpPr>
          <p:cNvPr id="7" name="Oval 6"/>
          <p:cNvSpPr/>
          <p:nvPr/>
        </p:nvSpPr>
        <p:spPr>
          <a:xfrm>
            <a:off x="4910328" y="2103120"/>
            <a:ext cx="2377440" cy="2377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bg1"/>
                </a:solidFill>
              </a:rPr>
              <a:t>Decision</a:t>
            </a:r>
          </a:p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bg1"/>
                </a:solidFill>
              </a:rPr>
              <a:t>[Project]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1371600"/>
            <a:ext cx="411480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person"/>
          <p:cNvSpPr/>
          <p:nvPr/>
        </p:nvSpPr>
        <p:spPr>
          <a:xfrm>
            <a:off x="566928" y="16002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1161288" y="157276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DECISION MAKER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18288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[Name, function]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“Key question of this role?”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2697480"/>
            <a:ext cx="411480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Icon euro"/>
          <p:cNvSpPr/>
          <p:nvPr/>
        </p:nvSpPr>
        <p:spPr>
          <a:xfrm>
            <a:off x="566928" y="292608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0154" y="80000"/>
                </a:moveTo>
                <a:quadBezTo>
                  <a:pt x="48585" y="80000"/>
                  <a:pt x="40346" y="73569"/>
                </a:quadBezTo>
                <a:quadBezTo>
                  <a:pt x="32108" y="67138"/>
                  <a:pt x="28923" y="57231"/>
                </a:quadBezTo>
                <a:lnTo>
                  <a:pt x="14923" y="57231"/>
                </a:lnTo>
                <a:lnTo>
                  <a:pt x="14923" y="53231"/>
                </a:lnTo>
                <a:lnTo>
                  <a:pt x="28123" y="53231"/>
                </a:lnTo>
                <a:quadBezTo>
                  <a:pt x="27669" y="50908"/>
                  <a:pt x="27719" y="47935"/>
                </a:quadBezTo>
                <a:quadBezTo>
                  <a:pt x="27769" y="44962"/>
                  <a:pt x="28123" y="42769"/>
                </a:quadBezTo>
                <a:lnTo>
                  <a:pt x="14923" y="42769"/>
                </a:lnTo>
                <a:lnTo>
                  <a:pt x="14923" y="38769"/>
                </a:lnTo>
                <a:lnTo>
                  <a:pt x="29077" y="38769"/>
                </a:lnTo>
                <a:quadBezTo>
                  <a:pt x="32185" y="28862"/>
                  <a:pt x="40385" y="22431"/>
                </a:quadBezTo>
                <a:quadBezTo>
                  <a:pt x="48585" y="16000"/>
                  <a:pt x="60154" y="16000"/>
                </a:quadBezTo>
                <a:quadBezTo>
                  <a:pt x="66131" y="16000"/>
                  <a:pt x="71473" y="17950"/>
                </a:quadBezTo>
                <a:quadBezTo>
                  <a:pt x="76815" y="19900"/>
                  <a:pt x="81154" y="23354"/>
                </a:quadBezTo>
                <a:lnTo>
                  <a:pt x="78300" y="26108"/>
                </a:lnTo>
                <a:quadBezTo>
                  <a:pt x="74523" y="23215"/>
                  <a:pt x="69912" y="21608"/>
                </a:quadBezTo>
                <a:quadBezTo>
                  <a:pt x="65300" y="20000"/>
                  <a:pt x="60154" y="20000"/>
                </a:quadBezTo>
                <a:quadBezTo>
                  <a:pt x="50192" y="20000"/>
                  <a:pt x="43223" y="25412"/>
                </a:quadBezTo>
                <a:quadBezTo>
                  <a:pt x="36254" y="30823"/>
                  <a:pt x="33315" y="38769"/>
                </a:quadBezTo>
                <a:lnTo>
                  <a:pt x="59692" y="38769"/>
                </a:lnTo>
                <a:lnTo>
                  <a:pt x="59692" y="42769"/>
                </a:lnTo>
                <a:lnTo>
                  <a:pt x="32223" y="42769"/>
                </a:lnTo>
                <a:quadBezTo>
                  <a:pt x="31746" y="45162"/>
                  <a:pt x="31769" y="48173"/>
                </a:quadBezTo>
                <a:quadBezTo>
                  <a:pt x="31792" y="51185"/>
                  <a:pt x="32223" y="53231"/>
                </a:quadBezTo>
                <a:lnTo>
                  <a:pt x="59692" y="53231"/>
                </a:lnTo>
                <a:lnTo>
                  <a:pt x="59692" y="57231"/>
                </a:lnTo>
                <a:lnTo>
                  <a:pt x="33238" y="57231"/>
                </a:lnTo>
                <a:quadBezTo>
                  <a:pt x="36254" y="65177"/>
                  <a:pt x="43223" y="70588"/>
                </a:quadBezTo>
                <a:quadBezTo>
                  <a:pt x="50192" y="76000"/>
                  <a:pt x="60154" y="76000"/>
                </a:quadBezTo>
                <a:quadBezTo>
                  <a:pt x="65300" y="76000"/>
                  <a:pt x="69912" y="74392"/>
                </a:quadBezTo>
                <a:quadBezTo>
                  <a:pt x="74523" y="72785"/>
                  <a:pt x="78300" y="69892"/>
                </a:quadBezTo>
                <a:lnTo>
                  <a:pt x="81154" y="72646"/>
                </a:lnTo>
                <a:quadBezTo>
                  <a:pt x="76815" y="76100"/>
                  <a:pt x="71473" y="78050"/>
                </a:quadBezTo>
                <a:quadBezTo>
                  <a:pt x="66131" y="80000"/>
                  <a:pt x="60154" y="8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1161288" y="289864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BUDGET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1546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[Name, function]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4747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“Key question of this role?”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4023360"/>
            <a:ext cx="411480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 engineering"/>
          <p:cNvSpPr/>
          <p:nvPr/>
        </p:nvSpPr>
        <p:spPr>
          <a:xfrm>
            <a:off x="566928" y="425196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662" y="80769"/>
                </a:moveTo>
                <a:lnTo>
                  <a:pt x="7662" y="74185"/>
                </a:lnTo>
                <a:quadBezTo>
                  <a:pt x="7662" y="71577"/>
                  <a:pt x="9054" y="69523"/>
                </a:quadBezTo>
                <a:quadBezTo>
                  <a:pt x="10446" y="67469"/>
                  <a:pt x="12985" y="66200"/>
                </a:quadBezTo>
                <a:quadBezTo>
                  <a:pt x="17854" y="63754"/>
                  <a:pt x="23792" y="62262"/>
                </a:quadBezTo>
                <a:quadBezTo>
                  <a:pt x="29731" y="60769"/>
                  <a:pt x="35662" y="60769"/>
                </a:quadBezTo>
                <a:quadBezTo>
                  <a:pt x="41592" y="60769"/>
                  <a:pt x="47531" y="62262"/>
                </a:quadBezTo>
                <a:quadBezTo>
                  <a:pt x="53469" y="63754"/>
                  <a:pt x="58338" y="66200"/>
                </a:quadBezTo>
                <a:quadBezTo>
                  <a:pt x="60877" y="67469"/>
                  <a:pt x="62269" y="69523"/>
                </a:quadBezTo>
                <a:quadBezTo>
                  <a:pt x="63662" y="71577"/>
                  <a:pt x="63662" y="74185"/>
                </a:quadBezTo>
                <a:lnTo>
                  <a:pt x="63662" y="80769"/>
                </a:lnTo>
                <a:lnTo>
                  <a:pt x="7662" y="80769"/>
                </a:lnTo>
                <a:close/>
                <a:moveTo>
                  <a:pt x="11662" y="76769"/>
                </a:moveTo>
                <a:lnTo>
                  <a:pt x="59662" y="76769"/>
                </a:lnTo>
                <a:lnTo>
                  <a:pt x="59662" y="74185"/>
                </a:lnTo>
                <a:quadBezTo>
                  <a:pt x="59662" y="72546"/>
                  <a:pt x="58727" y="71492"/>
                </a:quadBezTo>
                <a:quadBezTo>
                  <a:pt x="57792" y="70438"/>
                  <a:pt x="56431" y="69708"/>
                </a:quadBezTo>
                <a:quadBezTo>
                  <a:pt x="52677" y="67754"/>
                  <a:pt x="47027" y="66262"/>
                </a:quadBezTo>
                <a:quadBezTo>
                  <a:pt x="41377" y="64769"/>
                  <a:pt x="35662" y="64769"/>
                </a:quadBezTo>
                <a:quadBezTo>
                  <a:pt x="29946" y="64769"/>
                  <a:pt x="24296" y="66262"/>
                </a:quadBezTo>
                <a:quadBezTo>
                  <a:pt x="18646" y="67754"/>
                  <a:pt x="14892" y="69708"/>
                </a:quadBezTo>
                <a:quadBezTo>
                  <a:pt x="13531" y="70438"/>
                  <a:pt x="12596" y="71492"/>
                </a:quadBezTo>
                <a:quadBezTo>
                  <a:pt x="11662" y="72546"/>
                  <a:pt x="11662" y="74185"/>
                </a:quadBezTo>
                <a:lnTo>
                  <a:pt x="11662" y="76769"/>
                </a:lnTo>
                <a:close/>
                <a:moveTo>
                  <a:pt x="35662" y="51846"/>
                </a:moveTo>
                <a:quadBezTo>
                  <a:pt x="30523" y="51846"/>
                  <a:pt x="27092" y="48415"/>
                </a:quadBezTo>
                <a:quadBezTo>
                  <a:pt x="23662" y="44985"/>
                  <a:pt x="23662" y="39385"/>
                </a:quadBezTo>
                <a:lnTo>
                  <a:pt x="22815" y="39385"/>
                </a:lnTo>
                <a:quadBezTo>
                  <a:pt x="22146" y="39385"/>
                  <a:pt x="21712" y="38950"/>
                </a:quadBezTo>
                <a:quadBezTo>
                  <a:pt x="21277" y="38515"/>
                  <a:pt x="21277" y="37846"/>
                </a:quadBezTo>
                <a:quadBezTo>
                  <a:pt x="21277" y="37177"/>
                  <a:pt x="21712" y="36742"/>
                </a:quadBezTo>
                <a:quadBezTo>
                  <a:pt x="22146" y="36308"/>
                  <a:pt x="22815" y="36308"/>
                </a:quadBezTo>
                <a:lnTo>
                  <a:pt x="23662" y="36308"/>
                </a:lnTo>
                <a:quadBezTo>
                  <a:pt x="23815" y="33269"/>
                  <a:pt x="24938" y="30785"/>
                </a:quadBezTo>
                <a:quadBezTo>
                  <a:pt x="26062" y="28300"/>
                  <a:pt x="28585" y="26046"/>
                </a:quadBezTo>
                <a:lnTo>
                  <a:pt x="28585" y="29846"/>
                </a:lnTo>
                <a:quadBezTo>
                  <a:pt x="28585" y="30515"/>
                  <a:pt x="29019" y="30950"/>
                </a:quadBezTo>
                <a:quadBezTo>
                  <a:pt x="29454" y="31385"/>
                  <a:pt x="30123" y="31385"/>
                </a:quadBezTo>
                <a:quadBezTo>
                  <a:pt x="30792" y="31385"/>
                  <a:pt x="31227" y="30950"/>
                </a:quadBezTo>
                <a:quadBezTo>
                  <a:pt x="31662" y="30515"/>
                  <a:pt x="31662" y="29846"/>
                </a:quadBezTo>
                <a:lnTo>
                  <a:pt x="31662" y="24600"/>
                </a:lnTo>
                <a:quadBezTo>
                  <a:pt x="32485" y="24300"/>
                  <a:pt x="33523" y="24073"/>
                </a:quadBezTo>
                <a:quadBezTo>
                  <a:pt x="34562" y="23846"/>
                  <a:pt x="35662" y="23846"/>
                </a:quadBezTo>
                <a:quadBezTo>
                  <a:pt x="36762" y="23846"/>
                  <a:pt x="37800" y="24073"/>
                </a:quadBezTo>
                <a:quadBezTo>
                  <a:pt x="38838" y="24300"/>
                  <a:pt x="39662" y="24600"/>
                </a:quadBezTo>
                <a:lnTo>
                  <a:pt x="39662" y="29846"/>
                </a:lnTo>
                <a:quadBezTo>
                  <a:pt x="39662" y="30515"/>
                  <a:pt x="40096" y="30950"/>
                </a:quadBezTo>
                <a:quadBezTo>
                  <a:pt x="40531" y="31385"/>
                  <a:pt x="41200" y="31385"/>
                </a:quadBezTo>
                <a:quadBezTo>
                  <a:pt x="41869" y="31385"/>
                  <a:pt x="42304" y="30950"/>
                </a:quadBezTo>
                <a:quadBezTo>
                  <a:pt x="42738" y="30515"/>
                  <a:pt x="42738" y="29846"/>
                </a:quadBezTo>
                <a:lnTo>
                  <a:pt x="42738" y="26046"/>
                </a:lnTo>
                <a:quadBezTo>
                  <a:pt x="45338" y="28300"/>
                  <a:pt x="46423" y="30785"/>
                </a:quadBezTo>
                <a:quadBezTo>
                  <a:pt x="47508" y="33269"/>
                  <a:pt x="47662" y="36308"/>
                </a:quadBezTo>
                <a:lnTo>
                  <a:pt x="48508" y="36308"/>
                </a:lnTo>
                <a:quadBezTo>
                  <a:pt x="49177" y="36308"/>
                  <a:pt x="49612" y="36742"/>
                </a:quadBezTo>
                <a:quadBezTo>
                  <a:pt x="50046" y="37177"/>
                  <a:pt x="50046" y="37846"/>
                </a:quadBezTo>
                <a:quadBezTo>
                  <a:pt x="50046" y="38515"/>
                  <a:pt x="49612" y="38950"/>
                </a:quadBezTo>
                <a:quadBezTo>
                  <a:pt x="49177" y="39385"/>
                  <a:pt x="48508" y="39385"/>
                </a:quadBezTo>
                <a:lnTo>
                  <a:pt x="47662" y="39385"/>
                </a:lnTo>
                <a:quadBezTo>
                  <a:pt x="47662" y="44985"/>
                  <a:pt x="44231" y="48415"/>
                </a:quadBezTo>
                <a:quadBezTo>
                  <a:pt x="40800" y="51846"/>
                  <a:pt x="35662" y="51846"/>
                </a:quadBezTo>
                <a:close/>
                <a:moveTo>
                  <a:pt x="35662" y="47846"/>
                </a:moveTo>
                <a:quadBezTo>
                  <a:pt x="39115" y="47846"/>
                  <a:pt x="41388" y="45573"/>
                </a:quadBezTo>
                <a:quadBezTo>
                  <a:pt x="43662" y="43300"/>
                  <a:pt x="43662" y="39846"/>
                </a:quadBezTo>
                <a:lnTo>
                  <a:pt x="27662" y="39846"/>
                </a:lnTo>
                <a:quadBezTo>
                  <a:pt x="27662" y="43300"/>
                  <a:pt x="29935" y="45573"/>
                </a:quadBezTo>
                <a:quadBezTo>
                  <a:pt x="32208" y="47846"/>
                  <a:pt x="35662" y="47846"/>
                </a:quadBezTo>
                <a:close/>
                <a:moveTo>
                  <a:pt x="65815" y="59385"/>
                </a:moveTo>
                <a:lnTo>
                  <a:pt x="65523" y="56538"/>
                </a:lnTo>
                <a:quadBezTo>
                  <a:pt x="64769" y="56338"/>
                  <a:pt x="63950" y="55896"/>
                </a:quadBezTo>
                <a:quadBezTo>
                  <a:pt x="63131" y="55454"/>
                  <a:pt x="62554" y="54877"/>
                </a:quadBezTo>
                <a:lnTo>
                  <a:pt x="59908" y="56031"/>
                </a:lnTo>
                <a:lnTo>
                  <a:pt x="58369" y="53354"/>
                </a:lnTo>
                <a:lnTo>
                  <a:pt x="60723" y="51662"/>
                </a:lnTo>
                <a:quadBezTo>
                  <a:pt x="60569" y="51208"/>
                  <a:pt x="60569" y="50831"/>
                </a:quadBezTo>
                <a:lnTo>
                  <a:pt x="60569" y="49208"/>
                </a:lnTo>
                <a:quadBezTo>
                  <a:pt x="60569" y="48869"/>
                  <a:pt x="60723" y="48338"/>
                </a:quadBezTo>
                <a:lnTo>
                  <a:pt x="58369" y="46646"/>
                </a:lnTo>
                <a:lnTo>
                  <a:pt x="59908" y="43969"/>
                </a:lnTo>
                <a:lnTo>
                  <a:pt x="62554" y="45123"/>
                </a:lnTo>
                <a:quadBezTo>
                  <a:pt x="63108" y="44569"/>
                  <a:pt x="63938" y="44115"/>
                </a:quadBezTo>
                <a:quadBezTo>
                  <a:pt x="64769" y="43662"/>
                  <a:pt x="65523" y="43462"/>
                </a:quadBezTo>
                <a:lnTo>
                  <a:pt x="65815" y="40615"/>
                </a:lnTo>
                <a:lnTo>
                  <a:pt x="68892" y="40615"/>
                </a:lnTo>
                <a:lnTo>
                  <a:pt x="69185" y="43462"/>
                </a:lnTo>
                <a:quadBezTo>
                  <a:pt x="69938" y="43662"/>
                  <a:pt x="70769" y="44115"/>
                </a:quadBezTo>
                <a:quadBezTo>
                  <a:pt x="71600" y="44569"/>
                  <a:pt x="72154" y="45123"/>
                </a:quadBezTo>
                <a:lnTo>
                  <a:pt x="74800" y="43969"/>
                </a:lnTo>
                <a:lnTo>
                  <a:pt x="76338" y="46646"/>
                </a:lnTo>
                <a:lnTo>
                  <a:pt x="73985" y="48338"/>
                </a:lnTo>
                <a:quadBezTo>
                  <a:pt x="74138" y="48869"/>
                  <a:pt x="74138" y="49208"/>
                </a:quadBezTo>
                <a:lnTo>
                  <a:pt x="74138" y="50831"/>
                </a:lnTo>
                <a:quadBezTo>
                  <a:pt x="74138" y="51208"/>
                  <a:pt x="73985" y="51662"/>
                </a:quadBezTo>
                <a:lnTo>
                  <a:pt x="76338" y="53354"/>
                </a:lnTo>
                <a:lnTo>
                  <a:pt x="74800" y="56031"/>
                </a:lnTo>
                <a:lnTo>
                  <a:pt x="72154" y="54877"/>
                </a:lnTo>
                <a:quadBezTo>
                  <a:pt x="71577" y="55454"/>
                  <a:pt x="70758" y="55896"/>
                </a:quadBezTo>
                <a:quadBezTo>
                  <a:pt x="69938" y="56338"/>
                  <a:pt x="69185" y="56538"/>
                </a:quadBezTo>
                <a:lnTo>
                  <a:pt x="68892" y="59385"/>
                </a:lnTo>
                <a:lnTo>
                  <a:pt x="65815" y="59385"/>
                </a:lnTo>
                <a:close/>
                <a:moveTo>
                  <a:pt x="67354" y="53615"/>
                </a:moveTo>
                <a:quadBezTo>
                  <a:pt x="68862" y="53615"/>
                  <a:pt x="69915" y="52562"/>
                </a:quadBezTo>
                <a:quadBezTo>
                  <a:pt x="70969" y="51508"/>
                  <a:pt x="70969" y="50000"/>
                </a:quadBezTo>
                <a:quadBezTo>
                  <a:pt x="70969" y="48492"/>
                  <a:pt x="69915" y="47438"/>
                </a:quadBezTo>
                <a:quadBezTo>
                  <a:pt x="68862" y="46385"/>
                  <a:pt x="67354" y="46385"/>
                </a:quadBezTo>
                <a:quadBezTo>
                  <a:pt x="65846" y="46385"/>
                  <a:pt x="64792" y="47438"/>
                </a:quadBezTo>
                <a:quadBezTo>
                  <a:pt x="63738" y="48492"/>
                  <a:pt x="63738" y="50000"/>
                </a:quadBezTo>
                <a:quadBezTo>
                  <a:pt x="63738" y="51508"/>
                  <a:pt x="64792" y="52562"/>
                </a:quadBezTo>
                <a:quadBezTo>
                  <a:pt x="65846" y="53615"/>
                  <a:pt x="67354" y="53615"/>
                </a:quadBezTo>
                <a:close/>
                <a:moveTo>
                  <a:pt x="75477" y="37692"/>
                </a:moveTo>
                <a:lnTo>
                  <a:pt x="75138" y="34569"/>
                </a:lnTo>
                <a:quadBezTo>
                  <a:pt x="74008" y="34346"/>
                  <a:pt x="72758" y="33665"/>
                </a:quadBezTo>
                <a:quadBezTo>
                  <a:pt x="71508" y="32985"/>
                  <a:pt x="70754" y="32000"/>
                </a:quadBezTo>
                <a:lnTo>
                  <a:pt x="67785" y="33246"/>
                </a:lnTo>
                <a:lnTo>
                  <a:pt x="66062" y="30292"/>
                </a:lnTo>
                <a:lnTo>
                  <a:pt x="68692" y="28369"/>
                </a:lnTo>
                <a:quadBezTo>
                  <a:pt x="68492" y="27792"/>
                  <a:pt x="68415" y="27185"/>
                </a:quadBezTo>
                <a:quadBezTo>
                  <a:pt x="68338" y="26577"/>
                  <a:pt x="68338" y="26000"/>
                </a:quadBezTo>
                <a:quadBezTo>
                  <a:pt x="68338" y="25423"/>
                  <a:pt x="68415" y="24815"/>
                </a:quadBezTo>
                <a:quadBezTo>
                  <a:pt x="68492" y="24208"/>
                  <a:pt x="68692" y="23631"/>
                </a:quadBezTo>
                <a:lnTo>
                  <a:pt x="66062" y="21708"/>
                </a:lnTo>
                <a:lnTo>
                  <a:pt x="67785" y="18754"/>
                </a:lnTo>
                <a:lnTo>
                  <a:pt x="70754" y="20000"/>
                </a:lnTo>
                <a:quadBezTo>
                  <a:pt x="71508" y="19015"/>
                  <a:pt x="72758" y="18335"/>
                </a:quadBezTo>
                <a:quadBezTo>
                  <a:pt x="74008" y="17654"/>
                  <a:pt x="75138" y="17431"/>
                </a:quadBezTo>
                <a:lnTo>
                  <a:pt x="75477" y="14308"/>
                </a:lnTo>
                <a:lnTo>
                  <a:pt x="78923" y="14308"/>
                </a:lnTo>
                <a:lnTo>
                  <a:pt x="79262" y="17431"/>
                </a:lnTo>
                <a:quadBezTo>
                  <a:pt x="80392" y="17654"/>
                  <a:pt x="81642" y="18335"/>
                </a:quadBezTo>
                <a:quadBezTo>
                  <a:pt x="82892" y="19015"/>
                  <a:pt x="83646" y="20000"/>
                </a:quadBezTo>
                <a:lnTo>
                  <a:pt x="86615" y="18754"/>
                </a:lnTo>
                <a:lnTo>
                  <a:pt x="88338" y="21708"/>
                </a:lnTo>
                <a:lnTo>
                  <a:pt x="85708" y="23631"/>
                </a:lnTo>
                <a:quadBezTo>
                  <a:pt x="85908" y="24208"/>
                  <a:pt x="85985" y="24815"/>
                </a:quadBezTo>
                <a:quadBezTo>
                  <a:pt x="86062" y="25423"/>
                  <a:pt x="86062" y="26000"/>
                </a:quadBezTo>
                <a:quadBezTo>
                  <a:pt x="86062" y="26577"/>
                  <a:pt x="85985" y="27185"/>
                </a:quadBezTo>
                <a:quadBezTo>
                  <a:pt x="85908" y="27792"/>
                  <a:pt x="85708" y="28369"/>
                </a:quadBezTo>
                <a:lnTo>
                  <a:pt x="88338" y="30292"/>
                </a:lnTo>
                <a:lnTo>
                  <a:pt x="86615" y="33246"/>
                </a:lnTo>
                <a:lnTo>
                  <a:pt x="83646" y="32000"/>
                </a:lnTo>
                <a:quadBezTo>
                  <a:pt x="82892" y="32985"/>
                  <a:pt x="81642" y="33665"/>
                </a:quadBezTo>
                <a:quadBezTo>
                  <a:pt x="80392" y="34346"/>
                  <a:pt x="79262" y="34569"/>
                </a:quadBezTo>
                <a:lnTo>
                  <a:pt x="78923" y="37692"/>
                </a:lnTo>
                <a:lnTo>
                  <a:pt x="75477" y="37692"/>
                </a:lnTo>
                <a:close/>
                <a:moveTo>
                  <a:pt x="77200" y="31462"/>
                </a:moveTo>
                <a:quadBezTo>
                  <a:pt x="79531" y="31462"/>
                  <a:pt x="81096" y="29896"/>
                </a:quadBezTo>
                <a:quadBezTo>
                  <a:pt x="82662" y="28331"/>
                  <a:pt x="82662" y="26000"/>
                </a:quadBezTo>
                <a:quadBezTo>
                  <a:pt x="82662" y="23669"/>
                  <a:pt x="81096" y="22104"/>
                </a:quadBezTo>
                <a:quadBezTo>
                  <a:pt x="79531" y="20538"/>
                  <a:pt x="77200" y="20538"/>
                </a:quadBezTo>
                <a:quadBezTo>
                  <a:pt x="74869" y="20538"/>
                  <a:pt x="73304" y="22104"/>
                </a:quadBezTo>
                <a:quadBezTo>
                  <a:pt x="71738" y="23669"/>
                  <a:pt x="71738" y="26000"/>
                </a:quadBezTo>
                <a:quadBezTo>
                  <a:pt x="71738" y="28331"/>
                  <a:pt x="73304" y="29896"/>
                </a:quadBezTo>
                <a:quadBezTo>
                  <a:pt x="74869" y="31462"/>
                  <a:pt x="77200" y="31462"/>
                </a:quadBezTo>
                <a:close/>
                <a:moveTo>
                  <a:pt x="35662" y="76769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1161288" y="422452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USER /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4805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[Name, function]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8006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“Key question of this role?”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4968" y="1371600"/>
            <a:ext cx="411480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con verified"/>
          <p:cNvSpPr/>
          <p:nvPr/>
        </p:nvSpPr>
        <p:spPr>
          <a:xfrm>
            <a:off x="7973568" y="16002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8567928" y="157276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7928" y="18288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[Name, function]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“Key question of this role?”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44968" y="2697480"/>
            <a:ext cx="411480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Icon lan"/>
          <p:cNvSpPr/>
          <p:nvPr/>
        </p:nvSpPr>
        <p:spPr>
          <a:xfrm>
            <a:off x="7973568" y="292608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000" y="86000"/>
                </a:moveTo>
                <a:lnTo>
                  <a:pt x="14000" y="62000"/>
                </a:lnTo>
                <a:lnTo>
                  <a:pt x="26000" y="62000"/>
                </a:lnTo>
                <a:lnTo>
                  <a:pt x="26000" y="46000"/>
                </a:lnTo>
                <a:lnTo>
                  <a:pt x="46000" y="46000"/>
                </a:lnTo>
                <a:lnTo>
                  <a:pt x="46000" y="34000"/>
                </a:lnTo>
                <a:lnTo>
                  <a:pt x="34000" y="34000"/>
                </a:lnTo>
                <a:lnTo>
                  <a:pt x="34000" y="10000"/>
                </a:lnTo>
                <a:lnTo>
                  <a:pt x="62000" y="10000"/>
                </a:lnTo>
                <a:lnTo>
                  <a:pt x="62000" y="34000"/>
                </a:lnTo>
                <a:lnTo>
                  <a:pt x="50000" y="34000"/>
                </a:lnTo>
                <a:lnTo>
                  <a:pt x="50000" y="46000"/>
                </a:lnTo>
                <a:lnTo>
                  <a:pt x="70000" y="46000"/>
                </a:lnTo>
                <a:lnTo>
                  <a:pt x="70000" y="62000"/>
                </a:lnTo>
                <a:lnTo>
                  <a:pt x="82000" y="62000"/>
                </a:lnTo>
                <a:lnTo>
                  <a:pt x="82000" y="86000"/>
                </a:lnTo>
                <a:lnTo>
                  <a:pt x="54000" y="86000"/>
                </a:lnTo>
                <a:lnTo>
                  <a:pt x="54000" y="62000"/>
                </a:lnTo>
                <a:lnTo>
                  <a:pt x="66000" y="62000"/>
                </a:lnTo>
                <a:lnTo>
                  <a:pt x="66000" y="50000"/>
                </a:lnTo>
                <a:lnTo>
                  <a:pt x="30000" y="50000"/>
                </a:lnTo>
                <a:lnTo>
                  <a:pt x="30000" y="62000"/>
                </a:lnTo>
                <a:lnTo>
                  <a:pt x="42000" y="62000"/>
                </a:lnTo>
                <a:lnTo>
                  <a:pt x="42000" y="86000"/>
                </a:lnTo>
                <a:lnTo>
                  <a:pt x="14000" y="86000"/>
                </a:lnTo>
                <a:close/>
                <a:moveTo>
                  <a:pt x="38000" y="30000"/>
                </a:moveTo>
                <a:lnTo>
                  <a:pt x="58000" y="30000"/>
                </a:lnTo>
                <a:lnTo>
                  <a:pt x="58000" y="14000"/>
                </a:lnTo>
                <a:lnTo>
                  <a:pt x="38000" y="14000"/>
                </a:lnTo>
                <a:lnTo>
                  <a:pt x="38000" y="30000"/>
                </a:lnTo>
                <a:close/>
                <a:moveTo>
                  <a:pt x="18000" y="82000"/>
                </a:moveTo>
                <a:lnTo>
                  <a:pt x="38000" y="82000"/>
                </a:lnTo>
                <a:lnTo>
                  <a:pt x="38000" y="66000"/>
                </a:lnTo>
                <a:lnTo>
                  <a:pt x="18000" y="66000"/>
                </a:lnTo>
                <a:lnTo>
                  <a:pt x="18000" y="82000"/>
                </a:lnTo>
                <a:close/>
                <a:moveTo>
                  <a:pt x="58000" y="82000"/>
                </a:moveTo>
                <a:lnTo>
                  <a:pt x="78000" y="82000"/>
                </a:lnTo>
                <a:lnTo>
                  <a:pt x="78000" y="66000"/>
                </a:lnTo>
                <a:lnTo>
                  <a:pt x="58000" y="66000"/>
                </a:lnTo>
                <a:lnTo>
                  <a:pt x="58000" y="82000"/>
                </a:lnTo>
                <a:close/>
                <a:moveTo>
                  <a:pt x="48000" y="30000"/>
                </a:moveTo>
                <a:close/>
                <a:moveTo>
                  <a:pt x="38000" y="66000"/>
                </a:moveTo>
                <a:close/>
                <a:moveTo>
                  <a:pt x="58000" y="6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0" name="TextBox 29"/>
          <p:cNvSpPr txBox="1"/>
          <p:nvPr/>
        </p:nvSpPr>
        <p:spPr>
          <a:xfrm>
            <a:off x="8567928" y="289864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IT / 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31546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[Name, function]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34747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“Key question of this role?”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4968" y="4023360"/>
            <a:ext cx="411480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Icon shopping_cart"/>
          <p:cNvSpPr/>
          <p:nvPr/>
        </p:nvSpPr>
        <p:spPr>
          <a:xfrm>
            <a:off x="7973568" y="425196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9231" y="84462"/>
                </a:moveTo>
                <a:quadBezTo>
                  <a:pt x="26700" y="84462"/>
                  <a:pt x="24965" y="82727"/>
                </a:quadBezTo>
                <a:quadBezTo>
                  <a:pt x="23231" y="80992"/>
                  <a:pt x="23231" y="78462"/>
                </a:quadBezTo>
                <a:quadBezTo>
                  <a:pt x="23231" y="75931"/>
                  <a:pt x="24965" y="74196"/>
                </a:quadBezTo>
                <a:quadBezTo>
                  <a:pt x="26700" y="72462"/>
                  <a:pt x="29231" y="72462"/>
                </a:quadBezTo>
                <a:quadBezTo>
                  <a:pt x="31762" y="72462"/>
                  <a:pt x="33496" y="74196"/>
                </a:quadBezTo>
                <a:quadBezTo>
                  <a:pt x="35231" y="75931"/>
                  <a:pt x="35231" y="78462"/>
                </a:quadBezTo>
                <a:quadBezTo>
                  <a:pt x="35231" y="80992"/>
                  <a:pt x="33496" y="82727"/>
                </a:quadBezTo>
                <a:quadBezTo>
                  <a:pt x="31762" y="84462"/>
                  <a:pt x="29231" y="84462"/>
                </a:quadBezTo>
                <a:close/>
                <a:moveTo>
                  <a:pt x="66769" y="84462"/>
                </a:moveTo>
                <a:quadBezTo>
                  <a:pt x="64238" y="84462"/>
                  <a:pt x="62504" y="82727"/>
                </a:quadBezTo>
                <a:quadBezTo>
                  <a:pt x="60769" y="80992"/>
                  <a:pt x="60769" y="78462"/>
                </a:quadBezTo>
                <a:quadBezTo>
                  <a:pt x="60769" y="75931"/>
                  <a:pt x="62504" y="74196"/>
                </a:quadBezTo>
                <a:quadBezTo>
                  <a:pt x="64238" y="72462"/>
                  <a:pt x="66769" y="72462"/>
                </a:quadBezTo>
                <a:quadBezTo>
                  <a:pt x="69300" y="72462"/>
                  <a:pt x="71035" y="74196"/>
                </a:quadBezTo>
                <a:quadBezTo>
                  <a:pt x="72769" y="75931"/>
                  <a:pt x="72769" y="78462"/>
                </a:quadBezTo>
                <a:quadBezTo>
                  <a:pt x="72769" y="80992"/>
                  <a:pt x="71035" y="82727"/>
                </a:quadBezTo>
                <a:quadBezTo>
                  <a:pt x="69300" y="84462"/>
                  <a:pt x="66769" y="84462"/>
                </a:quadBezTo>
                <a:close/>
                <a:moveTo>
                  <a:pt x="23523" y="22000"/>
                </a:moveTo>
                <a:lnTo>
                  <a:pt x="34200" y="44462"/>
                </a:lnTo>
                <a:lnTo>
                  <a:pt x="60738" y="44462"/>
                </a:lnTo>
                <a:quadBezTo>
                  <a:pt x="61431" y="44462"/>
                  <a:pt x="61969" y="44115"/>
                </a:quadBezTo>
                <a:quadBezTo>
                  <a:pt x="62508" y="43769"/>
                  <a:pt x="62892" y="43154"/>
                </a:quadBezTo>
                <a:lnTo>
                  <a:pt x="73354" y="24154"/>
                </a:lnTo>
                <a:quadBezTo>
                  <a:pt x="73815" y="23308"/>
                  <a:pt x="73431" y="22654"/>
                </a:quadBezTo>
                <a:quadBezTo>
                  <a:pt x="73046" y="22000"/>
                  <a:pt x="72123" y="22000"/>
                </a:quadBezTo>
                <a:lnTo>
                  <a:pt x="23523" y="22000"/>
                </a:lnTo>
                <a:close/>
                <a:moveTo>
                  <a:pt x="21569" y="18000"/>
                </a:moveTo>
                <a:lnTo>
                  <a:pt x="73646" y="18000"/>
                </a:lnTo>
                <a:quadBezTo>
                  <a:pt x="76254" y="18000"/>
                  <a:pt x="77569" y="20127"/>
                </a:quadBezTo>
                <a:quadBezTo>
                  <a:pt x="78885" y="22254"/>
                  <a:pt x="77708" y="24508"/>
                </a:quadBezTo>
                <a:lnTo>
                  <a:pt x="66277" y="45338"/>
                </a:lnTo>
                <a:quadBezTo>
                  <a:pt x="65408" y="46800"/>
                  <a:pt x="64019" y="47631"/>
                </a:quadBezTo>
                <a:quadBezTo>
                  <a:pt x="62631" y="48462"/>
                  <a:pt x="60969" y="48462"/>
                </a:quadBezTo>
                <a:lnTo>
                  <a:pt x="32400" y="48462"/>
                </a:lnTo>
                <a:lnTo>
                  <a:pt x="27538" y="57385"/>
                </a:lnTo>
                <a:quadBezTo>
                  <a:pt x="26923" y="58308"/>
                  <a:pt x="27500" y="59385"/>
                </a:quadBezTo>
                <a:quadBezTo>
                  <a:pt x="28077" y="60462"/>
                  <a:pt x="29231" y="60462"/>
                </a:quadBezTo>
                <a:lnTo>
                  <a:pt x="72769" y="60462"/>
                </a:lnTo>
                <a:lnTo>
                  <a:pt x="72769" y="64462"/>
                </a:lnTo>
                <a:lnTo>
                  <a:pt x="29231" y="64462"/>
                </a:lnTo>
                <a:quadBezTo>
                  <a:pt x="25731" y="64462"/>
                  <a:pt x="24008" y="61512"/>
                </a:quadBezTo>
                <a:quadBezTo>
                  <a:pt x="22285" y="58562"/>
                  <a:pt x="23923" y="55585"/>
                </a:quadBezTo>
                <a:lnTo>
                  <a:pt x="29938" y="44862"/>
                </a:lnTo>
                <a:lnTo>
                  <a:pt x="15231" y="14000"/>
                </a:lnTo>
                <a:lnTo>
                  <a:pt x="8000" y="14000"/>
                </a:lnTo>
                <a:lnTo>
                  <a:pt x="8000" y="10000"/>
                </a:lnTo>
                <a:lnTo>
                  <a:pt x="17769" y="10000"/>
                </a:lnTo>
                <a:lnTo>
                  <a:pt x="21569" y="18000"/>
                </a:lnTo>
                <a:close/>
                <a:moveTo>
                  <a:pt x="34200" y="44462"/>
                </a:moveTo>
                <a:lnTo>
                  <a:pt x="62200" y="44462"/>
                </a:lnTo>
                <a:lnTo>
                  <a:pt x="34200" y="4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5" name="TextBox 34"/>
          <p:cNvSpPr txBox="1"/>
          <p:nvPr/>
        </p:nvSpPr>
        <p:spPr>
          <a:xfrm>
            <a:off x="8567928" y="422452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PROCUREMENT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4805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[Name, function]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48006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“Key question of this role?”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Stakeholder matrix (internal)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Sticker"/>
          <p:cNvSpPr/>
          <p:nvPr/>
        </p:nvSpPr>
        <p:spPr>
          <a:xfrm>
            <a:off x="10963656" y="713232"/>
            <a:ext cx="896112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371600"/>
            <a:ext cx="3172968" cy="193852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Keep satisfied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1371600"/>
            <a:ext cx="3172968" cy="1938528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8" y="1463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Manage closely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337560"/>
            <a:ext cx="3172968" cy="193852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429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Monitor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3337560"/>
            <a:ext cx="3172968" cy="193852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3429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Keep informed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349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Interest →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490472" y="318211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Influence →</a:t>
            </a:r>
          </a:p>
        </p:txBody>
      </p:sp>
      <p:sp>
        <p:nvSpPr>
          <p:cNvPr id="17" name="Oval 16"/>
          <p:cNvSpPr/>
          <p:nvPr/>
        </p:nvSpPr>
        <p:spPr>
          <a:xfrm>
            <a:off x="2121408" y="2011680"/>
            <a:ext cx="384048" cy="384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8608" y="206654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19" name="Oval 18"/>
          <p:cNvSpPr/>
          <p:nvPr/>
        </p:nvSpPr>
        <p:spPr>
          <a:xfrm>
            <a:off x="5230368" y="219456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224942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21" name="Oval 20"/>
          <p:cNvSpPr/>
          <p:nvPr/>
        </p:nvSpPr>
        <p:spPr>
          <a:xfrm>
            <a:off x="2852928" y="411480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416966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23" name="Oval 22"/>
          <p:cNvSpPr/>
          <p:nvPr/>
        </p:nvSpPr>
        <p:spPr>
          <a:xfrm>
            <a:off x="5504688" y="41148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61888" y="416966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371600"/>
            <a:ext cx="3995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ATTITUDE TOWARDS KÖRBER</a:t>
            </a:r>
          </a:p>
        </p:txBody>
      </p:sp>
      <p:sp>
        <p:nvSpPr>
          <p:cNvPr id="26" name="Oval 25"/>
          <p:cNvSpPr/>
          <p:nvPr/>
        </p:nvSpPr>
        <p:spPr>
          <a:xfrm>
            <a:off x="7863840" y="173736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7007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Supporter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0" y="2103120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06654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Neutral</a:t>
            </a:r>
          </a:p>
        </p:txBody>
      </p:sp>
      <p:sp>
        <p:nvSpPr>
          <p:cNvPr id="30" name="Oval 29"/>
          <p:cNvSpPr/>
          <p:nvPr/>
        </p:nvSpPr>
        <p:spPr>
          <a:xfrm>
            <a:off x="7863840" y="2468880"/>
            <a:ext cx="182880" cy="1828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4323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3995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NEXT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337560"/>
            <a:ext cx="3995928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Action per stakeholder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Action per stakeholder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Relationship map (internal)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Sticker"/>
          <p:cNvSpPr/>
          <p:nvPr/>
        </p:nvSpPr>
        <p:spPr>
          <a:xfrm>
            <a:off x="10963656" y="713232"/>
            <a:ext cx="896112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7488" y="1371600"/>
            <a:ext cx="210312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[Function]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39" y="2468880"/>
            <a:ext cx="7680961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099048" y="214884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2148839" y="246888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1097280" y="2743200"/>
            <a:ext cx="210312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[Function]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[Name]</a:t>
            </a:r>
          </a:p>
        </p:txBody>
      </p:sp>
      <p:sp>
        <p:nvSpPr>
          <p:cNvPr id="12" name="Oval 11"/>
          <p:cNvSpPr/>
          <p:nvPr/>
        </p:nvSpPr>
        <p:spPr>
          <a:xfrm>
            <a:off x="2971800" y="2606040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AB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48839" y="352044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1097280" y="3840480"/>
            <a:ext cx="210312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[Function]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9160" y="246888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3657600" y="2743200"/>
            <a:ext cx="210312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[Function]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[Name]</a:t>
            </a:r>
          </a:p>
        </p:txBody>
      </p:sp>
      <p:sp>
        <p:nvSpPr>
          <p:cNvPr id="17" name="Oval 16"/>
          <p:cNvSpPr/>
          <p:nvPr/>
        </p:nvSpPr>
        <p:spPr>
          <a:xfrm>
            <a:off x="5532120" y="2606040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CD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9160" y="352044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3657600" y="3840480"/>
            <a:ext cx="210312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[Function]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69479" y="246888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6217920" y="2743200"/>
            <a:ext cx="210312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[Function]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69479" y="352044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6217920" y="3840480"/>
            <a:ext cx="210312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[Function]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29800" y="246888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8778240" y="2743200"/>
            <a:ext cx="2103120" cy="7772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[Function]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[Name]</a:t>
            </a:r>
          </a:p>
        </p:txBody>
      </p:sp>
      <p:sp>
        <p:nvSpPr>
          <p:cNvPr id="26" name="Oval 25"/>
          <p:cNvSpPr/>
          <p:nvPr/>
        </p:nvSpPr>
        <p:spPr>
          <a:xfrm>
            <a:off x="10652759" y="2606040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EF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52044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8778240" y="3840480"/>
            <a:ext cx="210312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[Function]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" y="5120640"/>
            <a:ext cx="201168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7" y="50840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Supporter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84248" y="5120640"/>
            <a:ext cx="201168" cy="201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58568" y="50840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Neutral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30168" y="5120640"/>
            <a:ext cx="201168" cy="20116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04488" y="50840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Critical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76088" y="512064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8" y="50840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No contact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Value messages per role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8404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94560"/>
                <a:gridCol w="2377440"/>
                <a:gridCol w="4572000"/>
                <a:gridCol w="2377440"/>
              </a:tblGrid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Role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Priority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Our value message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Proof / KPI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Decision maker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[Priority]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[Value message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[KPI]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Budget 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[Priority]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[Value message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[KPI]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Operations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[Priority]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[Value message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[KPI]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Quality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[Priority]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[Value message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[KPI]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IT / 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[Priority]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[Value message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[KPI]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Solution</a:t>
            </a:r>
          </a:p>
          <a:p>
            <a:r>
              <a:t>&amp; value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&amp; value | Value proposition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120640" cy="393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OUR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4480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bg1"/>
                </a:solidFill>
              </a:rPr>
              <a:t>Value proposition in one sentence: what the customer achieves with us.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1371600"/>
            <a:ext cx="5916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943600" y="15087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60020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Proof point that supports the promise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697480"/>
            <a:ext cx="5916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943600" y="28346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Proof point that supports the promise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4023360"/>
            <a:ext cx="5916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943600" y="41605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5196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Proof point that supports the promise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&amp; value | Solution modules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2674620" cy="3886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22174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22174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0" i="0">
                <a:solidFill>
                  <a:schemeClr val="tx1"/>
                </a:solidFill>
              </a:rPr>
              <a:t>Module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77440"/>
            <a:ext cx="22174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[Duration]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788920"/>
            <a:ext cx="221742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66928" y="29260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</p:txBody>
      </p:sp>
      <p:sp>
        <p:nvSpPr>
          <p:cNvPr id="12" name="Icon arrow_forward"/>
          <p:cNvSpPr/>
          <p:nvPr/>
        </p:nvSpPr>
        <p:spPr>
          <a:xfrm>
            <a:off x="3049524" y="315468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3" name="Rectangle 12"/>
          <p:cNvSpPr/>
          <p:nvPr/>
        </p:nvSpPr>
        <p:spPr>
          <a:xfrm>
            <a:off x="3287268" y="1371600"/>
            <a:ext cx="2674620" cy="388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5868" y="1600200"/>
            <a:ext cx="22174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MODULE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1874519"/>
            <a:ext cx="22174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0" i="0">
                <a:solidFill>
                  <a:schemeClr val="bg1"/>
                </a:solidFill>
              </a:rPr>
              <a:t>Module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5868" y="2377440"/>
            <a:ext cx="22174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[Duration]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15868" y="2788920"/>
            <a:ext cx="221742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3515868" y="29260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Deliverable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Deliverable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Deliverable</a:t>
            </a:r>
          </a:p>
        </p:txBody>
      </p:sp>
      <p:sp>
        <p:nvSpPr>
          <p:cNvPr id="19" name="Icon arrow_forward"/>
          <p:cNvSpPr/>
          <p:nvPr/>
        </p:nvSpPr>
        <p:spPr>
          <a:xfrm>
            <a:off x="5998464" y="315468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0" name="Rectangle 19"/>
          <p:cNvSpPr/>
          <p:nvPr/>
        </p:nvSpPr>
        <p:spPr>
          <a:xfrm>
            <a:off x="6236208" y="1371600"/>
            <a:ext cx="2674620" cy="3886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600200"/>
            <a:ext cx="22174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MODULE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1874519"/>
            <a:ext cx="22174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0" i="0">
                <a:solidFill>
                  <a:schemeClr val="tx1"/>
                </a:solidFill>
              </a:rPr>
              <a:t>Module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377440"/>
            <a:ext cx="22174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[Duration]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64808" y="2788920"/>
            <a:ext cx="221742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464808" y="29260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</p:txBody>
      </p:sp>
      <p:sp>
        <p:nvSpPr>
          <p:cNvPr id="26" name="Icon arrow_forward"/>
          <p:cNvSpPr/>
          <p:nvPr/>
        </p:nvSpPr>
        <p:spPr>
          <a:xfrm>
            <a:off x="8947404" y="315468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7" name="Rectangle 26"/>
          <p:cNvSpPr/>
          <p:nvPr/>
        </p:nvSpPr>
        <p:spPr>
          <a:xfrm>
            <a:off x="9185148" y="1371600"/>
            <a:ext cx="2674620" cy="3886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3748" y="1600200"/>
            <a:ext cx="22174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MODULE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3748" y="1874519"/>
            <a:ext cx="22174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0" i="0">
                <a:solidFill>
                  <a:schemeClr val="tx1"/>
                </a:solidFill>
              </a:rPr>
              <a:t>Module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3748" y="2377440"/>
            <a:ext cx="22174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[Duration]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3748" y="2788920"/>
            <a:ext cx="221742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413748" y="29260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Deliverable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&amp; value | Value driver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[Source]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2788920"/>
            <a:ext cx="228600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Total impact p.a.</a:t>
            </a:r>
          </a:p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bg1"/>
                </a:solidFill>
              </a:rPr>
              <a:t>€0.0m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624328" y="1828800"/>
            <a:ext cx="548640" cy="1508760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3172968" y="1508760"/>
            <a:ext cx="2286000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Revenue</a:t>
            </a:r>
          </a:p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458968" y="1572768"/>
            <a:ext cx="548640" cy="274320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6007608" y="1280160"/>
            <a:ext cx="3291840" cy="585216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82328" y="1280160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[KPI]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71048" y="1280160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58968" y="1847088"/>
            <a:ext cx="548640" cy="438912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6007608" y="1993392"/>
            <a:ext cx="3291840" cy="585216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1993392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[KPI]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71048" y="1993392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24328" y="3337560"/>
            <a:ext cx="548640" cy="0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3172968" y="3017520"/>
            <a:ext cx="2286000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Cost</a:t>
            </a:r>
          </a:p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458968" y="3081528"/>
            <a:ext cx="548640" cy="274320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6007608" y="2788920"/>
            <a:ext cx="3291840" cy="585216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788920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[KPI]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048" y="2788920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58968" y="3355848"/>
            <a:ext cx="548640" cy="438912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6007608" y="3502152"/>
            <a:ext cx="3291840" cy="585216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3502152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[KPI]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71048" y="3502152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24328" y="3337560"/>
            <a:ext cx="548640" cy="1508760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3172968" y="4526279"/>
            <a:ext cx="2286000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Capital</a:t>
            </a:r>
          </a:p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458968" y="4590288"/>
            <a:ext cx="548640" cy="274319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6007608" y="4297679"/>
            <a:ext cx="3291840" cy="585216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Lever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4297679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[KPI]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71048" y="4297679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58968" y="4864607"/>
            <a:ext cx="548640" cy="438913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6007608" y="5010912"/>
            <a:ext cx="3291840" cy="585216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Lever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82328" y="5010912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[KPI]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71048" y="5010912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&amp; value | Benefits and tracking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2674620" cy="2286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22174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+00%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6888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KPI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3464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Baseline →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393192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MEASURED BY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" y="4206240"/>
            <a:ext cx="26746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8328" y="4315968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[Source, frequency]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7268" y="1371600"/>
            <a:ext cx="2674620" cy="2286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5868" y="1600200"/>
            <a:ext cx="22174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–00%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246888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KPI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5868" y="283464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Baseline →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7268" y="393192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MEASURED BY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87268" y="4206240"/>
            <a:ext cx="26746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3287268" y="4315968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[Source, frequency]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1371600"/>
            <a:ext cx="2674620" cy="2286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600200"/>
            <a:ext cx="22174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–0 mo.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46888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KPI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83464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Baseline →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93192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MEASURED BY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36208" y="4206240"/>
            <a:ext cx="26746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236208" y="4315968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[Source, frequency]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5148" y="1371600"/>
            <a:ext cx="2674620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3748" y="1600200"/>
            <a:ext cx="22174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bg1"/>
                </a:solidFill>
              </a:rPr>
              <a:t>€0.0m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3748" y="246888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KPI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3748" y="283464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Baseline →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5148" y="393192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MEASURED BY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85148" y="4206240"/>
            <a:ext cx="26746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9185148" y="4315968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[Source, frequency]</a:t>
            </a:r>
          </a:p>
        </p:txBody>
      </p:sp>
      <p:sp>
        <p:nvSpPr>
          <p:cNvPr id="34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7" name="TextBox 36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&amp; value | Today and target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2888" y="132588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04888" y="1325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TARGET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6459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Dimension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645920"/>
            <a:ext cx="4023360" cy="7315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Current situation</a:t>
            </a:r>
          </a:p>
        </p:txBody>
      </p:sp>
      <p:sp>
        <p:nvSpPr>
          <p:cNvPr id="10" name="Icon arrow_forward"/>
          <p:cNvSpPr/>
          <p:nvPr/>
        </p:nvSpPr>
        <p:spPr>
          <a:xfrm>
            <a:off x="6693408" y="1892808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Rectangle 10"/>
          <p:cNvSpPr/>
          <p:nvPr/>
        </p:nvSpPr>
        <p:spPr>
          <a:xfrm>
            <a:off x="7104888" y="1645920"/>
            <a:ext cx="475488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8288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Target 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5146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Dimension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32888" y="2514600"/>
            <a:ext cx="4023360" cy="7315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Current situation</a:t>
            </a:r>
          </a:p>
        </p:txBody>
      </p:sp>
      <p:sp>
        <p:nvSpPr>
          <p:cNvPr id="14" name="Icon arrow_forward"/>
          <p:cNvSpPr/>
          <p:nvPr/>
        </p:nvSpPr>
        <p:spPr>
          <a:xfrm>
            <a:off x="6693408" y="2761488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Rectangle 14"/>
          <p:cNvSpPr/>
          <p:nvPr/>
        </p:nvSpPr>
        <p:spPr>
          <a:xfrm>
            <a:off x="7104888" y="2514600"/>
            <a:ext cx="475488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8288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Target situation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3832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Dimension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888" y="3383280"/>
            <a:ext cx="4023360" cy="7315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Current situation</a:t>
            </a:r>
          </a:p>
        </p:txBody>
      </p:sp>
      <p:sp>
        <p:nvSpPr>
          <p:cNvPr id="18" name="Icon arrow_forward"/>
          <p:cNvSpPr/>
          <p:nvPr/>
        </p:nvSpPr>
        <p:spPr>
          <a:xfrm>
            <a:off x="6693408" y="3630168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7104888" y="3383280"/>
            <a:ext cx="475488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8288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Target situation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4251959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Dimension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32888" y="4251959"/>
            <a:ext cx="4023360" cy="7315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Current situation</a:t>
            </a:r>
          </a:p>
        </p:txBody>
      </p:sp>
      <p:sp>
        <p:nvSpPr>
          <p:cNvPr id="22" name="Icon arrow_forward"/>
          <p:cNvSpPr/>
          <p:nvPr/>
        </p:nvSpPr>
        <p:spPr>
          <a:xfrm>
            <a:off x="6693408" y="4498848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" name="Rectangle 22"/>
          <p:cNvSpPr/>
          <p:nvPr/>
        </p:nvSpPr>
        <p:spPr>
          <a:xfrm>
            <a:off x="7104888" y="4251959"/>
            <a:ext cx="475488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8288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Target situation</a:t>
            </a:r>
          </a:p>
        </p:txBody>
      </p:sp>
      <p:sp>
        <p:nvSpPr>
          <p:cNvPr id="24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&amp; value | Options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3657600" cy="3886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160020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" y="1874519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tx1"/>
                </a:solidFill>
              </a:rP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" y="2377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7" y="3063240"/>
            <a:ext cx="3108961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12647" y="320040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Investment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Benefit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Timing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371600"/>
            <a:ext cx="3657600" cy="388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60020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RECOMMENDED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874519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bg1"/>
                </a:solidFill>
              </a:rPr>
              <a:t>Option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77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Short description in one or two lines.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44568" y="3063240"/>
            <a:ext cx="310896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544568" y="320040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bg1"/>
                </a:solidFill>
              </a:rPr>
              <a:t>Investment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bg1"/>
                </a:solidFill>
              </a:rPr>
              <a:t>Benefit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bg1"/>
                </a:solidFill>
              </a:rPr>
              <a:t>Timing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8" y="1371600"/>
            <a:ext cx="3657600" cy="3886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60020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874519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tx1"/>
                </a:solidFill>
              </a:rPr>
              <a:t>Option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377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76488" y="3063240"/>
            <a:ext cx="310896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8476488" y="320040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Investment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Benefit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Timing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&amp; value | Evaluation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8808" y="1371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Option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6248" y="1280160"/>
            <a:ext cx="2377440" cy="40233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1371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Option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33688" y="1371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Option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1371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Weight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" y="1737360"/>
            <a:ext cx="11521440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8328" y="18288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Criterion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182880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00%</a:t>
            </a:r>
          </a:p>
        </p:txBody>
      </p:sp>
      <p:sp>
        <p:nvSpPr>
          <p:cNvPr id="14" name="Oval 13"/>
          <p:cNvSpPr/>
          <p:nvPr/>
        </p:nvSpPr>
        <p:spPr>
          <a:xfrm>
            <a:off x="5202936" y="1911095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5202936" y="1911095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0376" y="1911095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0376" y="1911095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57816" y="1911095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9957816" y="1911095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38328" y="2377440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338328" y="23957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Criterion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2395728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00%</a:t>
            </a:r>
          </a:p>
        </p:txBody>
      </p:sp>
      <p:sp>
        <p:nvSpPr>
          <p:cNvPr id="23" name="Oval 22"/>
          <p:cNvSpPr/>
          <p:nvPr/>
        </p:nvSpPr>
        <p:spPr>
          <a:xfrm>
            <a:off x="5202936" y="2478024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02936" y="2478024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80376" y="2478024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7580376" y="2478024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57816" y="2478024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Pie 27"/>
          <p:cNvSpPr/>
          <p:nvPr/>
        </p:nvSpPr>
        <p:spPr>
          <a:xfrm>
            <a:off x="9957816" y="2478024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8328" y="2944368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338328" y="2962656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Criterion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0088" y="2962656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00%</a:t>
            </a:r>
          </a:p>
        </p:txBody>
      </p:sp>
      <p:sp>
        <p:nvSpPr>
          <p:cNvPr id="32" name="Oval 31"/>
          <p:cNvSpPr/>
          <p:nvPr/>
        </p:nvSpPr>
        <p:spPr>
          <a:xfrm>
            <a:off x="5202936" y="3044952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Pie 32"/>
          <p:cNvSpPr/>
          <p:nvPr/>
        </p:nvSpPr>
        <p:spPr>
          <a:xfrm>
            <a:off x="5202936" y="3044952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80376" y="3044952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Pie 34"/>
          <p:cNvSpPr/>
          <p:nvPr/>
        </p:nvSpPr>
        <p:spPr>
          <a:xfrm>
            <a:off x="7580376" y="3044952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57816" y="3044952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Pie 36"/>
          <p:cNvSpPr/>
          <p:nvPr/>
        </p:nvSpPr>
        <p:spPr>
          <a:xfrm>
            <a:off x="9957816" y="3044952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38328" y="3511296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338328" y="3529584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Criterion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0088" y="3529584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00%</a:t>
            </a:r>
          </a:p>
        </p:txBody>
      </p:sp>
      <p:sp>
        <p:nvSpPr>
          <p:cNvPr id="41" name="Oval 40"/>
          <p:cNvSpPr/>
          <p:nvPr/>
        </p:nvSpPr>
        <p:spPr>
          <a:xfrm>
            <a:off x="5202936" y="3611879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Pie 41"/>
          <p:cNvSpPr/>
          <p:nvPr/>
        </p:nvSpPr>
        <p:spPr>
          <a:xfrm>
            <a:off x="5202936" y="3611879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80376" y="3611879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80376" y="3611879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57816" y="3611879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ie 45"/>
          <p:cNvSpPr/>
          <p:nvPr/>
        </p:nvSpPr>
        <p:spPr>
          <a:xfrm>
            <a:off x="9957816" y="3611879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8328" y="4078224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338328" y="409651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Criterion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90088" y="409651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00%</a:t>
            </a:r>
          </a:p>
        </p:txBody>
      </p:sp>
      <p:sp>
        <p:nvSpPr>
          <p:cNvPr id="50" name="Oval 49"/>
          <p:cNvSpPr/>
          <p:nvPr/>
        </p:nvSpPr>
        <p:spPr>
          <a:xfrm>
            <a:off x="5202936" y="4178808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ie 50"/>
          <p:cNvSpPr/>
          <p:nvPr/>
        </p:nvSpPr>
        <p:spPr>
          <a:xfrm>
            <a:off x="5202936" y="4178808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80376" y="4178808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ie 52"/>
          <p:cNvSpPr/>
          <p:nvPr/>
        </p:nvSpPr>
        <p:spPr>
          <a:xfrm>
            <a:off x="7580376" y="4178808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957816" y="4178808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Pie 54"/>
          <p:cNvSpPr/>
          <p:nvPr/>
        </p:nvSpPr>
        <p:spPr>
          <a:xfrm>
            <a:off x="9957816" y="4178808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338328" y="4645152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338328" y="4754879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Weighted score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78808" y="4754879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56248" y="4754879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0" i="0">
                <a:solidFill>
                  <a:schemeClr val="accent1"/>
                </a:solidFill>
              </a:rPr>
              <a:t>0.0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33688" y="4754879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0.0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&amp; value | Recommendation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120640" cy="393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OUR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448056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bg1"/>
                </a:solidFill>
              </a:rPr>
              <a:t>Recommendation and decision required in up to three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526280"/>
            <a:ext cx="3017520" cy="4389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Decision by [date]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59161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WHY WE RECOMMEND THIS</a:t>
            </a:r>
          </a:p>
        </p:txBody>
      </p:sp>
      <p:sp>
        <p:nvSpPr>
          <p:cNvPr id="11" name="Icon check_circle"/>
          <p:cNvSpPr/>
          <p:nvPr/>
        </p:nvSpPr>
        <p:spPr>
          <a:xfrm>
            <a:off x="5943600" y="173736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6492240" y="1737360"/>
            <a:ext cx="53675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Reason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21408"/>
            <a:ext cx="53675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14" name="Icon check_circle"/>
          <p:cNvSpPr/>
          <p:nvPr/>
        </p:nvSpPr>
        <p:spPr>
          <a:xfrm>
            <a:off x="5943600" y="288036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6492240" y="2880360"/>
            <a:ext cx="53675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Reason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64408"/>
            <a:ext cx="53675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17" name="Icon check_circle"/>
          <p:cNvSpPr/>
          <p:nvPr/>
        </p:nvSpPr>
        <p:spPr>
          <a:xfrm>
            <a:off x="5943600" y="402336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6492240" y="4023360"/>
            <a:ext cx="53675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Reason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07408"/>
            <a:ext cx="53675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Business</a:t>
            </a:r>
          </a:p>
          <a:p>
            <a:r>
              <a:t>case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Business case |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[Model, version]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71600"/>
            <a:ext cx="5532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INVESTMENT (ONE-OFF)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" y="1664208"/>
            <a:ext cx="55321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38328" y="173736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Item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37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€0.0m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" y="213055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338328" y="214884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Item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€0.0m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" y="254203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38328" y="256032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Item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5603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€0.0m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" y="295351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8328" y="301752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017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371600"/>
            <a:ext cx="5532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BENEFITS (P.A.)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27648" y="1664208"/>
            <a:ext cx="55321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327648" y="173736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Item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96728" y="1737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€0.0m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27648" y="213055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327648" y="214884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Item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€0.0m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27648" y="254203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327648" y="256032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Item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6728" y="25603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€0.0m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27648" y="295351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327648" y="301752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96728" y="3017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€0.0m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" y="3611880"/>
            <a:ext cx="3657600" cy="169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7" y="37947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bg1"/>
                </a:solidFill>
              </a:rPr>
              <a:t>€0.0m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7" y="4617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Net present value (NPV)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3611880"/>
            <a:ext cx="3657600" cy="1691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4568" y="37947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0.0 years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4617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Payback period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02168" y="3611880"/>
            <a:ext cx="3657600" cy="1691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8" y="37947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6488" y="4617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Internal rate of return (IRR)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Business case | Cash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[Model]; €m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76809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503920" y="1463040"/>
            <a:ext cx="33558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503920" y="1572768"/>
            <a:ext cx="335584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€0.0m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049018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Maximum cash need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2926080"/>
            <a:ext cx="33558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503920" y="3035808"/>
            <a:ext cx="335584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Year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512058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Break-even</a:t>
            </a:r>
          </a:p>
        </p:txBody>
      </p:sp>
      <p:sp>
        <p:nvSpPr>
          <p:cNvPr id="13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Business case | Value bridge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[Model]; present values in €m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115214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Business case | 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[Model]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38" cy="29718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716593"/>
                <a:gridCol w="2601615"/>
                <a:gridCol w="2601615"/>
                <a:gridCol w="2601615"/>
              </a:tblGrid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Assumption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Conservative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Base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Optimistic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Assumption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Assumption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Assumption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NPV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700" b="0" i="0">
                          <a:solidFill>
                            <a:schemeClr val="tx1"/>
                          </a:solidFill>
                        </a:rPr>
                        <a:t>€0.0m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700" b="0" i="0">
                          <a:solidFill>
                            <a:schemeClr val="bg1"/>
                          </a:solidFill>
                        </a:rPr>
                        <a:t>€0.0m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700" b="0" i="0">
                          <a:solidFill>
                            <a:schemeClr val="tx1"/>
                          </a:solidFill>
                        </a:rPr>
                        <a:t>€0.0m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Approach</a:t>
            </a:r>
          </a:p>
          <a:p>
            <a:r>
              <a:t>&amp; plan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Approach &amp; plan | Phase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Pentagon 5"/>
          <p:cNvSpPr/>
          <p:nvPr/>
        </p:nvSpPr>
        <p:spPr>
          <a:xfrm>
            <a:off x="1984248" y="1371600"/>
            <a:ext cx="2592324" cy="566928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Phase 1</a:t>
            </a:r>
          </a:p>
        </p:txBody>
      </p:sp>
      <p:sp>
        <p:nvSpPr>
          <p:cNvPr id="7" name="Chevron 6"/>
          <p:cNvSpPr/>
          <p:nvPr/>
        </p:nvSpPr>
        <p:spPr>
          <a:xfrm>
            <a:off x="4466844" y="1371600"/>
            <a:ext cx="2592324" cy="566928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Phase 2</a:t>
            </a:r>
          </a:p>
        </p:txBody>
      </p:sp>
      <p:sp>
        <p:nvSpPr>
          <p:cNvPr id="8" name="Chevron 7"/>
          <p:cNvSpPr/>
          <p:nvPr/>
        </p:nvSpPr>
        <p:spPr>
          <a:xfrm>
            <a:off x="6949440" y="1371600"/>
            <a:ext cx="2592324" cy="566928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Phase 3</a:t>
            </a:r>
          </a:p>
        </p:txBody>
      </p:sp>
      <p:sp>
        <p:nvSpPr>
          <p:cNvPr id="9" name="Chevron 8"/>
          <p:cNvSpPr/>
          <p:nvPr/>
        </p:nvSpPr>
        <p:spPr>
          <a:xfrm>
            <a:off x="9432036" y="1371600"/>
            <a:ext cx="2427732" cy="566928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Phase 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" y="2103120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338328" y="2240279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176272"/>
            <a:ext cx="2153412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[x weeks]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4004" y="2176272"/>
            <a:ext cx="2153412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[x weeks]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176272"/>
            <a:ext cx="2153412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[x weeks]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69196" y="2176272"/>
            <a:ext cx="2153412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[x weeks]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" y="2606039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8328" y="2743199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2679191"/>
            <a:ext cx="2153412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Key question of the phase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4004" y="2679191"/>
            <a:ext cx="2153412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Key question of the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679191"/>
            <a:ext cx="2153412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Key question of the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9196" y="2679191"/>
            <a:ext cx="2153412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Key question of the phase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8328" y="3520439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8328" y="3657599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DELIVERABLE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84248" y="3593591"/>
            <a:ext cx="2427732" cy="67665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21408" y="3593591"/>
            <a:ext cx="215341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Deliverable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6844" y="3593591"/>
            <a:ext cx="2427732" cy="67665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4004" y="3593591"/>
            <a:ext cx="215341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Deliverable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593591"/>
            <a:ext cx="2427732" cy="67665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3593591"/>
            <a:ext cx="215341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Deliverable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32036" y="3593591"/>
            <a:ext cx="2427732" cy="67665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9196" y="3593591"/>
            <a:ext cx="215341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Deliverable</a:t>
            </a:r>
          </a:p>
        </p:txBody>
      </p:sp>
      <p:sp>
        <p:nvSpPr>
          <p:cNvPr id="32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5" name="TextBox 34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Approach &amp; plan | Phase detail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Pentagon 5"/>
          <p:cNvSpPr/>
          <p:nvPr/>
        </p:nvSpPr>
        <p:spPr>
          <a:xfrm>
            <a:off x="338328" y="1325880"/>
            <a:ext cx="3003804" cy="41148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Phase 1</a:t>
            </a:r>
          </a:p>
        </p:txBody>
      </p:sp>
      <p:sp>
        <p:nvSpPr>
          <p:cNvPr id="7" name="Chevron 6"/>
          <p:cNvSpPr/>
          <p:nvPr/>
        </p:nvSpPr>
        <p:spPr>
          <a:xfrm>
            <a:off x="3232404" y="1325880"/>
            <a:ext cx="3003804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Phase 2</a:t>
            </a:r>
          </a:p>
        </p:txBody>
      </p:sp>
      <p:sp>
        <p:nvSpPr>
          <p:cNvPr id="8" name="Chevron 7"/>
          <p:cNvSpPr/>
          <p:nvPr/>
        </p:nvSpPr>
        <p:spPr>
          <a:xfrm>
            <a:off x="6126480" y="1325880"/>
            <a:ext cx="3003804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Phase 3</a:t>
            </a:r>
          </a:p>
        </p:txBody>
      </p:sp>
      <p:sp>
        <p:nvSpPr>
          <p:cNvPr id="9" name="Chevron 8"/>
          <p:cNvSpPr/>
          <p:nvPr/>
        </p:nvSpPr>
        <p:spPr>
          <a:xfrm>
            <a:off x="9020556" y="1325880"/>
            <a:ext cx="2839212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Phase 4</a:t>
            </a:r>
          </a:p>
        </p:txBody>
      </p:sp>
      <p:sp>
        <p:nvSpPr>
          <p:cNvPr id="10" name="Icon target"/>
          <p:cNvSpPr/>
          <p:nvPr/>
        </p:nvSpPr>
        <p:spPr>
          <a:xfrm>
            <a:off x="338328" y="201168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18" y="68000"/>
                </a:moveTo>
                <a:quadBezTo>
                  <a:pt x="39692" y="68000"/>
                  <a:pt x="33846" y="62172"/>
                </a:quadBezTo>
                <a:quadBezTo>
                  <a:pt x="28000" y="56344"/>
                  <a:pt x="28000" y="48018"/>
                </a:quadBezTo>
                <a:quadBezTo>
                  <a:pt x="28000" y="39692"/>
                  <a:pt x="33828" y="33846"/>
                </a:quadBezTo>
                <a:quadBezTo>
                  <a:pt x="39656" y="28000"/>
                  <a:pt x="47982" y="28000"/>
                </a:quadBezTo>
                <a:quadBezTo>
                  <a:pt x="56308" y="28000"/>
                  <a:pt x="62154" y="33828"/>
                </a:quadBezTo>
                <a:quadBezTo>
                  <a:pt x="68000" y="39656"/>
                  <a:pt x="68000" y="47982"/>
                </a:quadBezTo>
                <a:quadBezTo>
                  <a:pt x="68000" y="56308"/>
                  <a:pt x="62172" y="62154"/>
                </a:quadBezTo>
                <a:quadBezTo>
                  <a:pt x="56344" y="68000"/>
                  <a:pt x="48018" y="68000"/>
                </a:quadBezTo>
                <a:close/>
                <a:moveTo>
                  <a:pt x="48000" y="64000"/>
                </a:moveTo>
                <a:quadBezTo>
                  <a:pt x="54600" y="64000"/>
                  <a:pt x="59300" y="59300"/>
                </a:quadBezTo>
                <a:quadBezTo>
                  <a:pt x="64000" y="54600"/>
                  <a:pt x="64000" y="48000"/>
                </a:quadBezTo>
                <a:quadBezTo>
                  <a:pt x="64000" y="41400"/>
                  <a:pt x="59300" y="36700"/>
                </a:quadBezTo>
                <a:quadBezTo>
                  <a:pt x="54600" y="32000"/>
                  <a:pt x="48000" y="32000"/>
                </a:quadBezTo>
                <a:quadBezTo>
                  <a:pt x="41400" y="32000"/>
                  <a:pt x="36700" y="36700"/>
                </a:quadBezTo>
                <a:quadBezTo>
                  <a:pt x="32000" y="41400"/>
                  <a:pt x="32000" y="48000"/>
                </a:quadBezTo>
                <a:quadBezTo>
                  <a:pt x="32000" y="54600"/>
                  <a:pt x="36700" y="59300"/>
                </a:quadBezTo>
                <a:quadBezTo>
                  <a:pt x="41400" y="64000"/>
                  <a:pt x="48000" y="64000"/>
                </a:quadBezTo>
                <a:close/>
                <a:moveTo>
                  <a:pt x="48000" y="52000"/>
                </a:moveTo>
                <a:quadBezTo>
                  <a:pt x="46392" y="52000"/>
                  <a:pt x="45196" y="50804"/>
                </a:quadBezTo>
                <a:quadBezTo>
                  <a:pt x="44000" y="49608"/>
                  <a:pt x="44000" y="48000"/>
                </a:quadBezTo>
                <a:quadBezTo>
                  <a:pt x="44000" y="46392"/>
                  <a:pt x="45196" y="45196"/>
                </a:quadBezTo>
                <a:quadBezTo>
                  <a:pt x="46392" y="44000"/>
                  <a:pt x="48000" y="44000"/>
                </a:quadBezTo>
                <a:quadBezTo>
                  <a:pt x="49608" y="44000"/>
                  <a:pt x="50804" y="45196"/>
                </a:quadBezTo>
                <a:quadBezTo>
                  <a:pt x="52000" y="46392"/>
                  <a:pt x="52000" y="48000"/>
                </a:quadBezTo>
                <a:quadBezTo>
                  <a:pt x="52000" y="49608"/>
                  <a:pt x="50804" y="50804"/>
                </a:quadBezTo>
                <a:quadBezTo>
                  <a:pt x="49608" y="52000"/>
                  <a:pt x="48000" y="52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1" name="Connector 10"/>
          <p:cNvCxnSpPr/>
          <p:nvPr/>
        </p:nvCxnSpPr>
        <p:spPr>
          <a:xfrm>
            <a:off x="338328" y="2560320"/>
            <a:ext cx="264033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8328" y="2670048"/>
            <a:ext cx="264033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072384"/>
            <a:ext cx="264033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  <p:sp>
        <p:nvSpPr>
          <p:cNvPr id="14" name="Icon checklist"/>
          <p:cNvSpPr/>
          <p:nvPr/>
        </p:nvSpPr>
        <p:spPr>
          <a:xfrm>
            <a:off x="3298698" y="201168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354" y="71615"/>
                </a:moveTo>
                <a:lnTo>
                  <a:pt x="12000" y="60262"/>
                </a:lnTo>
                <a:lnTo>
                  <a:pt x="14754" y="57508"/>
                </a:lnTo>
                <a:lnTo>
                  <a:pt x="23254" y="66008"/>
                </a:lnTo>
                <a:lnTo>
                  <a:pt x="40254" y="49008"/>
                </a:lnTo>
                <a:lnTo>
                  <a:pt x="43008" y="51862"/>
                </a:lnTo>
                <a:lnTo>
                  <a:pt x="23354" y="71615"/>
                </a:lnTo>
                <a:close/>
                <a:moveTo>
                  <a:pt x="23354" y="42692"/>
                </a:moveTo>
                <a:lnTo>
                  <a:pt x="12000" y="31338"/>
                </a:lnTo>
                <a:lnTo>
                  <a:pt x="14754" y="28585"/>
                </a:lnTo>
                <a:lnTo>
                  <a:pt x="23254" y="37085"/>
                </a:lnTo>
                <a:lnTo>
                  <a:pt x="40254" y="20085"/>
                </a:lnTo>
                <a:lnTo>
                  <a:pt x="43008" y="22938"/>
                </a:lnTo>
                <a:lnTo>
                  <a:pt x="23354" y="42692"/>
                </a:lnTo>
                <a:close/>
                <a:moveTo>
                  <a:pt x="52077" y="64462"/>
                </a:moveTo>
                <a:lnTo>
                  <a:pt x="52077" y="60462"/>
                </a:lnTo>
                <a:lnTo>
                  <a:pt x="84077" y="60462"/>
                </a:lnTo>
                <a:lnTo>
                  <a:pt x="84077" y="64462"/>
                </a:lnTo>
                <a:lnTo>
                  <a:pt x="52077" y="64462"/>
                </a:lnTo>
                <a:close/>
                <a:moveTo>
                  <a:pt x="52077" y="35538"/>
                </a:moveTo>
                <a:lnTo>
                  <a:pt x="52077" y="31538"/>
                </a:lnTo>
                <a:lnTo>
                  <a:pt x="84077" y="31538"/>
                </a:lnTo>
                <a:lnTo>
                  <a:pt x="84077" y="35538"/>
                </a:lnTo>
                <a:lnTo>
                  <a:pt x="52077" y="35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5" name="Connector 14"/>
          <p:cNvCxnSpPr/>
          <p:nvPr/>
        </p:nvCxnSpPr>
        <p:spPr>
          <a:xfrm>
            <a:off x="3298698" y="2560320"/>
            <a:ext cx="264033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298698" y="2670048"/>
            <a:ext cx="264033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8698" y="3072384"/>
            <a:ext cx="264033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  <p:sp>
        <p:nvSpPr>
          <p:cNvPr id="18" name="Icon description"/>
          <p:cNvSpPr/>
          <p:nvPr/>
        </p:nvSpPr>
        <p:spPr>
          <a:xfrm>
            <a:off x="6259068" y="201168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4000" y="70000"/>
                </a:moveTo>
                <a:lnTo>
                  <a:pt x="62000" y="70000"/>
                </a:lnTo>
                <a:lnTo>
                  <a:pt x="62000" y="66000"/>
                </a:lnTo>
                <a:lnTo>
                  <a:pt x="34000" y="66000"/>
                </a:lnTo>
                <a:lnTo>
                  <a:pt x="34000" y="70000"/>
                </a:lnTo>
                <a:close/>
                <a:moveTo>
                  <a:pt x="34000" y="54000"/>
                </a:moveTo>
                <a:lnTo>
                  <a:pt x="62000" y="54000"/>
                </a:lnTo>
                <a:lnTo>
                  <a:pt x="62000" y="50000"/>
                </a:lnTo>
                <a:lnTo>
                  <a:pt x="34000" y="50000"/>
                </a:lnTo>
                <a:lnTo>
                  <a:pt x="34000" y="54000"/>
                </a:lnTo>
                <a:close/>
                <a:moveTo>
                  <a:pt x="26462" y="84000"/>
                </a:moveTo>
                <a:quadBezTo>
                  <a:pt x="23700" y="84000"/>
                  <a:pt x="21850" y="82150"/>
                </a:quadBezTo>
                <a:quadBezTo>
                  <a:pt x="20000" y="80300"/>
                  <a:pt x="20000" y="77538"/>
                </a:quadBezTo>
                <a:lnTo>
                  <a:pt x="20000" y="18462"/>
                </a:lnTo>
                <a:quadBezTo>
                  <a:pt x="20000" y="15700"/>
                  <a:pt x="21850" y="13850"/>
                </a:quadBezTo>
                <a:quadBezTo>
                  <a:pt x="23700" y="12000"/>
                  <a:pt x="26462" y="12000"/>
                </a:quadBezTo>
                <a:lnTo>
                  <a:pt x="58000" y="12000"/>
                </a:lnTo>
                <a:lnTo>
                  <a:pt x="76000" y="30000"/>
                </a:lnTo>
                <a:lnTo>
                  <a:pt x="76000" y="77538"/>
                </a:lnTo>
                <a:quadBezTo>
                  <a:pt x="76000" y="80300"/>
                  <a:pt x="74150" y="82150"/>
                </a:quadBezTo>
                <a:quadBezTo>
                  <a:pt x="72300" y="84000"/>
                  <a:pt x="69538" y="84000"/>
                </a:quadBezTo>
                <a:lnTo>
                  <a:pt x="26462" y="84000"/>
                </a:lnTo>
                <a:close/>
                <a:moveTo>
                  <a:pt x="56000" y="32000"/>
                </a:moveTo>
                <a:lnTo>
                  <a:pt x="56000" y="16000"/>
                </a:lnTo>
                <a:lnTo>
                  <a:pt x="26462" y="16000"/>
                </a:lnTo>
                <a:quadBezTo>
                  <a:pt x="25538" y="16000"/>
                  <a:pt x="24769" y="16769"/>
                </a:quadBezTo>
                <a:quadBezTo>
                  <a:pt x="24000" y="17538"/>
                  <a:pt x="24000" y="18462"/>
                </a:quadBezTo>
                <a:lnTo>
                  <a:pt x="24000" y="77538"/>
                </a:lnTo>
                <a:quadBezTo>
                  <a:pt x="24000" y="78462"/>
                  <a:pt x="24769" y="79231"/>
                </a:quadBezTo>
                <a:quadBezTo>
                  <a:pt x="25538" y="80000"/>
                  <a:pt x="26462" y="80000"/>
                </a:quadBezTo>
                <a:lnTo>
                  <a:pt x="69538" y="80000"/>
                </a:lnTo>
                <a:quadBezTo>
                  <a:pt x="70462" y="80000"/>
                  <a:pt x="71231" y="79231"/>
                </a:quadBezTo>
                <a:quadBezTo>
                  <a:pt x="72000" y="78462"/>
                  <a:pt x="72000" y="77538"/>
                </a:quadBezTo>
                <a:lnTo>
                  <a:pt x="72000" y="32000"/>
                </a:lnTo>
                <a:lnTo>
                  <a:pt x="56000" y="32000"/>
                </a:lnTo>
                <a:close/>
                <a:moveTo>
                  <a:pt x="24000" y="16000"/>
                </a:moveTo>
                <a:lnTo>
                  <a:pt x="24000" y="32000"/>
                </a:lnTo>
                <a:lnTo>
                  <a:pt x="24000" y="16000"/>
                </a:lnTo>
                <a:lnTo>
                  <a:pt x="24000" y="80000"/>
                </a:lnTo>
                <a:lnTo>
                  <a:pt x="24000" y="1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9" name="Connector 18"/>
          <p:cNvCxnSpPr/>
          <p:nvPr/>
        </p:nvCxnSpPr>
        <p:spPr>
          <a:xfrm>
            <a:off x="6259068" y="2560320"/>
            <a:ext cx="264033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259068" y="2670048"/>
            <a:ext cx="264033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3072384"/>
            <a:ext cx="264033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  <p:sp>
        <p:nvSpPr>
          <p:cNvPr id="22" name="Icon groups"/>
          <p:cNvSpPr/>
          <p:nvPr/>
        </p:nvSpPr>
        <p:spPr>
          <a:xfrm>
            <a:off x="9219438" y="201168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" y="70308"/>
                </a:moveTo>
                <a:lnTo>
                  <a:pt x="4000" y="66854"/>
                </a:lnTo>
                <a:quadBezTo>
                  <a:pt x="4000" y="63169"/>
                  <a:pt x="7938" y="60738"/>
                </a:quadBezTo>
                <a:quadBezTo>
                  <a:pt x="11877" y="58308"/>
                  <a:pt x="18077" y="58308"/>
                </a:quadBezTo>
                <a:quadBezTo>
                  <a:pt x="18992" y="58308"/>
                  <a:pt x="20038" y="58396"/>
                </a:quadBezTo>
                <a:quadBezTo>
                  <a:pt x="21085" y="58485"/>
                  <a:pt x="22262" y="58685"/>
                </a:quadBezTo>
                <a:quadBezTo>
                  <a:pt x="21323" y="60323"/>
                  <a:pt x="20892" y="62046"/>
                </a:quadBezTo>
                <a:quadBezTo>
                  <a:pt x="20462" y="63769"/>
                  <a:pt x="20462" y="65500"/>
                </a:quadBezTo>
                <a:lnTo>
                  <a:pt x="20462" y="70308"/>
                </a:lnTo>
                <a:lnTo>
                  <a:pt x="4000" y="70308"/>
                </a:lnTo>
                <a:close/>
                <a:moveTo>
                  <a:pt x="28000" y="70308"/>
                </a:moveTo>
                <a:lnTo>
                  <a:pt x="28000" y="65808"/>
                </a:lnTo>
                <a:quadBezTo>
                  <a:pt x="28000" y="63390"/>
                  <a:pt x="29404" y="61387"/>
                </a:quadBezTo>
                <a:quadBezTo>
                  <a:pt x="30808" y="59385"/>
                  <a:pt x="33546" y="57923"/>
                </a:quadBezTo>
                <a:quadBezTo>
                  <a:pt x="36285" y="56462"/>
                  <a:pt x="39927" y="55731"/>
                </a:quadBezTo>
                <a:quadBezTo>
                  <a:pt x="43569" y="55000"/>
                  <a:pt x="47969" y="55000"/>
                </a:quadBezTo>
                <a:quadBezTo>
                  <a:pt x="52454" y="55000"/>
                  <a:pt x="56096" y="55731"/>
                </a:quadBezTo>
                <a:quadBezTo>
                  <a:pt x="59738" y="56462"/>
                  <a:pt x="62477" y="57923"/>
                </a:quadBezTo>
                <a:quadBezTo>
                  <a:pt x="65215" y="59385"/>
                  <a:pt x="66608" y="61387"/>
                </a:quadBezTo>
                <a:quadBezTo>
                  <a:pt x="68000" y="63390"/>
                  <a:pt x="68000" y="65808"/>
                </a:quadBezTo>
                <a:lnTo>
                  <a:pt x="68000" y="70308"/>
                </a:lnTo>
                <a:lnTo>
                  <a:pt x="28000" y="70308"/>
                </a:lnTo>
                <a:close/>
                <a:moveTo>
                  <a:pt x="75538" y="70308"/>
                </a:moveTo>
                <a:lnTo>
                  <a:pt x="75538" y="65523"/>
                </a:lnTo>
                <a:quadBezTo>
                  <a:pt x="75538" y="63609"/>
                  <a:pt x="75119" y="61916"/>
                </a:quadBezTo>
                <a:quadBezTo>
                  <a:pt x="74700" y="60223"/>
                  <a:pt x="73862" y="58685"/>
                </a:quadBezTo>
                <a:quadBezTo>
                  <a:pt x="75115" y="58485"/>
                  <a:pt x="76112" y="58396"/>
                </a:quadBezTo>
                <a:quadBezTo>
                  <a:pt x="77108" y="58308"/>
                  <a:pt x="78000" y="58308"/>
                </a:quadBezTo>
                <a:quadBezTo>
                  <a:pt x="84200" y="58308"/>
                  <a:pt x="88100" y="60727"/>
                </a:quadBezTo>
                <a:quadBezTo>
                  <a:pt x="92000" y="63146"/>
                  <a:pt x="92000" y="66854"/>
                </a:quadBezTo>
                <a:lnTo>
                  <a:pt x="92000" y="70308"/>
                </a:lnTo>
                <a:lnTo>
                  <a:pt x="75538" y="70308"/>
                </a:lnTo>
                <a:close/>
                <a:moveTo>
                  <a:pt x="32115" y="66308"/>
                </a:moveTo>
                <a:lnTo>
                  <a:pt x="63908" y="66308"/>
                </a:lnTo>
                <a:lnTo>
                  <a:pt x="63908" y="65462"/>
                </a:lnTo>
                <a:quadBezTo>
                  <a:pt x="63677" y="62615"/>
                  <a:pt x="59242" y="60808"/>
                </a:quadBezTo>
                <a:quadBezTo>
                  <a:pt x="54808" y="59000"/>
                  <a:pt x="48000" y="59000"/>
                </a:quadBezTo>
                <a:quadBezTo>
                  <a:pt x="41192" y="59000"/>
                  <a:pt x="36758" y="60808"/>
                </a:quadBezTo>
                <a:quadBezTo>
                  <a:pt x="32323" y="62615"/>
                  <a:pt x="32115" y="65462"/>
                </a:quadBezTo>
                <a:lnTo>
                  <a:pt x="32115" y="66308"/>
                </a:lnTo>
                <a:close/>
                <a:moveTo>
                  <a:pt x="18056" y="54538"/>
                </a:moveTo>
                <a:quadBezTo>
                  <a:pt x="15700" y="54538"/>
                  <a:pt x="14042" y="52866"/>
                </a:quadBezTo>
                <a:quadBezTo>
                  <a:pt x="12385" y="51194"/>
                  <a:pt x="12385" y="48846"/>
                </a:quadBezTo>
                <a:quadBezTo>
                  <a:pt x="12385" y="46523"/>
                  <a:pt x="14057" y="44877"/>
                </a:quadBezTo>
                <a:quadBezTo>
                  <a:pt x="15729" y="43231"/>
                  <a:pt x="18077" y="43231"/>
                </a:quadBezTo>
                <a:quadBezTo>
                  <a:pt x="20400" y="43231"/>
                  <a:pt x="22085" y="44877"/>
                </a:quadBezTo>
                <a:quadBezTo>
                  <a:pt x="23769" y="46523"/>
                  <a:pt x="23769" y="48869"/>
                </a:quadBezTo>
                <a:quadBezTo>
                  <a:pt x="23769" y="51146"/>
                  <a:pt x="22127" y="52842"/>
                </a:quadBezTo>
                <a:quadBezTo>
                  <a:pt x="20484" y="54538"/>
                  <a:pt x="18056" y="54538"/>
                </a:quadBezTo>
                <a:close/>
                <a:moveTo>
                  <a:pt x="78000" y="54538"/>
                </a:moveTo>
                <a:quadBezTo>
                  <a:pt x="75700" y="54538"/>
                  <a:pt x="74004" y="52842"/>
                </a:quadBezTo>
                <a:quadBezTo>
                  <a:pt x="72308" y="51146"/>
                  <a:pt x="72308" y="48869"/>
                </a:quadBezTo>
                <a:quadBezTo>
                  <a:pt x="72308" y="46523"/>
                  <a:pt x="74004" y="44877"/>
                </a:quadBezTo>
                <a:quadBezTo>
                  <a:pt x="75700" y="43231"/>
                  <a:pt x="78015" y="43231"/>
                </a:quadBezTo>
                <a:quadBezTo>
                  <a:pt x="80400" y="43231"/>
                  <a:pt x="82046" y="44877"/>
                </a:quadBezTo>
                <a:quadBezTo>
                  <a:pt x="83692" y="46523"/>
                  <a:pt x="83692" y="48846"/>
                </a:quadBezTo>
                <a:quadBezTo>
                  <a:pt x="83692" y="51194"/>
                  <a:pt x="82056" y="52866"/>
                </a:quadBezTo>
                <a:quadBezTo>
                  <a:pt x="80419" y="54538"/>
                  <a:pt x="78000" y="54538"/>
                </a:quadBezTo>
                <a:close/>
                <a:moveTo>
                  <a:pt x="48027" y="52000"/>
                </a:moveTo>
                <a:quadBezTo>
                  <a:pt x="44385" y="52000"/>
                  <a:pt x="41808" y="49442"/>
                </a:quadBezTo>
                <a:quadBezTo>
                  <a:pt x="39231" y="46885"/>
                  <a:pt x="39231" y="43231"/>
                </a:quadBezTo>
                <a:quadBezTo>
                  <a:pt x="39231" y="39504"/>
                  <a:pt x="41788" y="36983"/>
                </a:quadBezTo>
                <a:quadBezTo>
                  <a:pt x="44346" y="34461"/>
                  <a:pt x="48000" y="34461"/>
                </a:quadBezTo>
                <a:quadBezTo>
                  <a:pt x="51727" y="34461"/>
                  <a:pt x="54248" y="36975"/>
                </a:quadBezTo>
                <a:quadBezTo>
                  <a:pt x="56769" y="39488"/>
                  <a:pt x="56769" y="43204"/>
                </a:quadBezTo>
                <a:quadBezTo>
                  <a:pt x="56769" y="46846"/>
                  <a:pt x="54256" y="49423"/>
                </a:quadBezTo>
                <a:quadBezTo>
                  <a:pt x="51743" y="52000"/>
                  <a:pt x="48027" y="52000"/>
                </a:quadBezTo>
                <a:close/>
                <a:moveTo>
                  <a:pt x="48038" y="48000"/>
                </a:moveTo>
                <a:quadBezTo>
                  <a:pt x="50008" y="48000"/>
                  <a:pt x="51388" y="46581"/>
                </a:quadBezTo>
                <a:quadBezTo>
                  <a:pt x="52769" y="45161"/>
                  <a:pt x="52769" y="43192"/>
                </a:quadBezTo>
                <a:quadBezTo>
                  <a:pt x="52769" y="41223"/>
                  <a:pt x="51398" y="39842"/>
                </a:quadBezTo>
                <a:quadBezTo>
                  <a:pt x="50027" y="38461"/>
                  <a:pt x="48000" y="38461"/>
                </a:quadBezTo>
                <a:quadBezTo>
                  <a:pt x="46069" y="38461"/>
                  <a:pt x="44650" y="39833"/>
                </a:quadBezTo>
                <a:quadBezTo>
                  <a:pt x="43231" y="41204"/>
                  <a:pt x="43231" y="43231"/>
                </a:quadBezTo>
                <a:quadBezTo>
                  <a:pt x="43231" y="45161"/>
                  <a:pt x="44650" y="46581"/>
                </a:quadBezTo>
                <a:quadBezTo>
                  <a:pt x="46069" y="48000"/>
                  <a:pt x="48038" y="48000"/>
                </a:quadBezTo>
                <a:close/>
                <a:moveTo>
                  <a:pt x="48023" y="66308"/>
                </a:moveTo>
                <a:close/>
                <a:moveTo>
                  <a:pt x="48000" y="43231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23" name="Connector 22"/>
          <p:cNvCxnSpPr/>
          <p:nvPr/>
        </p:nvCxnSpPr>
        <p:spPr>
          <a:xfrm>
            <a:off x="9219438" y="2560320"/>
            <a:ext cx="2640329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219438" y="2670048"/>
            <a:ext cx="264033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Your involvement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9438" y="3072384"/>
            <a:ext cx="264033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4754880"/>
            <a:ext cx="11521440" cy="548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7548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Duration  </a:t>
            </a:r>
            <a:r>
              <a:rPr sz="1400" b="0" i="0">
                <a:solidFill>
                  <a:schemeClr val="tx1"/>
                </a:solidFill>
              </a:rPr>
              <a:t>[x weeks]      </a:t>
            </a:r>
            <a:r>
              <a:rPr sz="1400" b="0" i="0">
                <a:solidFill>
                  <a:schemeClr val="accent1"/>
                </a:solidFill>
              </a:rPr>
              <a:t>Team  </a:t>
            </a:r>
            <a:r>
              <a:rPr sz="1400" b="0" i="0">
                <a:solidFill>
                  <a:schemeClr val="tx1"/>
                </a:solidFill>
              </a:rPr>
              <a:t>[roles]      </a:t>
            </a:r>
            <a:r>
              <a:rPr sz="1400" b="0" i="0">
                <a:solidFill>
                  <a:schemeClr val="accent1"/>
                </a:solidFill>
              </a:rPr>
              <a:t>Gate  </a:t>
            </a:r>
            <a:r>
              <a:rPr sz="1400" b="0" i="0">
                <a:solidFill>
                  <a:schemeClr val="tx1"/>
                </a:solidFill>
              </a:rPr>
              <a:t>[decision forum, date]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Approach &amp; plan | Gantt chart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1528" y="1261872"/>
            <a:ext cx="8778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[Year]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52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304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08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20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9672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824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8" y="178308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308152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381304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454456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27608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00760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73912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47064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820216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93368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966520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1039672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1112824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11859768" y="1783080"/>
            <a:ext cx="0" cy="3602736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338328" y="1874520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Workstream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9816" y="1956816"/>
            <a:ext cx="1426464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" y="231343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Workstream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97096" y="2395728"/>
            <a:ext cx="1792224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" y="2752344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Milestone</a:t>
            </a:r>
          </a:p>
        </p:txBody>
      </p:sp>
      <p:sp>
        <p:nvSpPr>
          <p:cNvPr id="38" name="Diamond 37"/>
          <p:cNvSpPr/>
          <p:nvPr/>
        </p:nvSpPr>
        <p:spPr>
          <a:xfrm>
            <a:off x="5897880" y="2862072"/>
            <a:ext cx="219456" cy="219456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" y="3191256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Workstream 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25896" y="3273552"/>
            <a:ext cx="2157984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" y="3630168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Workstream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57416" y="3712464"/>
            <a:ext cx="2157984" cy="274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" y="4069080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Workstream 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86216" y="4151376"/>
            <a:ext cx="1792224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" y="4507992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Milestone</a:t>
            </a:r>
          </a:p>
        </p:txBody>
      </p:sp>
      <p:sp>
        <p:nvSpPr>
          <p:cNvPr id="46" name="Diamond 45"/>
          <p:cNvSpPr/>
          <p:nvPr/>
        </p:nvSpPr>
        <p:spPr>
          <a:xfrm>
            <a:off x="10287000" y="4617720"/>
            <a:ext cx="219456" cy="219456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" y="4946904"/>
            <a:ext cx="26517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Workstream 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83496" y="5029200"/>
            <a:ext cx="2157984" cy="274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8328" y="5715000"/>
            <a:ext cx="274320" cy="146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" y="5669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Critical path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67128" y="5715000"/>
            <a:ext cx="274320" cy="1463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32888" y="5669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Other activities</a:t>
            </a:r>
          </a:p>
        </p:txBody>
      </p:sp>
      <p:sp>
        <p:nvSpPr>
          <p:cNvPr id="53" name="Diamond 52"/>
          <p:cNvSpPr/>
          <p:nvPr/>
        </p:nvSpPr>
        <p:spPr>
          <a:xfrm>
            <a:off x="4270248" y="5678424"/>
            <a:ext cx="201168" cy="20116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62856" y="5669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Milestone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Approach &amp; plan | Milestones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3246120"/>
            <a:ext cx="11521440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7" name="Oval 6"/>
          <p:cNvSpPr/>
          <p:nvPr/>
        </p:nvSpPr>
        <p:spPr>
          <a:xfrm>
            <a:off x="356616" y="3108960"/>
            <a:ext cx="274320" cy="27432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600200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[Q0 YYYY]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14884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49631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11" name="Oval 10"/>
          <p:cNvSpPr/>
          <p:nvPr/>
        </p:nvSpPr>
        <p:spPr>
          <a:xfrm>
            <a:off x="2660904" y="3108960"/>
            <a:ext cx="274320" cy="27432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3611880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[Q0 YYYY]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416052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Milestone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450799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15" name="Oval 14"/>
          <p:cNvSpPr/>
          <p:nvPr/>
        </p:nvSpPr>
        <p:spPr>
          <a:xfrm>
            <a:off x="4965192" y="3108960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6904" y="1600200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[Q0 YYYY]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14884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Milestone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249631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19" name="Oval 18"/>
          <p:cNvSpPr/>
          <p:nvPr/>
        </p:nvSpPr>
        <p:spPr>
          <a:xfrm>
            <a:off x="7269480" y="3108960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3611880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[Q0 YYYY]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416052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Milestone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450799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23" name="Oval 22"/>
          <p:cNvSpPr/>
          <p:nvPr/>
        </p:nvSpPr>
        <p:spPr>
          <a:xfrm>
            <a:off x="9573768" y="3108960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600200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[Q0 YYYY]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14884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49631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27" name="Oval 26"/>
          <p:cNvSpPr/>
          <p:nvPr/>
        </p:nvSpPr>
        <p:spPr>
          <a:xfrm>
            <a:off x="338328" y="5715000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669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Reached</a:t>
            </a:r>
          </a:p>
        </p:txBody>
      </p:sp>
      <p:sp>
        <p:nvSpPr>
          <p:cNvPr id="29" name="Oval 28"/>
          <p:cNvSpPr/>
          <p:nvPr/>
        </p:nvSpPr>
        <p:spPr>
          <a:xfrm>
            <a:off x="1618488" y="5715000"/>
            <a:ext cx="164592" cy="16459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19" y="5669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Planned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Approach &amp; plan | Stage gates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463040"/>
            <a:ext cx="2377440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Phase 1</a:t>
            </a:r>
          </a:p>
        </p:txBody>
      </p:sp>
      <p:sp>
        <p:nvSpPr>
          <p:cNvPr id="7" name="Diamond 6"/>
          <p:cNvSpPr/>
          <p:nvPr/>
        </p:nvSpPr>
        <p:spPr>
          <a:xfrm>
            <a:off x="2807208" y="1463040"/>
            <a:ext cx="329184" cy="56692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237744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GATE 1 – CRITERIA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651760"/>
            <a:ext cx="2788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274320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Criterion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Criterion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463040"/>
            <a:ext cx="2377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Phase 2</a:t>
            </a:r>
          </a:p>
        </p:txBody>
      </p:sp>
      <p:sp>
        <p:nvSpPr>
          <p:cNvPr id="12" name="Diamond 11"/>
          <p:cNvSpPr/>
          <p:nvPr/>
        </p:nvSpPr>
        <p:spPr>
          <a:xfrm>
            <a:off x="5687568" y="1463040"/>
            <a:ext cx="329184" cy="56692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237744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GATE 2 – CRITERIA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8688" y="2651760"/>
            <a:ext cx="2788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3218688" y="274320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Criterion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Criterion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8" y="1463040"/>
            <a:ext cx="2377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Phase 3</a:t>
            </a:r>
          </a:p>
        </p:txBody>
      </p:sp>
      <p:sp>
        <p:nvSpPr>
          <p:cNvPr id="17" name="Diamond 16"/>
          <p:cNvSpPr/>
          <p:nvPr/>
        </p:nvSpPr>
        <p:spPr>
          <a:xfrm>
            <a:off x="8567928" y="1463040"/>
            <a:ext cx="329184" cy="56692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237744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GATE 3 – CRITERIA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2651760"/>
            <a:ext cx="2788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099048" y="274320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Criterion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Criterion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8" y="1463040"/>
            <a:ext cx="2377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Phase 4</a:t>
            </a:r>
          </a:p>
        </p:txBody>
      </p:sp>
      <p:sp>
        <p:nvSpPr>
          <p:cNvPr id="22" name="Diamond 21"/>
          <p:cNvSpPr/>
          <p:nvPr/>
        </p:nvSpPr>
        <p:spPr>
          <a:xfrm>
            <a:off x="11448288" y="1463040"/>
            <a:ext cx="329184" cy="56692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237744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GATE 4 – CRITERIA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79408" y="2651760"/>
            <a:ext cx="2788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8979408" y="274320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Criterion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Criterion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4206240"/>
            <a:ext cx="1152144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" y="42062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Go  </a:t>
            </a:r>
            <a:r>
              <a:rPr sz="1500" b="0" i="0">
                <a:solidFill>
                  <a:schemeClr val="tx1"/>
                </a:solidFill>
              </a:rPr>
              <a:t>start next phase      </a:t>
            </a:r>
            <a:r>
              <a:rPr sz="1500" b="0" i="0">
                <a:solidFill>
                  <a:schemeClr val="accent1"/>
                </a:solidFill>
              </a:rPr>
              <a:t>Hold  </a:t>
            </a:r>
            <a:r>
              <a:rPr sz="1500" b="0" i="0">
                <a:solidFill>
                  <a:schemeClr val="tx1"/>
                </a:solidFill>
              </a:rPr>
              <a:t>rework with new date      </a:t>
            </a:r>
            <a:r>
              <a:rPr sz="1500" b="0" i="0">
                <a:solidFill>
                  <a:schemeClr val="accent1"/>
                </a:solidFill>
              </a:rPr>
              <a:t>Stop  </a:t>
            </a:r>
            <a:r>
              <a:rPr sz="1500" b="0" i="0">
                <a:solidFill>
                  <a:schemeClr val="tx1"/>
                </a:solidFill>
              </a:rPr>
              <a:t>end project, secure results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Approach &amp; plan | Workshop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37160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bg1"/>
                </a:solidFill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417320"/>
            <a:ext cx="18059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783080"/>
            <a:ext cx="18059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[Week]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3317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2468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7432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3832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PARTICIPANTS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6576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[Roles]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42976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45720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[x hours]</a:t>
            </a:r>
          </a:p>
        </p:txBody>
      </p:sp>
      <p:sp>
        <p:nvSpPr>
          <p:cNvPr id="16" name="Icon arrow_forward"/>
          <p:cNvSpPr/>
          <p:nvPr/>
        </p:nvSpPr>
        <p:spPr>
          <a:xfrm>
            <a:off x="3040380" y="161848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Oval 16"/>
          <p:cNvSpPr/>
          <p:nvPr/>
        </p:nvSpPr>
        <p:spPr>
          <a:xfrm>
            <a:off x="3287268" y="137160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bg1"/>
                </a:solidFill>
              </a:rPr>
              <a:t>W2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5948" y="1417320"/>
            <a:ext cx="18059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5948" y="1783080"/>
            <a:ext cx="18059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[Week]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7268" y="23317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3287268" y="2468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7268" y="27432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7268" y="33832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PARTICIPANTS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7268" y="36576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[Roles]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7268" y="42976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7268" y="45720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[x hours]</a:t>
            </a:r>
          </a:p>
        </p:txBody>
      </p:sp>
      <p:sp>
        <p:nvSpPr>
          <p:cNvPr id="27" name="Icon arrow_forward"/>
          <p:cNvSpPr/>
          <p:nvPr/>
        </p:nvSpPr>
        <p:spPr>
          <a:xfrm>
            <a:off x="5989320" y="161848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8" name="Oval 27"/>
          <p:cNvSpPr/>
          <p:nvPr/>
        </p:nvSpPr>
        <p:spPr>
          <a:xfrm>
            <a:off x="6236208" y="137160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bg1"/>
                </a:solidFill>
              </a:rPr>
              <a:t>W3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1417320"/>
            <a:ext cx="18059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Workshop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1783080"/>
            <a:ext cx="18059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[Week]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36208" y="23317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236208" y="2468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27432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33832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PARTICIPANTS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36576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[Roles]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2976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5720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[x hours]</a:t>
            </a:r>
          </a:p>
        </p:txBody>
      </p:sp>
      <p:sp>
        <p:nvSpPr>
          <p:cNvPr id="38" name="Icon arrow_forward"/>
          <p:cNvSpPr/>
          <p:nvPr/>
        </p:nvSpPr>
        <p:spPr>
          <a:xfrm>
            <a:off x="8938260" y="161848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9" name="Oval 38"/>
          <p:cNvSpPr/>
          <p:nvPr/>
        </p:nvSpPr>
        <p:spPr>
          <a:xfrm>
            <a:off x="9185148" y="137160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bg1"/>
                </a:solidFill>
              </a:rPr>
              <a:t>W4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3828" y="1417320"/>
            <a:ext cx="18059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3828" y="1783080"/>
            <a:ext cx="18059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[Week]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85148" y="23317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9185148" y="2468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5148" y="27432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5148" y="33832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PARTICIPANTS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5148" y="36576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[Roles]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5148" y="42976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DURATION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5148" y="4572000"/>
            <a:ext cx="267462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[x hours]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Approach &amp; plan | Project organisation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325880"/>
            <a:ext cx="5486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Steering committee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[Names]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8" y="201168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3813048" y="2331720"/>
            <a:ext cx="219456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Project lead customer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2331720"/>
            <a:ext cx="219456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Project lead Körber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331720"/>
            <a:ext cx="2715768" cy="7315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PMO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85048" y="2697480"/>
            <a:ext cx="758952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099048" y="3063240"/>
            <a:ext cx="0" cy="36576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692783" y="3429000"/>
            <a:ext cx="881253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92783" y="342900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338328" y="3703320"/>
            <a:ext cx="2708910" cy="15544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840480"/>
            <a:ext cx="2343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WORKSTREAM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114800"/>
            <a:ext cx="234315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Workstream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4526280"/>
            <a:ext cx="234315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customer: [Name]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Körber: [Name]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30293" y="342900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3275838" y="3703320"/>
            <a:ext cx="2708910" cy="15544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8718" y="3840480"/>
            <a:ext cx="2343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WORKSTREAM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8718" y="4114800"/>
            <a:ext cx="234315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Workstream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8718" y="4526280"/>
            <a:ext cx="234315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customer: [Name]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Körber: [Name]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67803" y="342900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6213348" y="3703320"/>
            <a:ext cx="2708910" cy="15544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6228" y="3840480"/>
            <a:ext cx="2343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WORKSTREAM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6228" y="4114800"/>
            <a:ext cx="234315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Workstream 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228" y="4526280"/>
            <a:ext cx="234315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customer: [Name]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Körber: [Name]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505313" y="342900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9150858" y="3703320"/>
            <a:ext cx="2708910" cy="15544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3738" y="3840480"/>
            <a:ext cx="2343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WORKSTREAM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3738" y="4114800"/>
            <a:ext cx="234315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Workstream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3738" y="4526280"/>
            <a:ext cx="234315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customer: [Name]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Körber: [Name]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Approach &amp; plan | RACI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27432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749040"/>
                <a:gridCol w="1554480"/>
                <a:gridCol w="1554480"/>
                <a:gridCol w="1554480"/>
                <a:gridCol w="1554480"/>
                <a:gridCol w="1554480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Deliverable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Sponsor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PL 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PL 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Role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Role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Deliverable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Deliverable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Deliverable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Deliverable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8328" y="4343400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R </a:t>
            </a:r>
            <a:r>
              <a:rPr sz="1200" b="0" i="0">
                <a:solidFill>
                  <a:schemeClr val="tx1"/>
                </a:solidFill>
              </a:rPr>
              <a:t>Responsible    </a:t>
            </a:r>
            <a:r>
              <a:rPr sz="1200" b="0" i="0">
                <a:solidFill>
                  <a:schemeClr val="accent1"/>
                </a:solidFill>
              </a:rPr>
              <a:t>A </a:t>
            </a:r>
            <a:r>
              <a:rPr sz="1200" b="0" i="0">
                <a:solidFill>
                  <a:schemeClr val="tx1"/>
                </a:solidFill>
              </a:rPr>
              <a:t>Accountable    </a:t>
            </a:r>
            <a:r>
              <a:rPr sz="1200" b="0" i="0">
                <a:solidFill>
                  <a:schemeClr val="accent1"/>
                </a:solidFill>
              </a:rPr>
              <a:t>C </a:t>
            </a:r>
            <a:r>
              <a:rPr sz="1200" b="0" i="0">
                <a:solidFill>
                  <a:schemeClr val="tx1"/>
                </a:solidFill>
              </a:rPr>
              <a:t>Consulted    </a:t>
            </a:r>
            <a:r>
              <a:rPr sz="1200" b="0" i="0">
                <a:solidFill>
                  <a:schemeClr val="accent1"/>
                </a:solidFill>
              </a:rPr>
              <a:t>I </a:t>
            </a:r>
            <a:r>
              <a:rPr sz="1200" b="0" i="0">
                <a:solidFill>
                  <a:schemeClr val="tx1"/>
                </a:solidFill>
              </a:rPr>
              <a:t>Informed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Approach &amp; plan | Governance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27432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926080"/>
                <a:gridCol w="3108960"/>
                <a:gridCol w="2011680"/>
                <a:gridCol w="3474720"/>
              </a:tblGrid>
              <a:tr h="68580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Body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Participants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Rhythm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Purpose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Steering committee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[Roles]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Monthly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[Purpose]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Project leads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[Roles]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Weekly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[Purpose]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Workstream meeting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[Roles]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Weekly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[Purpose]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Proposal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Proposal | Proposal at a glance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Details: proposal no. [xxx],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62356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con search"/>
          <p:cNvSpPr/>
          <p:nvPr/>
        </p:nvSpPr>
        <p:spPr>
          <a:xfrm>
            <a:off x="612647" y="1645920"/>
            <a:ext cx="411480" cy="41148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7938" y="80615"/>
                </a:moveTo>
                <a:lnTo>
                  <a:pt x="52892" y="55569"/>
                </a:lnTo>
                <a:quadBezTo>
                  <a:pt x="49892" y="58123"/>
                  <a:pt x="45992" y="59523"/>
                </a:quadBezTo>
                <a:quadBezTo>
                  <a:pt x="42092" y="60923"/>
                  <a:pt x="38154" y="60923"/>
                </a:quadBezTo>
                <a:quadBezTo>
                  <a:pt x="28544" y="60923"/>
                  <a:pt x="21887" y="54270"/>
                </a:quadBezTo>
                <a:quadBezTo>
                  <a:pt x="15231" y="47617"/>
                  <a:pt x="15231" y="38013"/>
                </a:quadBezTo>
                <a:quadBezTo>
                  <a:pt x="15231" y="28408"/>
                  <a:pt x="21884" y="21742"/>
                </a:quadBezTo>
                <a:quadBezTo>
                  <a:pt x="28537" y="15077"/>
                  <a:pt x="38141" y="15077"/>
                </a:quadBezTo>
                <a:quadBezTo>
                  <a:pt x="47746" y="15077"/>
                  <a:pt x="54412" y="21733"/>
                </a:quadBezTo>
                <a:quadBezTo>
                  <a:pt x="61077" y="28390"/>
                  <a:pt x="61077" y="38000"/>
                </a:quadBezTo>
                <a:quadBezTo>
                  <a:pt x="61077" y="42169"/>
                  <a:pt x="59600" y="46069"/>
                </a:quadBezTo>
                <a:quadBezTo>
                  <a:pt x="58123" y="49969"/>
                  <a:pt x="55723" y="52738"/>
                </a:quadBezTo>
                <a:lnTo>
                  <a:pt x="80769" y="77785"/>
                </a:lnTo>
                <a:lnTo>
                  <a:pt x="77938" y="80615"/>
                </a:lnTo>
                <a:close/>
                <a:moveTo>
                  <a:pt x="38154" y="56923"/>
                </a:moveTo>
                <a:quadBezTo>
                  <a:pt x="46115" y="56923"/>
                  <a:pt x="51596" y="51442"/>
                </a:quadBezTo>
                <a:quadBezTo>
                  <a:pt x="57077" y="45962"/>
                  <a:pt x="57077" y="38000"/>
                </a:quadBezTo>
                <a:quadBezTo>
                  <a:pt x="57077" y="30038"/>
                  <a:pt x="51596" y="24558"/>
                </a:quadBezTo>
                <a:quadBezTo>
                  <a:pt x="46115" y="19077"/>
                  <a:pt x="38154" y="19077"/>
                </a:quadBezTo>
                <a:quadBezTo>
                  <a:pt x="30192" y="19077"/>
                  <a:pt x="24712" y="24558"/>
                </a:quadBezTo>
                <a:quadBezTo>
                  <a:pt x="19231" y="30038"/>
                  <a:pt x="19231" y="38000"/>
                </a:quadBezTo>
                <a:quadBezTo>
                  <a:pt x="19231" y="45962"/>
                  <a:pt x="24712" y="51442"/>
                </a:quadBezTo>
                <a:quadBezTo>
                  <a:pt x="30192" y="56923"/>
                  <a:pt x="38154" y="56923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1252728" y="16459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Your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14884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371600"/>
            <a:ext cx="562356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Icon checklist"/>
          <p:cNvSpPr/>
          <p:nvPr/>
        </p:nvSpPr>
        <p:spPr>
          <a:xfrm>
            <a:off x="6510528" y="1645920"/>
            <a:ext cx="411480" cy="41148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354" y="71615"/>
                </a:moveTo>
                <a:lnTo>
                  <a:pt x="12000" y="60262"/>
                </a:lnTo>
                <a:lnTo>
                  <a:pt x="14754" y="57508"/>
                </a:lnTo>
                <a:lnTo>
                  <a:pt x="23254" y="66008"/>
                </a:lnTo>
                <a:lnTo>
                  <a:pt x="40254" y="49008"/>
                </a:lnTo>
                <a:lnTo>
                  <a:pt x="43008" y="51862"/>
                </a:lnTo>
                <a:lnTo>
                  <a:pt x="23354" y="71615"/>
                </a:lnTo>
                <a:close/>
                <a:moveTo>
                  <a:pt x="23354" y="42692"/>
                </a:moveTo>
                <a:lnTo>
                  <a:pt x="12000" y="31338"/>
                </a:lnTo>
                <a:lnTo>
                  <a:pt x="14754" y="28585"/>
                </a:lnTo>
                <a:lnTo>
                  <a:pt x="23254" y="37085"/>
                </a:lnTo>
                <a:lnTo>
                  <a:pt x="40254" y="20085"/>
                </a:lnTo>
                <a:lnTo>
                  <a:pt x="43008" y="22938"/>
                </a:lnTo>
                <a:lnTo>
                  <a:pt x="23354" y="42692"/>
                </a:lnTo>
                <a:close/>
                <a:moveTo>
                  <a:pt x="52077" y="64462"/>
                </a:moveTo>
                <a:lnTo>
                  <a:pt x="52077" y="60462"/>
                </a:lnTo>
                <a:lnTo>
                  <a:pt x="84077" y="60462"/>
                </a:lnTo>
                <a:lnTo>
                  <a:pt x="84077" y="64462"/>
                </a:lnTo>
                <a:lnTo>
                  <a:pt x="52077" y="64462"/>
                </a:lnTo>
                <a:close/>
                <a:moveTo>
                  <a:pt x="52077" y="35538"/>
                </a:moveTo>
                <a:lnTo>
                  <a:pt x="52077" y="31538"/>
                </a:lnTo>
                <a:lnTo>
                  <a:pt x="84077" y="31538"/>
                </a:lnTo>
                <a:lnTo>
                  <a:pt x="84077" y="35538"/>
                </a:lnTo>
                <a:lnTo>
                  <a:pt x="52077" y="35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7150608" y="16459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Our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14884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3429000"/>
            <a:ext cx="5623560" cy="1783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flag"/>
          <p:cNvSpPr/>
          <p:nvPr/>
        </p:nvSpPr>
        <p:spPr>
          <a:xfrm>
            <a:off x="612647" y="3703320"/>
            <a:ext cx="411480" cy="41148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82000"/>
                </a:moveTo>
                <a:lnTo>
                  <a:pt x="24000" y="20000"/>
                </a:lnTo>
                <a:lnTo>
                  <a:pt x="52769" y="20000"/>
                </a:lnTo>
                <a:lnTo>
                  <a:pt x="54369" y="28000"/>
                </a:lnTo>
                <a:lnTo>
                  <a:pt x="76000" y="28000"/>
                </a:lnTo>
                <a:lnTo>
                  <a:pt x="76000" y="60000"/>
                </a:lnTo>
                <a:lnTo>
                  <a:pt x="55231" y="60000"/>
                </a:lnTo>
                <a:lnTo>
                  <a:pt x="53631" y="52000"/>
                </a:lnTo>
                <a:lnTo>
                  <a:pt x="28000" y="52000"/>
                </a:lnTo>
                <a:lnTo>
                  <a:pt x="28000" y="82000"/>
                </a:lnTo>
                <a:lnTo>
                  <a:pt x="24000" y="82000"/>
                </a:lnTo>
                <a:close/>
                <a:moveTo>
                  <a:pt x="50000" y="40000"/>
                </a:moveTo>
                <a:close/>
                <a:moveTo>
                  <a:pt x="58600" y="56000"/>
                </a:moveTo>
                <a:lnTo>
                  <a:pt x="72000" y="56000"/>
                </a:lnTo>
                <a:lnTo>
                  <a:pt x="72000" y="32000"/>
                </a:lnTo>
                <a:lnTo>
                  <a:pt x="51000" y="32000"/>
                </a:lnTo>
                <a:lnTo>
                  <a:pt x="49400" y="24000"/>
                </a:lnTo>
                <a:lnTo>
                  <a:pt x="28000" y="24000"/>
                </a:lnTo>
                <a:lnTo>
                  <a:pt x="28000" y="48000"/>
                </a:lnTo>
                <a:lnTo>
                  <a:pt x="57000" y="48000"/>
                </a:lnTo>
                <a:lnTo>
                  <a:pt x="58600" y="56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1252728" y="37033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bg1"/>
                </a:solidFill>
              </a:rPr>
              <a:t>Your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420624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Short description in one or two lines.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3429000"/>
            <a:ext cx="562356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 euro"/>
          <p:cNvSpPr/>
          <p:nvPr/>
        </p:nvSpPr>
        <p:spPr>
          <a:xfrm>
            <a:off x="6510528" y="3703320"/>
            <a:ext cx="411480" cy="41148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0154" y="80000"/>
                </a:moveTo>
                <a:quadBezTo>
                  <a:pt x="48585" y="80000"/>
                  <a:pt x="40346" y="73569"/>
                </a:quadBezTo>
                <a:quadBezTo>
                  <a:pt x="32108" y="67138"/>
                  <a:pt x="28923" y="57231"/>
                </a:quadBezTo>
                <a:lnTo>
                  <a:pt x="14923" y="57231"/>
                </a:lnTo>
                <a:lnTo>
                  <a:pt x="14923" y="53231"/>
                </a:lnTo>
                <a:lnTo>
                  <a:pt x="28123" y="53231"/>
                </a:lnTo>
                <a:quadBezTo>
                  <a:pt x="27669" y="50908"/>
                  <a:pt x="27719" y="47935"/>
                </a:quadBezTo>
                <a:quadBezTo>
                  <a:pt x="27769" y="44962"/>
                  <a:pt x="28123" y="42769"/>
                </a:quadBezTo>
                <a:lnTo>
                  <a:pt x="14923" y="42769"/>
                </a:lnTo>
                <a:lnTo>
                  <a:pt x="14923" y="38769"/>
                </a:lnTo>
                <a:lnTo>
                  <a:pt x="29077" y="38769"/>
                </a:lnTo>
                <a:quadBezTo>
                  <a:pt x="32185" y="28862"/>
                  <a:pt x="40385" y="22431"/>
                </a:quadBezTo>
                <a:quadBezTo>
                  <a:pt x="48585" y="16000"/>
                  <a:pt x="60154" y="16000"/>
                </a:quadBezTo>
                <a:quadBezTo>
                  <a:pt x="66131" y="16000"/>
                  <a:pt x="71473" y="17950"/>
                </a:quadBezTo>
                <a:quadBezTo>
                  <a:pt x="76815" y="19900"/>
                  <a:pt x="81154" y="23354"/>
                </a:quadBezTo>
                <a:lnTo>
                  <a:pt x="78300" y="26108"/>
                </a:lnTo>
                <a:quadBezTo>
                  <a:pt x="74523" y="23215"/>
                  <a:pt x="69912" y="21608"/>
                </a:quadBezTo>
                <a:quadBezTo>
                  <a:pt x="65300" y="20000"/>
                  <a:pt x="60154" y="20000"/>
                </a:quadBezTo>
                <a:quadBezTo>
                  <a:pt x="50192" y="20000"/>
                  <a:pt x="43223" y="25412"/>
                </a:quadBezTo>
                <a:quadBezTo>
                  <a:pt x="36254" y="30823"/>
                  <a:pt x="33315" y="38769"/>
                </a:quadBezTo>
                <a:lnTo>
                  <a:pt x="59692" y="38769"/>
                </a:lnTo>
                <a:lnTo>
                  <a:pt x="59692" y="42769"/>
                </a:lnTo>
                <a:lnTo>
                  <a:pt x="32223" y="42769"/>
                </a:lnTo>
                <a:quadBezTo>
                  <a:pt x="31746" y="45162"/>
                  <a:pt x="31769" y="48173"/>
                </a:quadBezTo>
                <a:quadBezTo>
                  <a:pt x="31792" y="51185"/>
                  <a:pt x="32223" y="53231"/>
                </a:quadBezTo>
                <a:lnTo>
                  <a:pt x="59692" y="53231"/>
                </a:lnTo>
                <a:lnTo>
                  <a:pt x="59692" y="57231"/>
                </a:lnTo>
                <a:lnTo>
                  <a:pt x="33238" y="57231"/>
                </a:lnTo>
                <a:quadBezTo>
                  <a:pt x="36254" y="65177"/>
                  <a:pt x="43223" y="70588"/>
                </a:quadBezTo>
                <a:quadBezTo>
                  <a:pt x="50192" y="76000"/>
                  <a:pt x="60154" y="76000"/>
                </a:quadBezTo>
                <a:quadBezTo>
                  <a:pt x="65300" y="76000"/>
                  <a:pt x="69912" y="74392"/>
                </a:quadBezTo>
                <a:quadBezTo>
                  <a:pt x="74523" y="72785"/>
                  <a:pt x="78300" y="69892"/>
                </a:quadBezTo>
                <a:lnTo>
                  <a:pt x="81154" y="72646"/>
                </a:lnTo>
                <a:quadBezTo>
                  <a:pt x="76815" y="76100"/>
                  <a:pt x="71473" y="78050"/>
                </a:quadBezTo>
                <a:quadBezTo>
                  <a:pt x="66131" y="80000"/>
                  <a:pt x="60154" y="8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7150608" y="37033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Your investment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420624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Proposal |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53212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22860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bg1"/>
                </a:solidFill>
              </a:rPr>
              <a:t>In scope</a:t>
            </a:r>
          </a:p>
        </p:txBody>
      </p:sp>
      <p:sp>
        <p:nvSpPr>
          <p:cNvPr id="7" name="Icon check_circle"/>
          <p:cNvSpPr/>
          <p:nvPr/>
        </p:nvSpPr>
        <p:spPr>
          <a:xfrm>
            <a:off x="384048" y="2267712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886968" y="2194560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76148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Icon check_circle"/>
          <p:cNvSpPr/>
          <p:nvPr/>
        </p:nvSpPr>
        <p:spPr>
          <a:xfrm>
            <a:off x="384048" y="2907791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extBox 10"/>
          <p:cNvSpPr txBox="1"/>
          <p:nvPr/>
        </p:nvSpPr>
        <p:spPr>
          <a:xfrm>
            <a:off x="886968" y="2834639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" y="340156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3" name="Icon check_circle"/>
          <p:cNvSpPr/>
          <p:nvPr/>
        </p:nvSpPr>
        <p:spPr>
          <a:xfrm>
            <a:off x="384048" y="3547872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886968" y="3474720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" y="404164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6" name="Icon check_circle"/>
          <p:cNvSpPr/>
          <p:nvPr/>
        </p:nvSpPr>
        <p:spPr>
          <a:xfrm>
            <a:off x="384048" y="4187952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886968" y="4114800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8328" y="468172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6327648" y="1371600"/>
            <a:ext cx="553212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22860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Out of scope</a:t>
            </a:r>
          </a:p>
        </p:txBody>
      </p:sp>
      <p:sp>
        <p:nvSpPr>
          <p:cNvPr id="20" name="Icon cancel"/>
          <p:cNvSpPr/>
          <p:nvPr/>
        </p:nvSpPr>
        <p:spPr>
          <a:xfrm>
            <a:off x="6373368" y="2267712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6876288" y="2194560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27648" y="276148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3" name="Icon cancel"/>
          <p:cNvSpPr/>
          <p:nvPr/>
        </p:nvSpPr>
        <p:spPr>
          <a:xfrm>
            <a:off x="6373368" y="2907791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6876288" y="2834639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27648" y="340156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6" name="Icon cancel"/>
          <p:cNvSpPr/>
          <p:nvPr/>
        </p:nvSpPr>
        <p:spPr>
          <a:xfrm>
            <a:off x="6373368" y="3547872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6876288" y="3474720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27648" y="404164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9" name="Icon cancel"/>
          <p:cNvSpPr/>
          <p:nvPr/>
        </p:nvSpPr>
        <p:spPr>
          <a:xfrm>
            <a:off x="6373368" y="4187952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0" name="TextBox 29"/>
          <p:cNvSpPr txBox="1"/>
          <p:nvPr/>
        </p:nvSpPr>
        <p:spPr>
          <a:xfrm>
            <a:off x="6876288" y="4114800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27648" y="468172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Proposal | Packages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95928" y="1325880"/>
            <a:ext cx="2499360" cy="397763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95928" y="1325880"/>
            <a:ext cx="249936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78808" y="164592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Package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8" y="201168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accent1"/>
                </a:solidFill>
              </a:rPr>
              <a:t>€[price]</a:t>
            </a:r>
          </a:p>
        </p:txBody>
      </p:sp>
      <p:sp>
        <p:nvSpPr>
          <p:cNvPr id="10" name="Icon check_circle"/>
          <p:cNvSpPr/>
          <p:nvPr/>
        </p:nvSpPr>
        <p:spPr>
          <a:xfrm>
            <a:off x="5099304" y="272491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Icon check_circle"/>
          <p:cNvSpPr/>
          <p:nvPr/>
        </p:nvSpPr>
        <p:spPr>
          <a:xfrm>
            <a:off x="5099304" y="322783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2" name="Connector 11"/>
          <p:cNvCxnSpPr/>
          <p:nvPr/>
        </p:nvCxnSpPr>
        <p:spPr>
          <a:xfrm>
            <a:off x="5154168" y="3877056"/>
            <a:ext cx="182880" cy="0"/>
          </a:xfrm>
          <a:prstGeom prst="line">
            <a:avLst/>
          </a:prstGeom>
          <a:ln w="12700">
            <a:solidFill>
              <a:schemeClr val="tx2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5154168" y="4379976"/>
            <a:ext cx="182880" cy="0"/>
          </a:xfrm>
          <a:prstGeom prst="line">
            <a:avLst/>
          </a:prstGeom>
          <a:ln w="12700">
            <a:solidFill>
              <a:schemeClr val="tx2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5154168" y="4882896"/>
            <a:ext cx="182880" cy="0"/>
          </a:xfrm>
          <a:prstGeom prst="line">
            <a:avLst/>
          </a:prstGeom>
          <a:ln w="12700">
            <a:solidFill>
              <a:schemeClr val="tx2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6678168" y="1325880"/>
            <a:ext cx="2499360" cy="3977639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8168" y="1325880"/>
            <a:ext cx="249936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61048" y="1417320"/>
            <a:ext cx="2133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RECOMMENDED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1048" y="164592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bg1"/>
                </a:solidFill>
              </a:rPr>
              <a:t>Package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1048" y="201168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€[price]</a:t>
            </a:r>
          </a:p>
        </p:txBody>
      </p:sp>
      <p:sp>
        <p:nvSpPr>
          <p:cNvPr id="20" name="Icon check_circle"/>
          <p:cNvSpPr/>
          <p:nvPr/>
        </p:nvSpPr>
        <p:spPr>
          <a:xfrm>
            <a:off x="7781544" y="272491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" name="Icon check_circle"/>
          <p:cNvSpPr/>
          <p:nvPr/>
        </p:nvSpPr>
        <p:spPr>
          <a:xfrm>
            <a:off x="7781544" y="322783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" name="Icon check_circle"/>
          <p:cNvSpPr/>
          <p:nvPr/>
        </p:nvSpPr>
        <p:spPr>
          <a:xfrm>
            <a:off x="7781544" y="373075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" name="Icon check_circle"/>
          <p:cNvSpPr/>
          <p:nvPr/>
        </p:nvSpPr>
        <p:spPr>
          <a:xfrm>
            <a:off x="7781544" y="423367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24" name="Connector 23"/>
          <p:cNvCxnSpPr/>
          <p:nvPr/>
        </p:nvCxnSpPr>
        <p:spPr>
          <a:xfrm>
            <a:off x="7836408" y="4882896"/>
            <a:ext cx="182880" cy="0"/>
          </a:xfrm>
          <a:prstGeom prst="line">
            <a:avLst/>
          </a:prstGeom>
          <a:ln w="12700">
            <a:solidFill>
              <a:schemeClr val="tx2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9360408" y="1325880"/>
            <a:ext cx="2499360" cy="397763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60408" y="1325880"/>
            <a:ext cx="249936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43288" y="164592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Package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3288" y="201168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accent1"/>
                </a:solidFill>
              </a:rPr>
              <a:t>€[price]</a:t>
            </a:r>
          </a:p>
        </p:txBody>
      </p:sp>
      <p:sp>
        <p:nvSpPr>
          <p:cNvPr id="29" name="Icon check_circle"/>
          <p:cNvSpPr/>
          <p:nvPr/>
        </p:nvSpPr>
        <p:spPr>
          <a:xfrm>
            <a:off x="10463784" y="272491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0" name="Icon check_circle"/>
          <p:cNvSpPr/>
          <p:nvPr/>
        </p:nvSpPr>
        <p:spPr>
          <a:xfrm>
            <a:off x="10463784" y="322783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1" name="Icon check_circle"/>
          <p:cNvSpPr/>
          <p:nvPr/>
        </p:nvSpPr>
        <p:spPr>
          <a:xfrm>
            <a:off x="10463784" y="373075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2" name="Icon check_circle"/>
          <p:cNvSpPr/>
          <p:nvPr/>
        </p:nvSpPr>
        <p:spPr>
          <a:xfrm>
            <a:off x="10463784" y="423367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3" name="Icon check_circle"/>
          <p:cNvSpPr/>
          <p:nvPr/>
        </p:nvSpPr>
        <p:spPr>
          <a:xfrm>
            <a:off x="10463784" y="473659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4" name="TextBox 33"/>
          <p:cNvSpPr txBox="1"/>
          <p:nvPr/>
        </p:nvSpPr>
        <p:spPr>
          <a:xfrm>
            <a:off x="338328" y="265176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 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8328" y="3127248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338328" y="315468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 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8328" y="3630168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338328" y="365760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 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38328" y="4133087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338328" y="416052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 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38328" y="4636008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338328" y="466344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 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38328" y="5138927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Proposal | Fees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40156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94560"/>
                <a:gridCol w="4206240"/>
                <a:gridCol w="1463040"/>
                <a:gridCol w="1828800"/>
                <a:gridCol w="1828800"/>
              </a:tblGrid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Phase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Services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Days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Fee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Billing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Phase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[Services]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€[0]k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[Fixed / T&amp;M]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Phase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[Services]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€[0]k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[Fixed / T&amp;M]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Phase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[Services]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€[0]k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[Fixed / T&amp;M]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Phase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[Services]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€[0]k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[Fixed / T&amp;M]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Total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€[0]k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Proposal | Payment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2834640"/>
            <a:ext cx="11521440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7" name="Oval 6"/>
          <p:cNvSpPr/>
          <p:nvPr/>
        </p:nvSpPr>
        <p:spPr>
          <a:xfrm>
            <a:off x="338328" y="2651760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46304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19456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3200400"/>
            <a:ext cx="20756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Trigger for payment</a:t>
            </a:r>
          </a:p>
        </p:txBody>
      </p:sp>
      <p:sp>
        <p:nvSpPr>
          <p:cNvPr id="11" name="Oval 10"/>
          <p:cNvSpPr/>
          <p:nvPr/>
        </p:nvSpPr>
        <p:spPr>
          <a:xfrm>
            <a:off x="2642616" y="265176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146304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219456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Milestone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3200400"/>
            <a:ext cx="20756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Trigger for payment</a:t>
            </a:r>
          </a:p>
        </p:txBody>
      </p:sp>
      <p:sp>
        <p:nvSpPr>
          <p:cNvPr id="15" name="Oval 14"/>
          <p:cNvSpPr/>
          <p:nvPr/>
        </p:nvSpPr>
        <p:spPr>
          <a:xfrm>
            <a:off x="4946904" y="265176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6904" y="146304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19456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Milestone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3200400"/>
            <a:ext cx="20756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Trigger for payment</a:t>
            </a:r>
          </a:p>
        </p:txBody>
      </p:sp>
      <p:sp>
        <p:nvSpPr>
          <p:cNvPr id="19" name="Oval 18"/>
          <p:cNvSpPr/>
          <p:nvPr/>
        </p:nvSpPr>
        <p:spPr>
          <a:xfrm>
            <a:off x="7251192" y="265176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146304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19456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Milestone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3200400"/>
            <a:ext cx="20756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Trigger for payment</a:t>
            </a:r>
          </a:p>
        </p:txBody>
      </p:sp>
      <p:sp>
        <p:nvSpPr>
          <p:cNvPr id="23" name="Oval 22"/>
          <p:cNvSpPr/>
          <p:nvPr/>
        </p:nvSpPr>
        <p:spPr>
          <a:xfrm>
            <a:off x="9555480" y="265176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46304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19456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Milestone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200400"/>
            <a:ext cx="20756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Trigger for payment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" y="4114800"/>
            <a:ext cx="1152144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" y="420624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Payment terms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Billing of time &amp; material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Travel expenses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Proposal | Mutual action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754880"/>
                <a:gridCol w="3474720"/>
                <a:gridCol w="1463040"/>
                <a:gridCol w="1828800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Step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Step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[Customer / Körber]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Step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[Customer / Körber]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Step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[Customer / Körber]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Step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[Customer / Körber]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Step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[Customer / Körber]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Step 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[Customer / Körber]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10168128" y="207568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2448" y="1901952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Done</a:t>
            </a:r>
          </a:p>
        </p:txBody>
      </p:sp>
      <p:sp>
        <p:nvSpPr>
          <p:cNvPr id="9" name="Oval 8"/>
          <p:cNvSpPr/>
          <p:nvPr/>
        </p:nvSpPr>
        <p:spPr>
          <a:xfrm>
            <a:off x="10168128" y="260604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2448" y="2432304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Done</a:t>
            </a:r>
          </a:p>
        </p:txBody>
      </p:sp>
      <p:sp>
        <p:nvSpPr>
          <p:cNvPr id="11" name="Oval 10"/>
          <p:cNvSpPr/>
          <p:nvPr/>
        </p:nvSpPr>
        <p:spPr>
          <a:xfrm>
            <a:off x="10168128" y="3136391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42448" y="2962656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In progress</a:t>
            </a:r>
          </a:p>
        </p:txBody>
      </p:sp>
      <p:sp>
        <p:nvSpPr>
          <p:cNvPr id="13" name="Oval 12"/>
          <p:cNvSpPr/>
          <p:nvPr/>
        </p:nvSpPr>
        <p:spPr>
          <a:xfrm>
            <a:off x="10168128" y="3666744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42448" y="3493008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Open</a:t>
            </a:r>
          </a:p>
        </p:txBody>
      </p:sp>
      <p:sp>
        <p:nvSpPr>
          <p:cNvPr id="15" name="Oval 14"/>
          <p:cNvSpPr/>
          <p:nvPr/>
        </p:nvSpPr>
        <p:spPr>
          <a:xfrm>
            <a:off x="10168128" y="4197096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2448" y="4023360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Open</a:t>
            </a:r>
          </a:p>
        </p:txBody>
      </p:sp>
      <p:sp>
        <p:nvSpPr>
          <p:cNvPr id="17" name="Oval 16"/>
          <p:cNvSpPr/>
          <p:nvPr/>
        </p:nvSpPr>
        <p:spPr>
          <a:xfrm>
            <a:off x="10168128" y="4727448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8" y="4553712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Open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References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References |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57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Project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146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Result in one 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7160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98848" y="160020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057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Project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146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Result in one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2168" y="137160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30768" y="160020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057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Project 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5146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Result in one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47472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70332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Segment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160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Project title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6177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Result in one 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347472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98848" y="370332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160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Project title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6177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Result in one 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2168" y="347472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30768" y="370332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Segment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160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Project title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6177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Result in one line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References | Case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Customer: [anonymised description]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pic>
        <p:nvPicPr>
          <p:cNvPr id="6" name="Picture 5" descr="image21.jpeg"/>
          <p:cNvPicPr>
            <a:picLocks noChangeAspect="1"/>
          </p:cNvPicPr>
          <p:nvPr/>
        </p:nvPicPr>
        <p:blipFill>
          <a:blip r:embed="rId3"/>
          <a:srcRect t="1202" b="1202"/>
          <a:stretch>
            <a:fillRect/>
          </a:stretch>
        </p:blipFill>
        <p:spPr>
          <a:xfrm>
            <a:off x="8229600" y="1325880"/>
            <a:ext cx="3630168" cy="39776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8328" y="1325880"/>
            <a:ext cx="2386584" cy="23774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50876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810512"/>
            <a:ext cx="2020824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3512" y="1325880"/>
            <a:ext cx="2386584" cy="23774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150876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1810512"/>
            <a:ext cx="2020824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68696" y="1325880"/>
            <a:ext cx="2386584" cy="2377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51576" y="150876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1576" y="1810512"/>
            <a:ext cx="2020824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Point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" y="3977639"/>
            <a:ext cx="2386584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8328" y="4087368"/>
            <a:ext cx="238658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4531867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Result KPI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53512" y="3977639"/>
            <a:ext cx="2386584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2953512" y="4087368"/>
            <a:ext cx="238658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0 weeks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4531867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Result KPI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68696" y="3977639"/>
            <a:ext cx="2386583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568696" y="4087368"/>
            <a:ext cx="238658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€0.0m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4531867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Result KPI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References | Case study with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Customer: [anonymised description]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67665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371600"/>
            <a:ext cx="4361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WHAT MADE THE DIFFERENCE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173736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1719072"/>
            <a:ext cx="3813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Success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2103120"/>
            <a:ext cx="38130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88036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862072"/>
            <a:ext cx="3813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Success 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246120"/>
            <a:ext cx="38130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402336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005072"/>
            <a:ext cx="3813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Success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389120"/>
            <a:ext cx="38130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References | Customer logos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Sticker"/>
          <p:cNvSpPr/>
          <p:nvPr/>
        </p:nvSpPr>
        <p:spPr>
          <a:xfrm>
            <a:off x="10355580" y="713232"/>
            <a:ext cx="1504188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APPROVAL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4630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7268" y="14630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630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5148" y="14630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28346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7268" y="28346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8346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5148" y="28346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42062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7268" y="42062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42062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5148" y="42062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3"/>
                </a:solidFill>
              </a:rPr>
              <a:t>[Logo]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Kick-off &amp;</a:t>
            </a:r>
          </a:p>
          <a:p>
            <a:r>
              <a:t>ways of</a:t>
            </a:r>
          </a:p>
          <a:p>
            <a:r>
              <a:t>working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Kick-off | Objectives and success criteria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37" cy="27432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344149"/>
                <a:gridCol w="2455388"/>
                <a:gridCol w="1511008"/>
                <a:gridCol w="1511008"/>
                <a:gridCol w="1699884"/>
              </a:tblGrid>
              <a:tr h="4114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Objective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KPI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By when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Objective 1 in one line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[KPI]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600" b="0" i="0">
                          <a:solidFill>
                            <a:schemeClr val="accent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[MM/YYYY]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Objective 2 in one line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[KPI]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600" b="0" i="0">
                          <a:solidFill>
                            <a:schemeClr val="accent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[MM/YYYY]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Objective 3 in one line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[KPI]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600" b="0" i="0">
                          <a:solidFill>
                            <a:schemeClr val="accent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[MM/YYYY]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Kick-off | Team and contacts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team and contacts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8404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1680"/>
                <a:gridCol w="2011680"/>
                <a:gridCol w="1737360"/>
                <a:gridCol w="2560320"/>
                <a:gridCol w="1645920"/>
                <a:gridCol w="1554480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Role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Name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Organisation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E-mail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Phone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Availability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Sponsor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[Customer]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[e-mail]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[phone]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[% / days]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Project lead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[Customer]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[e-mail]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[phone]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[% / days]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Project lead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[e-mail]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[phone]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[% / days]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Workstream lead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[Customer]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[e-mail]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[phone]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[% / days]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Workstream lead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[e-mail]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[phone]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[% / days]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Expert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[e-mail]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[phone]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[% / days]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Kick-off | Ways of working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 rules for working together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37160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con handshake"/>
          <p:cNvSpPr/>
          <p:nvPr/>
        </p:nvSpPr>
        <p:spPr>
          <a:xfrm>
            <a:off x="457382" y="149065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808" y="79769"/>
                </a:moveTo>
                <a:quadBezTo>
                  <a:pt x="47592" y="79769"/>
                  <a:pt x="48415" y="79415"/>
                </a:quadBezTo>
                <a:quadBezTo>
                  <a:pt x="49238" y="79062"/>
                  <a:pt x="49746" y="78554"/>
                </a:quadBezTo>
                <a:lnTo>
                  <a:pt x="80931" y="47369"/>
                </a:lnTo>
                <a:quadBezTo>
                  <a:pt x="82438" y="45862"/>
                  <a:pt x="83258" y="44285"/>
                </a:quadBezTo>
                <a:quadBezTo>
                  <a:pt x="84077" y="42708"/>
                  <a:pt x="84077" y="40823"/>
                </a:quadBezTo>
                <a:quadBezTo>
                  <a:pt x="84077" y="38915"/>
                  <a:pt x="83258" y="37119"/>
                </a:quadBezTo>
                <a:quadBezTo>
                  <a:pt x="82438" y="35323"/>
                  <a:pt x="80931" y="33838"/>
                </a:quadBezTo>
                <a:lnTo>
                  <a:pt x="65931" y="18838"/>
                </a:lnTo>
                <a:quadBezTo>
                  <a:pt x="64446" y="17331"/>
                  <a:pt x="62881" y="16627"/>
                </a:quadBezTo>
                <a:quadBezTo>
                  <a:pt x="61315" y="15923"/>
                  <a:pt x="59408" y="15923"/>
                </a:quadBezTo>
                <a:quadBezTo>
                  <a:pt x="57523" y="15923"/>
                  <a:pt x="55908" y="16627"/>
                </a:quadBezTo>
                <a:quadBezTo>
                  <a:pt x="54292" y="17331"/>
                  <a:pt x="52862" y="18838"/>
                </a:quadBezTo>
                <a:lnTo>
                  <a:pt x="49377" y="22323"/>
                </a:lnTo>
                <a:lnTo>
                  <a:pt x="56777" y="29746"/>
                </a:lnTo>
                <a:quadBezTo>
                  <a:pt x="57969" y="30915"/>
                  <a:pt x="58554" y="32408"/>
                </a:quadBezTo>
                <a:quadBezTo>
                  <a:pt x="59138" y="33900"/>
                  <a:pt x="59138" y="35438"/>
                </a:quadBezTo>
                <a:quadBezTo>
                  <a:pt x="59138" y="38562"/>
                  <a:pt x="57096" y="40604"/>
                </a:quadBezTo>
                <a:quadBezTo>
                  <a:pt x="55054" y="42646"/>
                  <a:pt x="51931" y="42646"/>
                </a:quadBezTo>
                <a:quadBezTo>
                  <a:pt x="50392" y="42646"/>
                  <a:pt x="48927" y="42177"/>
                </a:quadBezTo>
                <a:quadBezTo>
                  <a:pt x="47462" y="41708"/>
                  <a:pt x="46292" y="40538"/>
                </a:quadBezTo>
                <a:lnTo>
                  <a:pt x="38638" y="32908"/>
                </a:lnTo>
                <a:lnTo>
                  <a:pt x="21369" y="50177"/>
                </a:lnTo>
                <a:quadBezTo>
                  <a:pt x="20762" y="50785"/>
                  <a:pt x="20458" y="51558"/>
                </a:quadBezTo>
                <a:quadBezTo>
                  <a:pt x="20154" y="52331"/>
                  <a:pt x="20154" y="53115"/>
                </a:quadBezTo>
                <a:quadBezTo>
                  <a:pt x="20154" y="54531"/>
                  <a:pt x="21062" y="55450"/>
                </a:quadBezTo>
                <a:quadBezTo>
                  <a:pt x="21969" y="56369"/>
                  <a:pt x="23385" y="56369"/>
                </a:quadBezTo>
                <a:quadBezTo>
                  <a:pt x="24169" y="56369"/>
                  <a:pt x="24992" y="56015"/>
                </a:quadBezTo>
                <a:quadBezTo>
                  <a:pt x="25815" y="55662"/>
                  <a:pt x="26323" y="55154"/>
                </a:quadBezTo>
                <a:lnTo>
                  <a:pt x="39000" y="42477"/>
                </a:lnTo>
                <a:lnTo>
                  <a:pt x="41831" y="45308"/>
                </a:lnTo>
                <a:lnTo>
                  <a:pt x="29177" y="57985"/>
                </a:lnTo>
                <a:quadBezTo>
                  <a:pt x="28569" y="58592"/>
                  <a:pt x="28265" y="59365"/>
                </a:quadBezTo>
                <a:quadBezTo>
                  <a:pt x="27962" y="60138"/>
                  <a:pt x="27962" y="60923"/>
                </a:quadBezTo>
                <a:quadBezTo>
                  <a:pt x="27962" y="62262"/>
                  <a:pt x="28908" y="63208"/>
                </a:quadBezTo>
                <a:quadBezTo>
                  <a:pt x="29854" y="64154"/>
                  <a:pt x="31192" y="64154"/>
                </a:quadBezTo>
                <a:quadBezTo>
                  <a:pt x="31977" y="64154"/>
                  <a:pt x="32800" y="63800"/>
                </a:quadBezTo>
                <a:quadBezTo>
                  <a:pt x="33623" y="63446"/>
                  <a:pt x="34131" y="62938"/>
                </a:quadBezTo>
                <a:lnTo>
                  <a:pt x="47731" y="49362"/>
                </a:lnTo>
                <a:lnTo>
                  <a:pt x="50562" y="52192"/>
                </a:lnTo>
                <a:lnTo>
                  <a:pt x="36985" y="65792"/>
                </a:lnTo>
                <a:quadBezTo>
                  <a:pt x="36454" y="66300"/>
                  <a:pt x="36112" y="67123"/>
                </a:quadBezTo>
                <a:quadBezTo>
                  <a:pt x="35769" y="67946"/>
                  <a:pt x="35769" y="68731"/>
                </a:quadBezTo>
                <a:quadBezTo>
                  <a:pt x="35769" y="70069"/>
                  <a:pt x="36715" y="71015"/>
                </a:quadBezTo>
                <a:quadBezTo>
                  <a:pt x="37662" y="71962"/>
                  <a:pt x="39000" y="71962"/>
                </a:quadBezTo>
                <a:quadBezTo>
                  <a:pt x="39785" y="71962"/>
                  <a:pt x="40558" y="71658"/>
                </a:quadBezTo>
                <a:quadBezTo>
                  <a:pt x="41331" y="71354"/>
                  <a:pt x="41938" y="70746"/>
                </a:quadBezTo>
                <a:lnTo>
                  <a:pt x="55538" y="57169"/>
                </a:lnTo>
                <a:lnTo>
                  <a:pt x="58369" y="60000"/>
                </a:lnTo>
                <a:lnTo>
                  <a:pt x="44769" y="73600"/>
                </a:lnTo>
                <a:quadBezTo>
                  <a:pt x="44162" y="74208"/>
                  <a:pt x="43858" y="75058"/>
                </a:quadBezTo>
                <a:quadBezTo>
                  <a:pt x="43554" y="75908"/>
                  <a:pt x="43554" y="76615"/>
                </a:quadBezTo>
                <a:quadBezTo>
                  <a:pt x="43554" y="78031"/>
                  <a:pt x="44550" y="78900"/>
                </a:quadBezTo>
                <a:quadBezTo>
                  <a:pt x="45546" y="79769"/>
                  <a:pt x="46808" y="79769"/>
                </a:quadBezTo>
                <a:close/>
                <a:moveTo>
                  <a:pt x="46785" y="83769"/>
                </a:moveTo>
                <a:quadBezTo>
                  <a:pt x="43700" y="83769"/>
                  <a:pt x="41504" y="81512"/>
                </a:quadBezTo>
                <a:quadBezTo>
                  <a:pt x="39308" y="79254"/>
                  <a:pt x="39577" y="75938"/>
                </a:quadBezTo>
                <a:quadBezTo>
                  <a:pt x="36177" y="75977"/>
                  <a:pt x="33915" y="73908"/>
                </a:quadBezTo>
                <a:quadBezTo>
                  <a:pt x="31654" y="71838"/>
                  <a:pt x="31769" y="68131"/>
                </a:quadBezTo>
                <a:quadBezTo>
                  <a:pt x="28062" y="68169"/>
                  <a:pt x="25927" y="66012"/>
                </a:quadBezTo>
                <a:quadBezTo>
                  <a:pt x="23792" y="63854"/>
                  <a:pt x="23985" y="60323"/>
                </a:quadBezTo>
                <a:quadBezTo>
                  <a:pt x="20646" y="60362"/>
                  <a:pt x="18400" y="58446"/>
                </a:quadBezTo>
                <a:quadBezTo>
                  <a:pt x="16154" y="56531"/>
                  <a:pt x="16154" y="53115"/>
                </a:quadBezTo>
                <a:quadBezTo>
                  <a:pt x="16154" y="51577"/>
                  <a:pt x="16750" y="50035"/>
                </a:quadBezTo>
                <a:quadBezTo>
                  <a:pt x="17346" y="48492"/>
                  <a:pt x="18515" y="47323"/>
                </a:quadBezTo>
                <a:lnTo>
                  <a:pt x="38638" y="27223"/>
                </a:lnTo>
                <a:lnTo>
                  <a:pt x="48969" y="37554"/>
                </a:lnTo>
                <a:quadBezTo>
                  <a:pt x="49477" y="38085"/>
                  <a:pt x="50223" y="38427"/>
                </a:quadBezTo>
                <a:quadBezTo>
                  <a:pt x="50969" y="38769"/>
                  <a:pt x="51908" y="38769"/>
                </a:quadBezTo>
                <a:quadBezTo>
                  <a:pt x="53192" y="38769"/>
                  <a:pt x="54177" y="37873"/>
                </a:quadBezTo>
                <a:quadBezTo>
                  <a:pt x="55162" y="36977"/>
                  <a:pt x="55162" y="35538"/>
                </a:quadBezTo>
                <a:quadBezTo>
                  <a:pt x="55162" y="34600"/>
                  <a:pt x="54819" y="33854"/>
                </a:quadBezTo>
                <a:quadBezTo>
                  <a:pt x="54477" y="33108"/>
                  <a:pt x="53946" y="32600"/>
                </a:quadBezTo>
                <a:lnTo>
                  <a:pt x="40185" y="18838"/>
                </a:lnTo>
                <a:quadBezTo>
                  <a:pt x="38700" y="17331"/>
                  <a:pt x="37096" y="16627"/>
                </a:quadBezTo>
                <a:quadBezTo>
                  <a:pt x="35492" y="15923"/>
                  <a:pt x="33585" y="15923"/>
                </a:quadBezTo>
                <a:quadBezTo>
                  <a:pt x="31700" y="15923"/>
                  <a:pt x="30162" y="16627"/>
                </a:quadBezTo>
                <a:quadBezTo>
                  <a:pt x="28623" y="17331"/>
                  <a:pt x="27115" y="18838"/>
                </a:quadBezTo>
                <a:lnTo>
                  <a:pt x="14938" y="31038"/>
                </a:lnTo>
                <a:quadBezTo>
                  <a:pt x="13654" y="32323"/>
                  <a:pt x="12862" y="34100"/>
                </a:quadBezTo>
                <a:quadBezTo>
                  <a:pt x="12069" y="35877"/>
                  <a:pt x="12023" y="37769"/>
                </a:quadBezTo>
                <a:quadBezTo>
                  <a:pt x="11977" y="39123"/>
                  <a:pt x="12254" y="40373"/>
                </a:quadBezTo>
                <a:quadBezTo>
                  <a:pt x="12531" y="41623"/>
                  <a:pt x="13131" y="42723"/>
                </a:quadBezTo>
                <a:lnTo>
                  <a:pt x="10100" y="45754"/>
                </a:lnTo>
                <a:quadBezTo>
                  <a:pt x="9092" y="44146"/>
                  <a:pt x="8523" y="42050"/>
                </a:quadBezTo>
                <a:quadBezTo>
                  <a:pt x="7954" y="39954"/>
                  <a:pt x="8000" y="37769"/>
                </a:quadBezTo>
                <a:quadBezTo>
                  <a:pt x="8046" y="35046"/>
                  <a:pt x="9092" y="32550"/>
                </a:quadBezTo>
                <a:quadBezTo>
                  <a:pt x="10138" y="30054"/>
                  <a:pt x="12085" y="28108"/>
                </a:quadBezTo>
                <a:lnTo>
                  <a:pt x="24185" y="16008"/>
                </a:lnTo>
                <a:quadBezTo>
                  <a:pt x="26277" y="13938"/>
                  <a:pt x="28612" y="12931"/>
                </a:quadBezTo>
                <a:quadBezTo>
                  <a:pt x="30946" y="11923"/>
                  <a:pt x="33662" y="11923"/>
                </a:quadBezTo>
                <a:quadBezTo>
                  <a:pt x="36377" y="11923"/>
                  <a:pt x="38673" y="12931"/>
                </a:quadBezTo>
                <a:quadBezTo>
                  <a:pt x="40969" y="13938"/>
                  <a:pt x="43038" y="16008"/>
                </a:quadBezTo>
                <a:lnTo>
                  <a:pt x="46523" y="19492"/>
                </a:lnTo>
                <a:lnTo>
                  <a:pt x="50008" y="16008"/>
                </a:lnTo>
                <a:quadBezTo>
                  <a:pt x="52100" y="13938"/>
                  <a:pt x="54396" y="12931"/>
                </a:quadBezTo>
                <a:quadBezTo>
                  <a:pt x="56692" y="11923"/>
                  <a:pt x="59408" y="11923"/>
                </a:quadBezTo>
                <a:quadBezTo>
                  <a:pt x="62123" y="11923"/>
                  <a:pt x="64458" y="12931"/>
                </a:quadBezTo>
                <a:quadBezTo>
                  <a:pt x="66792" y="13938"/>
                  <a:pt x="68862" y="16008"/>
                </a:quadBezTo>
                <a:lnTo>
                  <a:pt x="83762" y="30908"/>
                </a:lnTo>
                <a:quadBezTo>
                  <a:pt x="85831" y="32977"/>
                  <a:pt x="86954" y="35554"/>
                </a:quadBezTo>
                <a:quadBezTo>
                  <a:pt x="88077" y="38131"/>
                  <a:pt x="88077" y="40846"/>
                </a:quadBezTo>
                <a:quadBezTo>
                  <a:pt x="88077" y="43562"/>
                  <a:pt x="86954" y="45858"/>
                </a:quadBezTo>
                <a:quadBezTo>
                  <a:pt x="85831" y="48154"/>
                  <a:pt x="83762" y="50223"/>
                </a:quadBezTo>
                <a:lnTo>
                  <a:pt x="52577" y="81385"/>
                </a:lnTo>
                <a:quadBezTo>
                  <a:pt x="51331" y="82631"/>
                  <a:pt x="49865" y="83200"/>
                </a:quadBezTo>
                <a:quadBezTo>
                  <a:pt x="48400" y="83769"/>
                  <a:pt x="46785" y="83769"/>
                </a:quadBezTo>
                <a:close/>
                <a:moveTo>
                  <a:pt x="33962" y="3330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1115568" y="148132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One team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14884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228600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Joint teams, shared goals, no “us and them”.</a:t>
            </a:r>
          </a:p>
        </p:txBody>
      </p:sp>
      <p:sp>
        <p:nvSpPr>
          <p:cNvPr id="11" name="Oval 10"/>
          <p:cNvSpPr/>
          <p:nvPr/>
        </p:nvSpPr>
        <p:spPr>
          <a:xfrm>
            <a:off x="4331208" y="137160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Icon schedule"/>
          <p:cNvSpPr/>
          <p:nvPr/>
        </p:nvSpPr>
        <p:spPr>
          <a:xfrm>
            <a:off x="4450262" y="149065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2585" y="65415"/>
                </a:moveTo>
                <a:lnTo>
                  <a:pt x="65415" y="62585"/>
                </a:lnTo>
                <a:lnTo>
                  <a:pt x="50000" y="47167"/>
                </a:lnTo>
                <a:lnTo>
                  <a:pt x="50000" y="28000"/>
                </a:lnTo>
                <a:lnTo>
                  <a:pt x="46000" y="28000"/>
                </a:lnTo>
                <a:lnTo>
                  <a:pt x="46000" y="48831"/>
                </a:lnTo>
                <a:lnTo>
                  <a:pt x="62585" y="65415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48000"/>
                </a:moveTo>
                <a:close/>
                <a:moveTo>
                  <a:pt x="48000" y="80000"/>
                </a:move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34700"/>
                  <a:pt x="70650" y="25350"/>
                </a:quadBezTo>
                <a:quadBezTo>
                  <a:pt x="61300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108448" y="148132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Fast decisions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31208" y="214884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331208" y="228600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Decisions within [x] working days.</a:t>
            </a:r>
          </a:p>
        </p:txBody>
      </p:sp>
      <p:sp>
        <p:nvSpPr>
          <p:cNvPr id="16" name="Oval 15"/>
          <p:cNvSpPr/>
          <p:nvPr/>
        </p:nvSpPr>
        <p:spPr>
          <a:xfrm>
            <a:off x="8324088" y="137160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 visibility"/>
          <p:cNvSpPr/>
          <p:nvPr/>
        </p:nvSpPr>
        <p:spPr>
          <a:xfrm>
            <a:off x="8443142" y="149065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8" y="60615"/>
                </a:moveTo>
                <a:quadBezTo>
                  <a:pt x="54115" y="60615"/>
                  <a:pt x="58365" y="56347"/>
                </a:quadBezTo>
                <a:quadBezTo>
                  <a:pt x="62615" y="52079"/>
                  <a:pt x="62615" y="45982"/>
                </a:quadBezTo>
                <a:quadBezTo>
                  <a:pt x="62615" y="39885"/>
                  <a:pt x="58347" y="35635"/>
                </a:quadBezTo>
                <a:quadBezTo>
                  <a:pt x="54079" y="31385"/>
                  <a:pt x="47982" y="31385"/>
                </a:quadBezTo>
                <a:quadBezTo>
                  <a:pt x="41885" y="31385"/>
                  <a:pt x="37635" y="35653"/>
                </a:quadBezTo>
                <a:quadBezTo>
                  <a:pt x="33385" y="39921"/>
                  <a:pt x="33385" y="46018"/>
                </a:quadBezTo>
                <a:quadBezTo>
                  <a:pt x="33385" y="52115"/>
                  <a:pt x="37653" y="56365"/>
                </a:quadBezTo>
                <a:quadBezTo>
                  <a:pt x="41921" y="60615"/>
                  <a:pt x="48018" y="60615"/>
                </a:quadBezTo>
                <a:close/>
                <a:moveTo>
                  <a:pt x="48000" y="56800"/>
                </a:moveTo>
                <a:quadBezTo>
                  <a:pt x="43500" y="56800"/>
                  <a:pt x="40350" y="53650"/>
                </a:quadBezTo>
                <a:quadBezTo>
                  <a:pt x="37200" y="50500"/>
                  <a:pt x="37200" y="46000"/>
                </a:quadBezTo>
                <a:quadBezTo>
                  <a:pt x="37200" y="41500"/>
                  <a:pt x="40350" y="38350"/>
                </a:quadBezTo>
                <a:quadBezTo>
                  <a:pt x="43500" y="35200"/>
                  <a:pt x="48000" y="35200"/>
                </a:quadBezTo>
                <a:quadBezTo>
                  <a:pt x="52500" y="35200"/>
                  <a:pt x="55650" y="38350"/>
                </a:quadBezTo>
                <a:quadBezTo>
                  <a:pt x="58800" y="41500"/>
                  <a:pt x="58800" y="46000"/>
                </a:quadBezTo>
                <a:quadBezTo>
                  <a:pt x="58800" y="50500"/>
                  <a:pt x="55650" y="53650"/>
                </a:quadBezTo>
                <a:quadBezTo>
                  <a:pt x="52500" y="56800"/>
                  <a:pt x="48000" y="56800"/>
                </a:quadBezTo>
                <a:close/>
                <a:moveTo>
                  <a:pt x="48011" y="72000"/>
                </a:moveTo>
                <a:quadBezTo>
                  <a:pt x="35015" y="72000"/>
                  <a:pt x="24323" y="64927"/>
                </a:quadBezTo>
                <a:quadBezTo>
                  <a:pt x="13631" y="57854"/>
                  <a:pt x="8308" y="46000"/>
                </a:quadBezTo>
                <a:quadBezTo>
                  <a:pt x="13631" y="34146"/>
                  <a:pt x="24312" y="27073"/>
                </a:quadBezTo>
                <a:quadBezTo>
                  <a:pt x="34993" y="20000"/>
                  <a:pt x="47989" y="20000"/>
                </a:quadBezTo>
                <a:quadBezTo>
                  <a:pt x="60985" y="20000"/>
                  <a:pt x="71677" y="27073"/>
                </a:quadBezTo>
                <a:quadBezTo>
                  <a:pt x="82369" y="34146"/>
                  <a:pt x="87692" y="46000"/>
                </a:quadBezTo>
                <a:quadBezTo>
                  <a:pt x="82369" y="57854"/>
                  <a:pt x="71688" y="64927"/>
                </a:quadBezTo>
                <a:quadBezTo>
                  <a:pt x="61007" y="72000"/>
                  <a:pt x="48011" y="72000"/>
                </a:quadBezTo>
                <a:close/>
                <a:moveTo>
                  <a:pt x="48000" y="46000"/>
                </a:moveTo>
                <a:close/>
                <a:moveTo>
                  <a:pt x="48000" y="68000"/>
                </a:moveTo>
                <a:quadBezTo>
                  <a:pt x="59300" y="68000"/>
                  <a:pt x="68750" y="62050"/>
                </a:quadBezTo>
                <a:quadBezTo>
                  <a:pt x="78200" y="56100"/>
                  <a:pt x="83200" y="46000"/>
                </a:quadBezTo>
                <a:quadBezTo>
                  <a:pt x="78200" y="35900"/>
                  <a:pt x="68750" y="29950"/>
                </a:quadBezTo>
                <a:quadBezTo>
                  <a:pt x="59300" y="24000"/>
                  <a:pt x="48000" y="24000"/>
                </a:quadBezTo>
                <a:quadBezTo>
                  <a:pt x="36700" y="24000"/>
                  <a:pt x="27250" y="29950"/>
                </a:quadBezTo>
                <a:quadBezTo>
                  <a:pt x="17800" y="35900"/>
                  <a:pt x="12800" y="46000"/>
                </a:quadBezTo>
                <a:quadBezTo>
                  <a:pt x="17800" y="56100"/>
                  <a:pt x="27250" y="62050"/>
                </a:quadBezTo>
                <a:quadBezTo>
                  <a:pt x="36700" y="68000"/>
                  <a:pt x="48000" y="68000"/>
                </a:quad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9101328" y="148132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Transparency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4088" y="214884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324088" y="228600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Risks and issues are raised early and openly.</a:t>
            </a:r>
          </a:p>
        </p:txBody>
      </p:sp>
      <p:sp>
        <p:nvSpPr>
          <p:cNvPr id="21" name="Oval 20"/>
          <p:cNvSpPr/>
          <p:nvPr/>
        </p:nvSpPr>
        <p:spPr>
          <a:xfrm>
            <a:off x="338328" y="333756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con folder"/>
          <p:cNvSpPr/>
          <p:nvPr/>
        </p:nvSpPr>
        <p:spPr>
          <a:xfrm>
            <a:off x="457382" y="345661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462" y="76000"/>
                </a:moveTo>
                <a:quadBezTo>
                  <a:pt x="15700" y="76000"/>
                  <a:pt x="13850" y="74150"/>
                </a:quadBezTo>
                <a:quadBezTo>
                  <a:pt x="12000" y="72300"/>
                  <a:pt x="12000" y="69538"/>
                </a:quadBezTo>
                <a:lnTo>
                  <a:pt x="12000" y="26462"/>
                </a:lnTo>
                <a:quadBezTo>
                  <a:pt x="12000" y="23700"/>
                  <a:pt x="13850" y="21850"/>
                </a:quadBezTo>
                <a:quadBezTo>
                  <a:pt x="15700" y="20000"/>
                  <a:pt x="18462" y="20000"/>
                </a:quadBezTo>
                <a:lnTo>
                  <a:pt x="38385" y="20000"/>
                </a:lnTo>
                <a:lnTo>
                  <a:pt x="46385" y="28000"/>
                </a:lnTo>
                <a:lnTo>
                  <a:pt x="77538" y="28000"/>
                </a:lnTo>
                <a:quadBezTo>
                  <a:pt x="80300" y="28000"/>
                  <a:pt x="82150" y="29850"/>
                </a:quadBezTo>
                <a:quadBezTo>
                  <a:pt x="84000" y="31700"/>
                  <a:pt x="84000" y="34462"/>
                </a:quadBezTo>
                <a:lnTo>
                  <a:pt x="84000" y="69538"/>
                </a:lnTo>
                <a:quadBezTo>
                  <a:pt x="84000" y="72300"/>
                  <a:pt x="82150" y="74150"/>
                </a:quadBezTo>
                <a:quadBezTo>
                  <a:pt x="80300" y="76000"/>
                  <a:pt x="77538" y="76000"/>
                </a:quadBezTo>
                <a:lnTo>
                  <a:pt x="18462" y="76000"/>
                </a:lnTo>
                <a:close/>
                <a:moveTo>
                  <a:pt x="18462" y="72000"/>
                </a:moveTo>
                <a:lnTo>
                  <a:pt x="77538" y="72000"/>
                </a:lnTo>
                <a:quadBezTo>
                  <a:pt x="78615" y="72000"/>
                  <a:pt x="79308" y="71308"/>
                </a:quadBezTo>
                <a:quadBezTo>
                  <a:pt x="80000" y="70615"/>
                  <a:pt x="80000" y="69538"/>
                </a:quadBezTo>
                <a:lnTo>
                  <a:pt x="80000" y="34462"/>
                </a:lnTo>
                <a:quadBezTo>
                  <a:pt x="80000" y="33385"/>
                  <a:pt x="79308" y="32692"/>
                </a:quadBezTo>
                <a:quadBezTo>
                  <a:pt x="78615" y="32000"/>
                  <a:pt x="77538" y="32000"/>
                </a:quadBezTo>
                <a:lnTo>
                  <a:pt x="44777" y="32000"/>
                </a:lnTo>
                <a:lnTo>
                  <a:pt x="36777" y="24000"/>
                </a:lnTo>
                <a:lnTo>
                  <a:pt x="18462" y="24000"/>
                </a:lnTo>
                <a:quadBezTo>
                  <a:pt x="17385" y="24000"/>
                  <a:pt x="16692" y="24692"/>
                </a:quadBezTo>
                <a:quadBezTo>
                  <a:pt x="16000" y="25385"/>
                  <a:pt x="16000" y="26462"/>
                </a:quadBezTo>
                <a:lnTo>
                  <a:pt x="16000" y="69538"/>
                </a:lnTo>
                <a:quadBezTo>
                  <a:pt x="16000" y="70615"/>
                  <a:pt x="16692" y="71308"/>
                </a:quadBezTo>
                <a:quadBezTo>
                  <a:pt x="17385" y="72000"/>
                  <a:pt x="18462" y="72000"/>
                </a:quadBezTo>
                <a:close/>
                <a:moveTo>
                  <a:pt x="16000" y="72000"/>
                </a:moveTo>
                <a:lnTo>
                  <a:pt x="16000" y="24000"/>
                </a:lnTo>
                <a:lnTo>
                  <a:pt x="16000" y="72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3" name="TextBox 22"/>
          <p:cNvSpPr txBox="1"/>
          <p:nvPr/>
        </p:nvSpPr>
        <p:spPr>
          <a:xfrm>
            <a:off x="1115568" y="344728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Single source of truth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8328" y="411480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338328" y="425196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All documents in [SharePoint / Teams].</a:t>
            </a:r>
          </a:p>
        </p:txBody>
      </p:sp>
      <p:sp>
        <p:nvSpPr>
          <p:cNvPr id="26" name="Oval 25"/>
          <p:cNvSpPr/>
          <p:nvPr/>
        </p:nvSpPr>
        <p:spPr>
          <a:xfrm>
            <a:off x="4331208" y="333756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Icon event"/>
          <p:cNvSpPr/>
          <p:nvPr/>
        </p:nvSpPr>
        <p:spPr>
          <a:xfrm>
            <a:off x="4450262" y="345661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9538" y="72000"/>
                </a:moveTo>
                <a:quadBezTo>
                  <a:pt x="56031" y="72000"/>
                  <a:pt x="53554" y="69523"/>
                </a:quadBezTo>
                <a:quadBezTo>
                  <a:pt x="51077" y="67046"/>
                  <a:pt x="51077" y="63538"/>
                </a:quadBezTo>
                <a:quadBezTo>
                  <a:pt x="51077" y="60031"/>
                  <a:pt x="53554" y="57554"/>
                </a:quadBezTo>
                <a:quadBezTo>
                  <a:pt x="56031" y="55077"/>
                  <a:pt x="59538" y="55077"/>
                </a:quadBezTo>
                <a:quadBezTo>
                  <a:pt x="63046" y="55077"/>
                  <a:pt x="65523" y="57554"/>
                </a:quadBezTo>
                <a:quadBezTo>
                  <a:pt x="68000" y="60031"/>
                  <a:pt x="68000" y="63538"/>
                </a:quadBezTo>
                <a:quadBezTo>
                  <a:pt x="68000" y="67046"/>
                  <a:pt x="65523" y="69523"/>
                </a:quadBezTo>
                <a:quadBezTo>
                  <a:pt x="63046" y="72000"/>
                  <a:pt x="59538" y="72000"/>
                </a:quadBezTo>
                <a:close/>
                <a:moveTo>
                  <a:pt x="22462" y="84000"/>
                </a:moveTo>
                <a:quadBezTo>
                  <a:pt x="19700" y="84000"/>
                  <a:pt x="17850" y="82150"/>
                </a:quadBezTo>
                <a:quadBezTo>
                  <a:pt x="16000" y="80300"/>
                  <a:pt x="16000" y="77538"/>
                </a:quadBezTo>
                <a:lnTo>
                  <a:pt x="16000" y="26462"/>
                </a:lnTo>
                <a:quadBezTo>
                  <a:pt x="16000" y="23700"/>
                  <a:pt x="17850" y="21850"/>
                </a:quadBezTo>
                <a:quadBezTo>
                  <a:pt x="19700" y="20000"/>
                  <a:pt x="22462" y="20000"/>
                </a:quadBezTo>
                <a:lnTo>
                  <a:pt x="29538" y="20000"/>
                </a:lnTo>
                <a:lnTo>
                  <a:pt x="29538" y="11077"/>
                </a:lnTo>
                <a:lnTo>
                  <a:pt x="33846" y="11077"/>
                </a:lnTo>
                <a:lnTo>
                  <a:pt x="33846" y="20000"/>
                </a:lnTo>
                <a:lnTo>
                  <a:pt x="62462" y="20000"/>
                </a:lnTo>
                <a:lnTo>
                  <a:pt x="62462" y="11077"/>
                </a:lnTo>
                <a:lnTo>
                  <a:pt x="66462" y="11077"/>
                </a:lnTo>
                <a:lnTo>
                  <a:pt x="66462" y="20000"/>
                </a:lnTo>
                <a:lnTo>
                  <a:pt x="73538" y="20000"/>
                </a:lnTo>
                <a:quadBezTo>
                  <a:pt x="76300" y="20000"/>
                  <a:pt x="78150" y="21850"/>
                </a:quadBezTo>
                <a:quadBezTo>
                  <a:pt x="80000" y="23700"/>
                  <a:pt x="80000" y="26462"/>
                </a:quadBezTo>
                <a:lnTo>
                  <a:pt x="80000" y="77538"/>
                </a:lnTo>
                <a:quadBezTo>
                  <a:pt x="80000" y="80300"/>
                  <a:pt x="78150" y="82150"/>
                </a:quadBezTo>
                <a:quadBezTo>
                  <a:pt x="76300" y="84000"/>
                  <a:pt x="73538" y="84000"/>
                </a:quadBezTo>
                <a:lnTo>
                  <a:pt x="22462" y="84000"/>
                </a:lnTo>
                <a:close/>
                <a:moveTo>
                  <a:pt x="22462" y="80000"/>
                </a:moveTo>
                <a:lnTo>
                  <a:pt x="73538" y="80000"/>
                </a:lnTo>
                <a:quadBezTo>
                  <a:pt x="74462" y="80000"/>
                  <a:pt x="75231" y="79231"/>
                </a:quadBezTo>
                <a:quadBezTo>
                  <a:pt x="76000" y="78462"/>
                  <a:pt x="76000" y="77538"/>
                </a:quadBezTo>
                <a:lnTo>
                  <a:pt x="76000" y="42462"/>
                </a:lnTo>
                <a:lnTo>
                  <a:pt x="20000" y="42462"/>
                </a:lnTo>
                <a:lnTo>
                  <a:pt x="20000" y="77538"/>
                </a:lnTo>
                <a:quadBezTo>
                  <a:pt x="20000" y="78462"/>
                  <a:pt x="20769" y="79231"/>
                </a:quadBezTo>
                <a:quadBezTo>
                  <a:pt x="21538" y="80000"/>
                  <a:pt x="22462" y="80000"/>
                </a:quadBezTo>
                <a:close/>
                <a:moveTo>
                  <a:pt x="20000" y="38461"/>
                </a:moveTo>
                <a:lnTo>
                  <a:pt x="76000" y="38461"/>
                </a:lnTo>
                <a:lnTo>
                  <a:pt x="76000" y="26462"/>
                </a:lnTo>
                <a:quadBezTo>
                  <a:pt x="76000" y="25538"/>
                  <a:pt x="75231" y="24769"/>
                </a:quadBezTo>
                <a:quadBezTo>
                  <a:pt x="74462" y="24000"/>
                  <a:pt x="73538" y="24000"/>
                </a:quadBezTo>
                <a:lnTo>
                  <a:pt x="22462" y="24000"/>
                </a:lnTo>
                <a:quadBezTo>
                  <a:pt x="21538" y="24000"/>
                  <a:pt x="20769" y="24769"/>
                </a:quadBezTo>
                <a:quadBezTo>
                  <a:pt x="20000" y="25538"/>
                  <a:pt x="20000" y="26462"/>
                </a:quadBezTo>
                <a:lnTo>
                  <a:pt x="20000" y="38461"/>
                </a:lnTo>
                <a:close/>
                <a:moveTo>
                  <a:pt x="20000" y="38461"/>
                </a:moveTo>
                <a:lnTo>
                  <a:pt x="20000" y="24000"/>
                </a:lnTo>
                <a:lnTo>
                  <a:pt x="20000" y="3846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8" name="TextBox 27"/>
          <p:cNvSpPr txBox="1"/>
          <p:nvPr/>
        </p:nvSpPr>
        <p:spPr>
          <a:xfrm>
            <a:off x="5108448" y="344728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Fixed rhythm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31208" y="411480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4331208" y="425196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Meetings follow the agreed calendar.</a:t>
            </a:r>
          </a:p>
        </p:txBody>
      </p:sp>
      <p:sp>
        <p:nvSpPr>
          <p:cNvPr id="31" name="Oval 30"/>
          <p:cNvSpPr/>
          <p:nvPr/>
        </p:nvSpPr>
        <p:spPr>
          <a:xfrm>
            <a:off x="8324088" y="333756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Icon school"/>
          <p:cNvSpPr/>
          <p:nvPr/>
        </p:nvSpPr>
        <p:spPr>
          <a:xfrm>
            <a:off x="8443142" y="345661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74769"/>
                </a:moveTo>
                <a:lnTo>
                  <a:pt x="24000" y="61723"/>
                </a:lnTo>
                <a:lnTo>
                  <a:pt x="24000" y="42338"/>
                </a:lnTo>
                <a:lnTo>
                  <a:pt x="12308" y="36000"/>
                </a:lnTo>
                <a:lnTo>
                  <a:pt x="48000" y="16615"/>
                </a:lnTo>
                <a:lnTo>
                  <a:pt x="83692" y="36000"/>
                </a:lnTo>
                <a:lnTo>
                  <a:pt x="83692" y="61539"/>
                </a:lnTo>
                <a:lnTo>
                  <a:pt x="79692" y="61539"/>
                </a:lnTo>
                <a:lnTo>
                  <a:pt x="79692" y="38246"/>
                </a:lnTo>
                <a:lnTo>
                  <a:pt x="72000" y="42338"/>
                </a:lnTo>
                <a:lnTo>
                  <a:pt x="72000" y="61723"/>
                </a:lnTo>
                <a:lnTo>
                  <a:pt x="48000" y="74769"/>
                </a:lnTo>
                <a:close/>
                <a:moveTo>
                  <a:pt x="48000" y="50800"/>
                </a:moveTo>
                <a:lnTo>
                  <a:pt x="75323" y="36000"/>
                </a:lnTo>
                <a:lnTo>
                  <a:pt x="48000" y="21200"/>
                </a:lnTo>
                <a:lnTo>
                  <a:pt x="20677" y="36000"/>
                </a:lnTo>
                <a:lnTo>
                  <a:pt x="48000" y="50800"/>
                </a:lnTo>
                <a:close/>
                <a:moveTo>
                  <a:pt x="48000" y="70208"/>
                </a:moveTo>
                <a:lnTo>
                  <a:pt x="68000" y="59408"/>
                </a:lnTo>
                <a:lnTo>
                  <a:pt x="68000" y="44538"/>
                </a:lnTo>
                <a:lnTo>
                  <a:pt x="48000" y="55370"/>
                </a:lnTo>
                <a:lnTo>
                  <a:pt x="28000" y="44538"/>
                </a:lnTo>
                <a:lnTo>
                  <a:pt x="28000" y="59408"/>
                </a:lnTo>
                <a:lnTo>
                  <a:pt x="48000" y="70208"/>
                </a:lnTo>
                <a:close/>
                <a:moveTo>
                  <a:pt x="48000" y="50800"/>
                </a:moveTo>
                <a:close/>
                <a:moveTo>
                  <a:pt x="48000" y="56262"/>
                </a:moveTo>
                <a:close/>
                <a:moveTo>
                  <a:pt x="48000" y="56262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3" name="TextBox 32"/>
          <p:cNvSpPr txBox="1"/>
          <p:nvPr/>
        </p:nvSpPr>
        <p:spPr>
          <a:xfrm>
            <a:off x="9101328" y="344728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Knowledge transfer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24088" y="411480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324088" y="425196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Your team is enabled to run the solution.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Kick-off | Meeting calendar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meeting rhythm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1325880"/>
            <a:ext cx="208483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Monday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325880"/>
            <a:ext cx="208483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Tuesday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5272" y="1325880"/>
            <a:ext cx="208483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Wednesday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0104" y="1325880"/>
            <a:ext cx="208483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Thursday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4936" y="1325880"/>
            <a:ext cx="208483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Friday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" y="169164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8328" y="1783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09:00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35607" y="1783080"/>
            <a:ext cx="10424161" cy="0"/>
          </a:xfrm>
          <a:prstGeom prst="line">
            <a:avLst/>
          </a:prstGeom>
          <a:ln w="6350">
            <a:solidFill>
              <a:schemeClr val="bg2">
                <a:lumMod val="45000"/>
                <a:lumOff val="55000"/>
              </a:schemeClr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38328" y="2514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11:00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35607" y="2514600"/>
            <a:ext cx="10424161" cy="0"/>
          </a:xfrm>
          <a:prstGeom prst="line">
            <a:avLst/>
          </a:prstGeom>
          <a:ln w="6350">
            <a:solidFill>
              <a:schemeClr val="bg2">
                <a:lumMod val="45000"/>
                <a:lumOff val="55000"/>
              </a:schemeClr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38328" y="32461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13:00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35607" y="3246120"/>
            <a:ext cx="10424161" cy="0"/>
          </a:xfrm>
          <a:prstGeom prst="line">
            <a:avLst/>
          </a:prstGeom>
          <a:ln w="6350">
            <a:solidFill>
              <a:schemeClr val="bg2">
                <a:lumMod val="45000"/>
                <a:lumOff val="55000"/>
              </a:schemeClr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338328" y="39776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15:00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35607" y="3977640"/>
            <a:ext cx="10424161" cy="0"/>
          </a:xfrm>
          <a:prstGeom prst="line">
            <a:avLst/>
          </a:prstGeom>
          <a:ln w="6350">
            <a:solidFill>
              <a:schemeClr val="bg2">
                <a:lumMod val="45000"/>
                <a:lumOff val="55000"/>
              </a:schemeClr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8328" y="470916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17:00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35607" y="4709160"/>
            <a:ext cx="10424161" cy="0"/>
          </a:xfrm>
          <a:prstGeom prst="line">
            <a:avLst/>
          </a:prstGeom>
          <a:ln w="6350">
            <a:solidFill>
              <a:schemeClr val="bg2">
                <a:lumMod val="45000"/>
                <a:lumOff val="55000"/>
              </a:schemeClr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1490472" y="1801368"/>
            <a:ext cx="19751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Project leads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0136" y="1801368"/>
            <a:ext cx="19751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Project leads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75304" y="3264408"/>
            <a:ext cx="1975104" cy="12801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Workstream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meeting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4968" y="3264408"/>
            <a:ext cx="1975104" cy="12801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Workstream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meeting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801368"/>
            <a:ext cx="1975104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Steering committee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(monthly)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3995928"/>
            <a:ext cx="1975104" cy="73152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Weekly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90472" y="3995928"/>
            <a:ext cx="1975104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Workshop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Kick-off | Communication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5661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560320"/>
                <a:gridCol w="3108960"/>
                <a:gridCol w="2377440"/>
                <a:gridCol w="1645920"/>
                <a:gridCol w="1828800"/>
              </a:tblGrid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Audience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Information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Channel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Frequency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Steering committee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[Content]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Meeting + report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Monthly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Project team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[Content]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Teams / jour fixe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Weekly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Affected employees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[Content]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Town hall, intranet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Milestones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Management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[Content]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E-mail update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Monthly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Works council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[Content]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Meeting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As required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Kick-off | Information 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request: status of requested documents and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48640"/>
                <a:gridCol w="5303520"/>
                <a:gridCol w="2377440"/>
                <a:gridCol w="1463040"/>
                <a:gridCol w="1828800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Document / data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Owner 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[Document or data set]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[Document or data set]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[Document or data set]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[Document or data set]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[Document or data set]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[Document or data set]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10168128" y="207568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2448" y="1901952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Received</a:t>
            </a:r>
          </a:p>
        </p:txBody>
      </p:sp>
      <p:sp>
        <p:nvSpPr>
          <p:cNvPr id="9" name="Oval 8"/>
          <p:cNvSpPr/>
          <p:nvPr/>
        </p:nvSpPr>
        <p:spPr>
          <a:xfrm>
            <a:off x="10168128" y="260604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2448" y="2432304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Received</a:t>
            </a:r>
          </a:p>
        </p:txBody>
      </p:sp>
      <p:sp>
        <p:nvSpPr>
          <p:cNvPr id="11" name="Oval 10"/>
          <p:cNvSpPr/>
          <p:nvPr/>
        </p:nvSpPr>
        <p:spPr>
          <a:xfrm>
            <a:off x="10168128" y="3136391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42448" y="2962656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Partly</a:t>
            </a:r>
          </a:p>
        </p:txBody>
      </p:sp>
      <p:sp>
        <p:nvSpPr>
          <p:cNvPr id="13" name="Oval 12"/>
          <p:cNvSpPr/>
          <p:nvPr/>
        </p:nvSpPr>
        <p:spPr>
          <a:xfrm>
            <a:off x="10168128" y="3666744"/>
            <a:ext cx="182880" cy="1828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42448" y="349300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Overdue</a:t>
            </a:r>
          </a:p>
        </p:txBody>
      </p:sp>
      <p:sp>
        <p:nvSpPr>
          <p:cNvPr id="15" name="Oval 14"/>
          <p:cNvSpPr/>
          <p:nvPr/>
        </p:nvSpPr>
        <p:spPr>
          <a:xfrm>
            <a:off x="10168128" y="4197096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2448" y="4023360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Open</a:t>
            </a:r>
          </a:p>
        </p:txBody>
      </p:sp>
      <p:sp>
        <p:nvSpPr>
          <p:cNvPr id="17" name="Oval 16"/>
          <p:cNvSpPr/>
          <p:nvPr/>
        </p:nvSpPr>
        <p:spPr>
          <a:xfrm>
            <a:off x="10168128" y="4727448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8" y="4553712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Open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Kick-off | Interview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1680"/>
                <a:gridCol w="2011680"/>
                <a:gridCol w="3291840"/>
                <a:gridCol w="1280160"/>
                <a:gridCol w="1463040"/>
                <a:gridCol w="1463040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Interviewee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Function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Focus topics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[Topics]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[Topics]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[Topics]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[Topics]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[Topics]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[Topics]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10533888" y="207568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901952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Done</a:t>
            </a:r>
          </a:p>
        </p:txBody>
      </p:sp>
      <p:sp>
        <p:nvSpPr>
          <p:cNvPr id="9" name="Oval 8"/>
          <p:cNvSpPr/>
          <p:nvPr/>
        </p:nvSpPr>
        <p:spPr>
          <a:xfrm>
            <a:off x="10533888" y="260604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2432304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Done</a:t>
            </a:r>
          </a:p>
        </p:txBody>
      </p:sp>
      <p:sp>
        <p:nvSpPr>
          <p:cNvPr id="11" name="Oval 10"/>
          <p:cNvSpPr/>
          <p:nvPr/>
        </p:nvSpPr>
        <p:spPr>
          <a:xfrm>
            <a:off x="10533888" y="3136391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8208" y="2962656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Scheduled</a:t>
            </a:r>
          </a:p>
        </p:txBody>
      </p:sp>
      <p:sp>
        <p:nvSpPr>
          <p:cNvPr id="13" name="Oval 12"/>
          <p:cNvSpPr/>
          <p:nvPr/>
        </p:nvSpPr>
        <p:spPr>
          <a:xfrm>
            <a:off x="10533888" y="3666744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8208" y="349300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Open</a:t>
            </a:r>
          </a:p>
        </p:txBody>
      </p:sp>
      <p:sp>
        <p:nvSpPr>
          <p:cNvPr id="15" name="Oval 14"/>
          <p:cNvSpPr/>
          <p:nvPr/>
        </p:nvSpPr>
        <p:spPr>
          <a:xfrm>
            <a:off x="10533888" y="4197096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8208" y="4023360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Open</a:t>
            </a:r>
          </a:p>
        </p:txBody>
      </p:sp>
      <p:sp>
        <p:nvSpPr>
          <p:cNvPr id="17" name="Oval 16"/>
          <p:cNvSpPr/>
          <p:nvPr/>
        </p:nvSpPr>
        <p:spPr>
          <a:xfrm>
            <a:off x="10533888" y="4727448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8208" y="4553712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Open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Analysis &amp;</a:t>
            </a:r>
          </a:p>
          <a:p>
            <a:r>
              <a:t>diagnostics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Analysis | Key findings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7033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48640"/>
                <a:gridCol w="4023360"/>
                <a:gridCol w="3108960"/>
                <a:gridCol w="3840480"/>
              </a:tblGrid>
              <a:tr h="4114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Finding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Implication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Finding in one sentence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[Data point, source]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What it means for the 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Finding in one sentence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[Data point, source]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What it means for the 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Finding in one sentence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[Data point, source]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What it means for the 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Finding in one sentence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[Data point, source]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What it means for the 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Finding in one sentence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[Data point, source]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What it means for the 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Analysis | Assessment heatmap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[Assessment, 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8" y="1325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Dimension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21608" y="1325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Dimension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325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Dimension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1325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Dimension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325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Dimension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8008" y="1325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Dimension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71048" y="13258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17830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Unit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6584" y="1783080"/>
            <a:ext cx="1298448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8184" y="1783080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9784" y="1783080"/>
            <a:ext cx="1298448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1384" y="1783080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72983" y="1783080"/>
            <a:ext cx="1298448" cy="548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1783080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71048" y="178308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2.7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240487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Unit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86584" y="2404872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58184" y="2404872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9784" y="2404872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01384" y="2404872"/>
            <a:ext cx="1298448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2983" y="2404872"/>
            <a:ext cx="1298448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44584" y="2404872"/>
            <a:ext cx="1298448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71048" y="2404872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2.8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" y="3026664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Unit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86584" y="3026664"/>
            <a:ext cx="1298448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58184" y="3026664"/>
            <a:ext cx="1298448" cy="548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9784" y="3026664"/>
            <a:ext cx="1298448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01384" y="3026664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72983" y="3026664"/>
            <a:ext cx="1298448" cy="548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44584" y="3026664"/>
            <a:ext cx="1298448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71048" y="3026664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1.8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" y="3648456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Unit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86584" y="3648456"/>
            <a:ext cx="1298448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58184" y="3648456"/>
            <a:ext cx="1298448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9784" y="3648456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01384" y="3648456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72983" y="3648456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44584" y="3648456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71048" y="3648456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3.3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" y="427024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Unit 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86584" y="4270248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58184" y="4270248"/>
            <a:ext cx="1298448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9784" y="4270248"/>
            <a:ext cx="1298448" cy="548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01384" y="4270248"/>
            <a:ext cx="1298448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72983" y="4270248"/>
            <a:ext cx="1298448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44584" y="4270248"/>
            <a:ext cx="1298448" cy="54864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71048" y="4270248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8" y="5074920"/>
            <a:ext cx="201168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7" y="50383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4  Strong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01368" y="5074920"/>
            <a:ext cx="201168" cy="201168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75688" y="50383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3  Good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4408" y="5074920"/>
            <a:ext cx="201168" cy="201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38728" y="50383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2  Partial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27448" y="5074920"/>
            <a:ext cx="201168" cy="20116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01768" y="50383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1  Weak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Analysis | Gap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6118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1680"/>
                <a:gridCol w="2560320"/>
                <a:gridCol w="2560320"/>
                <a:gridCol w="1463040"/>
                <a:gridCol w="2926080"/>
              </a:tblGrid>
              <a:tr h="4114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Dimension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Current state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Target state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Gap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Dimension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[Today]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[Target]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[Gap]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Dimension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[Today]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[Target]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[Gap]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Dimension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[Today]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[Target]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[Gap]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Dimension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[Today]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[Target]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[Gap]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Dimension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[Today]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[Target]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[Gap]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Analysis | Survey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[Survey], n = [xx],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8229600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052560" y="1463040"/>
            <a:ext cx="28072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9052560" y="1572768"/>
            <a:ext cx="28072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n =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017268"/>
            <a:ext cx="28072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Participants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401316"/>
            <a:ext cx="28072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00% response rate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52560" y="2926080"/>
            <a:ext cx="28072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052560" y="3035808"/>
            <a:ext cx="28072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480308"/>
            <a:ext cx="28072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Average agreement</a:t>
            </a:r>
          </a:p>
        </p:txBody>
      </p:sp>
      <p:sp>
        <p:nvSpPr>
          <p:cNvPr id="14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Analysis | Site visit observations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pic>
        <p:nvPicPr>
          <p:cNvPr id="6" name="Picture 5" descr="image21.jpeg"/>
          <p:cNvPicPr>
            <a:picLocks noChangeAspect="1"/>
          </p:cNvPicPr>
          <p:nvPr/>
        </p:nvPicPr>
        <p:blipFill>
          <a:blip r:embed="rId3"/>
          <a:srcRect t="4405" b="4405"/>
          <a:stretch>
            <a:fillRect/>
          </a:stretch>
        </p:blipFill>
        <p:spPr>
          <a:xfrm>
            <a:off x="338328" y="1371600"/>
            <a:ext cx="3840480" cy="3931920"/>
          </a:xfrm>
          <a:prstGeom prst="rect">
            <a:avLst/>
          </a:prstGeom>
        </p:spPr>
      </p:pic>
      <p:sp>
        <p:nvSpPr>
          <p:cNvPr id="7" name="Icon thumb_up"/>
          <p:cNvSpPr/>
          <p:nvPr/>
        </p:nvSpPr>
        <p:spPr>
          <a:xfrm>
            <a:off x="454456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9846" y="80000"/>
                </a:moveTo>
                <a:lnTo>
                  <a:pt x="29692" y="80000"/>
                </a:lnTo>
                <a:lnTo>
                  <a:pt x="29692" y="36000"/>
                </a:lnTo>
                <a:lnTo>
                  <a:pt x="54769" y="11231"/>
                </a:lnTo>
                <a:lnTo>
                  <a:pt x="56538" y="13000"/>
                </a:lnTo>
                <a:quadBezTo>
                  <a:pt x="57085" y="13546"/>
                  <a:pt x="57458" y="14400"/>
                </a:quadBezTo>
                <a:quadBezTo>
                  <a:pt x="57831" y="15254"/>
                  <a:pt x="57831" y="15969"/>
                </a:quadBezTo>
                <a:lnTo>
                  <a:pt x="57831" y="16600"/>
                </a:lnTo>
                <a:lnTo>
                  <a:pt x="53738" y="36000"/>
                </a:lnTo>
                <a:lnTo>
                  <a:pt x="81538" y="36000"/>
                </a:lnTo>
                <a:quadBezTo>
                  <a:pt x="84046" y="36000"/>
                  <a:pt x="86023" y="37977"/>
                </a:quadBezTo>
                <a:quadBezTo>
                  <a:pt x="88000" y="39954"/>
                  <a:pt x="88000" y="42462"/>
                </a:quadBezTo>
                <a:lnTo>
                  <a:pt x="88000" y="47385"/>
                </a:lnTo>
                <a:quadBezTo>
                  <a:pt x="88000" y="47931"/>
                  <a:pt x="87877" y="48577"/>
                </a:quadBezTo>
                <a:quadBezTo>
                  <a:pt x="87754" y="49223"/>
                  <a:pt x="87554" y="49769"/>
                </a:quadBezTo>
                <a:lnTo>
                  <a:pt x="76631" y="75662"/>
                </a:lnTo>
                <a:quadBezTo>
                  <a:pt x="75808" y="77508"/>
                  <a:pt x="73862" y="78754"/>
                </a:quadBezTo>
                <a:quadBezTo>
                  <a:pt x="71915" y="80000"/>
                  <a:pt x="69846" y="80000"/>
                </a:quadBezTo>
                <a:close/>
                <a:moveTo>
                  <a:pt x="33692" y="76000"/>
                </a:moveTo>
                <a:lnTo>
                  <a:pt x="69846" y="76000"/>
                </a:lnTo>
                <a:quadBezTo>
                  <a:pt x="70692" y="76000"/>
                  <a:pt x="71577" y="75538"/>
                </a:quadBezTo>
                <a:quadBezTo>
                  <a:pt x="72462" y="75077"/>
                  <a:pt x="72923" y="74000"/>
                </a:quadBezTo>
                <a:lnTo>
                  <a:pt x="84000" y="48000"/>
                </a:lnTo>
                <a:lnTo>
                  <a:pt x="84000" y="42462"/>
                </a:lnTo>
                <a:quadBezTo>
                  <a:pt x="84000" y="41385"/>
                  <a:pt x="83308" y="40692"/>
                </a:quadBezTo>
                <a:quadBezTo>
                  <a:pt x="82615" y="40000"/>
                  <a:pt x="81538" y="40000"/>
                </a:quadBezTo>
                <a:lnTo>
                  <a:pt x="48769" y="40000"/>
                </a:lnTo>
                <a:lnTo>
                  <a:pt x="53400" y="18154"/>
                </a:lnTo>
                <a:lnTo>
                  <a:pt x="33692" y="37708"/>
                </a:lnTo>
                <a:lnTo>
                  <a:pt x="33692" y="76000"/>
                </a:lnTo>
                <a:close/>
                <a:moveTo>
                  <a:pt x="33692" y="37708"/>
                </a:moveTo>
                <a:lnTo>
                  <a:pt x="33692" y="76000"/>
                </a:lnTo>
                <a:lnTo>
                  <a:pt x="33692" y="37708"/>
                </a:lnTo>
                <a:close/>
                <a:moveTo>
                  <a:pt x="29692" y="36000"/>
                </a:moveTo>
                <a:lnTo>
                  <a:pt x="29692" y="40000"/>
                </a:lnTo>
                <a:lnTo>
                  <a:pt x="16000" y="40000"/>
                </a:lnTo>
                <a:lnTo>
                  <a:pt x="16000" y="76000"/>
                </a:lnTo>
                <a:lnTo>
                  <a:pt x="29692" y="76000"/>
                </a:lnTo>
                <a:lnTo>
                  <a:pt x="29692" y="80000"/>
                </a:lnTo>
                <a:lnTo>
                  <a:pt x="12000" y="80000"/>
                </a:lnTo>
                <a:lnTo>
                  <a:pt x="12000" y="36000"/>
                </a:lnTo>
                <a:lnTo>
                  <a:pt x="29692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5093207" y="138988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What works well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44568" y="1920240"/>
            <a:ext cx="3520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544568" y="205740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404872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[Where, what, impact]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10896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456432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[Where, what, impact]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16052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507992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[Where, what, impact]</a:t>
            </a:r>
          </a:p>
        </p:txBody>
      </p:sp>
      <p:sp>
        <p:nvSpPr>
          <p:cNvPr id="16" name="Icon build"/>
          <p:cNvSpPr/>
          <p:nvPr/>
        </p:nvSpPr>
        <p:spPr>
          <a:xfrm>
            <a:off x="833932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1215" y="82031"/>
                </a:moveTo>
                <a:lnTo>
                  <a:pt x="45015" y="55785"/>
                </a:lnTo>
                <a:quadBezTo>
                  <a:pt x="42785" y="56815"/>
                  <a:pt x="40464" y="57408"/>
                </a:quadBezTo>
                <a:quadBezTo>
                  <a:pt x="38143" y="58000"/>
                  <a:pt x="35538" y="58000"/>
                </a:quadBezTo>
                <a:quadBezTo>
                  <a:pt x="26372" y="58000"/>
                  <a:pt x="19955" y="51583"/>
                </a:quadBezTo>
                <a:quadBezTo>
                  <a:pt x="13538" y="45167"/>
                  <a:pt x="13538" y="36000"/>
                </a:quadBezTo>
                <a:quadBezTo>
                  <a:pt x="13538" y="33400"/>
                  <a:pt x="14115" y="30996"/>
                </a:quadBezTo>
                <a:quadBezTo>
                  <a:pt x="14692" y="28592"/>
                  <a:pt x="15800" y="26385"/>
                </a:quadBezTo>
                <a:lnTo>
                  <a:pt x="29938" y="40369"/>
                </a:lnTo>
                <a:lnTo>
                  <a:pt x="39908" y="30400"/>
                </a:lnTo>
                <a:lnTo>
                  <a:pt x="26077" y="16415"/>
                </a:lnTo>
                <a:quadBezTo>
                  <a:pt x="28285" y="15308"/>
                  <a:pt x="30619" y="14654"/>
                </a:quadBezTo>
                <a:quadBezTo>
                  <a:pt x="32953" y="14000"/>
                  <a:pt x="35538" y="14000"/>
                </a:quadBezTo>
                <a:quadBezTo>
                  <a:pt x="44705" y="14000"/>
                  <a:pt x="51122" y="20417"/>
                </a:quadBezTo>
                <a:quadBezTo>
                  <a:pt x="57538" y="26833"/>
                  <a:pt x="57538" y="36000"/>
                </a:quadBezTo>
                <a:quadBezTo>
                  <a:pt x="57538" y="38762"/>
                  <a:pt x="56985" y="41081"/>
                </a:quadBezTo>
                <a:quadBezTo>
                  <a:pt x="56431" y="43400"/>
                  <a:pt x="55323" y="45477"/>
                </a:quadBezTo>
                <a:lnTo>
                  <a:pt x="81569" y="71677"/>
                </a:lnTo>
                <a:quadBezTo>
                  <a:pt x="82462" y="72596"/>
                  <a:pt x="82462" y="73898"/>
                </a:quadBezTo>
                <a:quadBezTo>
                  <a:pt x="82462" y="75200"/>
                  <a:pt x="81586" y="76075"/>
                </a:quadBezTo>
                <a:lnTo>
                  <a:pt x="75460" y="82202"/>
                </a:lnTo>
                <a:quadBezTo>
                  <a:pt x="74585" y="83077"/>
                  <a:pt x="73346" y="83000"/>
                </a:quadBezTo>
                <a:quadBezTo>
                  <a:pt x="72108" y="82923"/>
                  <a:pt x="71215" y="82031"/>
                </a:quadBezTo>
                <a:close/>
                <a:moveTo>
                  <a:pt x="73423" y="78531"/>
                </a:moveTo>
                <a:lnTo>
                  <a:pt x="78046" y="73908"/>
                </a:lnTo>
                <a:lnTo>
                  <a:pt x="50369" y="46231"/>
                </a:lnTo>
                <a:quadBezTo>
                  <a:pt x="51938" y="44077"/>
                  <a:pt x="52738" y="41427"/>
                </a:quadBezTo>
                <a:quadBezTo>
                  <a:pt x="53538" y="38777"/>
                  <a:pt x="53538" y="36000"/>
                </a:quadBezTo>
                <a:quadBezTo>
                  <a:pt x="53538" y="28692"/>
                  <a:pt x="47881" y="22896"/>
                </a:quadBezTo>
                <a:quadBezTo>
                  <a:pt x="42223" y="17100"/>
                  <a:pt x="33369" y="18200"/>
                </a:quadBezTo>
                <a:lnTo>
                  <a:pt x="43308" y="28138"/>
                </a:lnTo>
                <a:quadBezTo>
                  <a:pt x="44277" y="29108"/>
                  <a:pt x="44277" y="30400"/>
                </a:quadBezTo>
                <a:quadBezTo>
                  <a:pt x="44277" y="31692"/>
                  <a:pt x="43308" y="32662"/>
                </a:quadBezTo>
                <a:lnTo>
                  <a:pt x="32200" y="43769"/>
                </a:lnTo>
                <a:quadBezTo>
                  <a:pt x="31231" y="44738"/>
                  <a:pt x="29938" y="44738"/>
                </a:quadBezTo>
                <a:quadBezTo>
                  <a:pt x="28646" y="44738"/>
                  <a:pt x="27677" y="43769"/>
                </a:quadBezTo>
                <a:lnTo>
                  <a:pt x="17738" y="33831"/>
                </a:lnTo>
                <a:quadBezTo>
                  <a:pt x="16869" y="43531"/>
                  <a:pt x="22742" y="48765"/>
                </a:quadBezTo>
                <a:quadBezTo>
                  <a:pt x="28615" y="54000"/>
                  <a:pt x="35538" y="54000"/>
                </a:quadBezTo>
                <a:quadBezTo>
                  <a:pt x="38190" y="54000"/>
                  <a:pt x="40841" y="53238"/>
                </a:quadBezTo>
                <a:quadBezTo>
                  <a:pt x="43492" y="52477"/>
                  <a:pt x="45746" y="50854"/>
                </a:quadBezTo>
                <a:lnTo>
                  <a:pt x="73423" y="78531"/>
                </a:lnTo>
                <a:close/>
                <a:moveTo>
                  <a:pt x="47200" y="4750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8887968" y="138988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Improvement potential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39328" y="1920240"/>
            <a:ext cx="3520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339328" y="205740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404872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[Where, what, impact]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10896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3456432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[Where, what, impact]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6052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4507992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[Where, what, impact]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Analysis | Fact base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[Source]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137160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38328" y="1481328"/>
            <a:ext cx="3535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2052828"/>
            <a:ext cx="3535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Label of the 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436876"/>
            <a:ext cx="353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[Source / context]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31208" y="137160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331208" y="1481328"/>
            <a:ext cx="3535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€0.0m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1208" y="2052828"/>
            <a:ext cx="3535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Label of the 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1208" y="2436876"/>
            <a:ext cx="353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[Source / context]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4088" y="137160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324088" y="1481328"/>
            <a:ext cx="3535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088" y="2052828"/>
            <a:ext cx="3535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Label of the 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2436876"/>
            <a:ext cx="353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[Source / context]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8328" y="320040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338328" y="3310128"/>
            <a:ext cx="3535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0.0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881628"/>
            <a:ext cx="3535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Label of the figure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4265676"/>
            <a:ext cx="353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[Source / context]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31208" y="320040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331208" y="3310128"/>
            <a:ext cx="3535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1208" y="3881628"/>
            <a:ext cx="3535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Label of the figure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1208" y="4265676"/>
            <a:ext cx="353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[Source / context]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24088" y="320040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8324088" y="3310128"/>
            <a:ext cx="3535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0x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4088" y="3881628"/>
            <a:ext cx="3535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Label of the figure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4088" y="4265676"/>
            <a:ext cx="3535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[Source / context]</a:t>
            </a:r>
          </a:p>
        </p:txBody>
      </p:sp>
      <p:sp>
        <p:nvSpPr>
          <p:cNvPr id="30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3" name="TextBox 32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Processes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Processes | Process 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25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MANAGEMENT PROCESSES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600200"/>
            <a:ext cx="371856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9768" y="1600200"/>
            <a:ext cx="371856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1208" y="1600200"/>
            <a:ext cx="371856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468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CORE PROCESSES</a:t>
            </a:r>
          </a:p>
        </p:txBody>
      </p:sp>
      <p:sp>
        <p:nvSpPr>
          <p:cNvPr id="11" name="Pentagon 10"/>
          <p:cNvSpPr/>
          <p:nvPr/>
        </p:nvSpPr>
        <p:spPr>
          <a:xfrm>
            <a:off x="338328" y="2743200"/>
            <a:ext cx="2424988" cy="1005840"/>
          </a:xfrm>
          <a:prstGeom prst="homePlate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3588" y="2743200"/>
            <a:ext cx="2424988" cy="100584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3" name="Chevron 12"/>
          <p:cNvSpPr/>
          <p:nvPr/>
        </p:nvSpPr>
        <p:spPr>
          <a:xfrm>
            <a:off x="4968849" y="2743200"/>
            <a:ext cx="2424988" cy="10058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Process</a:t>
            </a:r>
          </a:p>
        </p:txBody>
      </p:sp>
      <p:sp>
        <p:nvSpPr>
          <p:cNvPr id="14" name="Chevron 13"/>
          <p:cNvSpPr/>
          <p:nvPr/>
        </p:nvSpPr>
        <p:spPr>
          <a:xfrm>
            <a:off x="7284110" y="2743200"/>
            <a:ext cx="2424988" cy="100584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5" name="Chevron 14"/>
          <p:cNvSpPr/>
          <p:nvPr/>
        </p:nvSpPr>
        <p:spPr>
          <a:xfrm>
            <a:off x="9599371" y="2743200"/>
            <a:ext cx="2260396" cy="100584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40233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SUPPORT PROCESSES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" y="4297680"/>
            <a:ext cx="27432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4297680"/>
            <a:ext cx="27432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4297680"/>
            <a:ext cx="27432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16568" y="4297680"/>
            <a:ext cx="27432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" y="5120640"/>
            <a:ext cx="201168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50840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 scope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Processes | Swimlane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25880"/>
            <a:ext cx="1463040" cy="859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Unit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92807" y="1325880"/>
            <a:ext cx="9966960" cy="85953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2240280"/>
            <a:ext cx="1463040" cy="859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Unit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2807" y="2240280"/>
            <a:ext cx="9966960" cy="85953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" y="3154680"/>
            <a:ext cx="1463040" cy="859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Unit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92807" y="3154680"/>
            <a:ext cx="9966960" cy="85953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" y="4069080"/>
            <a:ext cx="1463040" cy="859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Unit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2807" y="4069080"/>
            <a:ext cx="9966960" cy="85953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4248" y="1481328"/>
            <a:ext cx="132588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5888" y="2395728"/>
            <a:ext cx="132588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67528" y="3310128"/>
            <a:ext cx="132588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59168" y="2395728"/>
            <a:ext cx="132588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50808" y="3310128"/>
            <a:ext cx="132588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Step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42448" y="4224528"/>
            <a:ext cx="132588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 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10128" y="1755648"/>
            <a:ext cx="365760" cy="91440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1" name="Connector 20"/>
          <p:cNvCxnSpPr/>
          <p:nvPr/>
        </p:nvCxnSpPr>
        <p:spPr>
          <a:xfrm>
            <a:off x="5001768" y="2670048"/>
            <a:ext cx="365760" cy="91440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2" name="Connector 21"/>
          <p:cNvCxnSpPr/>
          <p:nvPr/>
        </p:nvCxnSpPr>
        <p:spPr>
          <a:xfrm flipV="1">
            <a:off x="6693408" y="2670048"/>
            <a:ext cx="365760" cy="91440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>
            <a:off x="8385048" y="2670048"/>
            <a:ext cx="365760" cy="91440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>
            <a:off x="10076688" y="3584448"/>
            <a:ext cx="365760" cy="91440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sp>
        <p:nvSpPr>
          <p:cNvPr id="25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8" name="TextBox 27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Processes | SIPOC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2157984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417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417320"/>
            <a:ext cx="1243584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Supplier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2423160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3044952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3666744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371600"/>
            <a:ext cx="2157984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1417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1417320"/>
            <a:ext cx="1243584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9192" y="2423160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9192" y="3044952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9192" y="3666744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0056" y="1371600"/>
            <a:ext cx="2157984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2936" y="1417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1417320"/>
            <a:ext cx="1243584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Process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0056" y="2423160"/>
            <a:ext cx="2157984" cy="51206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0056" y="3044952"/>
            <a:ext cx="2157984" cy="51206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0056" y="3666744"/>
            <a:ext cx="2157984" cy="51206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0056" y="4288536"/>
            <a:ext cx="2157984" cy="51206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371600"/>
            <a:ext cx="2157984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417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1417320"/>
            <a:ext cx="1243584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2423160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3044952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3666744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01784" y="1371600"/>
            <a:ext cx="2157984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84664" y="1417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4744" y="1417320"/>
            <a:ext cx="1243584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01784" y="2423160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01784" y="3044952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01784" y="3666744"/>
            <a:ext cx="2157984" cy="51206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37160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Entry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Processes | Process step profile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Pentagon 5"/>
          <p:cNvSpPr/>
          <p:nvPr/>
        </p:nvSpPr>
        <p:spPr>
          <a:xfrm>
            <a:off x="338328" y="1325880"/>
            <a:ext cx="2424988" cy="411480"/>
          </a:xfrm>
          <a:prstGeom prst="homePlate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Step 1</a:t>
            </a:r>
          </a:p>
        </p:txBody>
      </p:sp>
      <p:sp>
        <p:nvSpPr>
          <p:cNvPr id="7" name="Chevron 6"/>
          <p:cNvSpPr/>
          <p:nvPr/>
        </p:nvSpPr>
        <p:spPr>
          <a:xfrm>
            <a:off x="2653588" y="1325880"/>
            <a:ext cx="2424988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Step 2</a:t>
            </a:r>
          </a:p>
        </p:txBody>
      </p:sp>
      <p:sp>
        <p:nvSpPr>
          <p:cNvPr id="8" name="Chevron 7"/>
          <p:cNvSpPr/>
          <p:nvPr/>
        </p:nvSpPr>
        <p:spPr>
          <a:xfrm>
            <a:off x="4968849" y="1325880"/>
            <a:ext cx="2424988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Step 3</a:t>
            </a:r>
          </a:p>
        </p:txBody>
      </p:sp>
      <p:sp>
        <p:nvSpPr>
          <p:cNvPr id="9" name="Chevron 8"/>
          <p:cNvSpPr/>
          <p:nvPr/>
        </p:nvSpPr>
        <p:spPr>
          <a:xfrm>
            <a:off x="7284110" y="1325880"/>
            <a:ext cx="2424988" cy="4114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Step 4</a:t>
            </a:r>
          </a:p>
        </p:txBody>
      </p:sp>
      <p:sp>
        <p:nvSpPr>
          <p:cNvPr id="10" name="Chevron 9"/>
          <p:cNvSpPr/>
          <p:nvPr/>
        </p:nvSpPr>
        <p:spPr>
          <a:xfrm>
            <a:off x="9599371" y="1325880"/>
            <a:ext cx="2260396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Step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1965960"/>
            <a:ext cx="3505200" cy="1737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03120"/>
            <a:ext cx="3139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77440"/>
            <a:ext cx="3139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  <p:sp>
        <p:nvSpPr>
          <p:cNvPr id="14" name="Icon arrow_forward"/>
          <p:cNvSpPr/>
          <p:nvPr/>
        </p:nvSpPr>
        <p:spPr>
          <a:xfrm>
            <a:off x="3971544" y="2697480"/>
            <a:ext cx="256032" cy="2560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5" name="Rectangle 14"/>
          <p:cNvSpPr/>
          <p:nvPr/>
        </p:nvSpPr>
        <p:spPr>
          <a:xfrm>
            <a:off x="4346448" y="1965960"/>
            <a:ext cx="3505200" cy="1737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9328" y="2103120"/>
            <a:ext cx="3139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9328" y="2377440"/>
            <a:ext cx="3139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First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Second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Third point</a:t>
            </a:r>
          </a:p>
        </p:txBody>
      </p:sp>
      <p:sp>
        <p:nvSpPr>
          <p:cNvPr id="18" name="Icon arrow_forward"/>
          <p:cNvSpPr/>
          <p:nvPr/>
        </p:nvSpPr>
        <p:spPr>
          <a:xfrm>
            <a:off x="7979664" y="2697480"/>
            <a:ext cx="256032" cy="2560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8354568" y="1965960"/>
            <a:ext cx="3505200" cy="1737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7448" y="2103120"/>
            <a:ext cx="3139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7448" y="2377440"/>
            <a:ext cx="3139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8328" y="402336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8328" y="4133087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4407408"/>
            <a:ext cx="26746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[Entry]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87268" y="402336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287268" y="4133087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7268" y="4407408"/>
            <a:ext cx="26746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[Entry]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36208" y="402336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236208" y="4133087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KPI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407408"/>
            <a:ext cx="26746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[Entry]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85148" y="402336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185148" y="4133087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RISKS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5148" y="4407408"/>
            <a:ext cx="26746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[Entry]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Processes | Value stream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554480"/>
            <a:ext cx="1600200" cy="1051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Step 1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PT 0.0 d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2104263" y="1783080"/>
            <a:ext cx="548640" cy="4572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9943" y="2286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0 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8638" y="1554480"/>
            <a:ext cx="1600200" cy="1051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Step 2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PT 0.0 d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4584573" y="1783080"/>
            <a:ext cx="548640" cy="4572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0253" y="2286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0 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8948" y="1554480"/>
            <a:ext cx="1600200" cy="1051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Step 3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PT 0.0 d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7064883" y="1783080"/>
            <a:ext cx="548640" cy="4572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0563" y="2286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0 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9258" y="1554480"/>
            <a:ext cx="1600200" cy="1051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Step 4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PT 0.0 d</a:t>
            </a:r>
          </a:p>
        </p:txBody>
      </p:sp>
      <p:sp>
        <p:nvSpPr>
          <p:cNvPr id="16" name="Isosceles Triangle 15"/>
          <p:cNvSpPr/>
          <p:nvPr/>
        </p:nvSpPr>
        <p:spPr>
          <a:xfrm>
            <a:off x="9545192" y="1783080"/>
            <a:ext cx="548640" cy="4572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0872" y="2286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0 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59568" y="1554480"/>
            <a:ext cx="1600200" cy="1051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Step 5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PT 0.0 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8" y="3566160"/>
            <a:ext cx="16002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1938528" y="3154680"/>
            <a:ext cx="880110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193852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281863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2818638" y="3566160"/>
            <a:ext cx="16002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4418838" y="3154680"/>
            <a:ext cx="880110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441883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529894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5298948" y="3566160"/>
            <a:ext cx="16002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6899148" y="3154680"/>
            <a:ext cx="880110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689914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777925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7779258" y="3566160"/>
            <a:ext cx="16002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379458" y="3154680"/>
            <a:ext cx="880110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937945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25956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0259568" y="3566160"/>
            <a:ext cx="16002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338328" y="4069080"/>
            <a:ext cx="3566159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338328" y="417880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0.0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" y="462330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Lead time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270248" y="4069080"/>
            <a:ext cx="356616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4270248" y="417880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0.0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462330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Process time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02167" y="4069080"/>
            <a:ext cx="3566161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8202167" y="417880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7" y="462330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Value-added share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Processes | As-is and to-be process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25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AS-IS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645920"/>
            <a:ext cx="1567542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1997310" y="1645920"/>
            <a:ext cx="1567542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Step</a:t>
            </a:r>
          </a:p>
        </p:txBody>
      </p:sp>
      <p:sp>
        <p:nvSpPr>
          <p:cNvPr id="9" name="Icon cancel"/>
          <p:cNvSpPr/>
          <p:nvPr/>
        </p:nvSpPr>
        <p:spPr>
          <a:xfrm>
            <a:off x="2653066" y="2514600"/>
            <a:ext cx="256032" cy="2560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0" name="Rectangle 9"/>
          <p:cNvSpPr/>
          <p:nvPr/>
        </p:nvSpPr>
        <p:spPr>
          <a:xfrm>
            <a:off x="3656293" y="1645920"/>
            <a:ext cx="1567542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15276" y="1645920"/>
            <a:ext cx="1567542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Step</a:t>
            </a:r>
          </a:p>
        </p:txBody>
      </p:sp>
      <p:sp>
        <p:nvSpPr>
          <p:cNvPr id="12" name="Icon cancel"/>
          <p:cNvSpPr/>
          <p:nvPr/>
        </p:nvSpPr>
        <p:spPr>
          <a:xfrm>
            <a:off x="5971032" y="2514600"/>
            <a:ext cx="256032" cy="2560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3" name="Rectangle 12"/>
          <p:cNvSpPr/>
          <p:nvPr/>
        </p:nvSpPr>
        <p:spPr>
          <a:xfrm>
            <a:off x="6974259" y="1645920"/>
            <a:ext cx="1567542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Step</a:t>
            </a:r>
          </a:p>
        </p:txBody>
      </p:sp>
      <p:sp>
        <p:nvSpPr>
          <p:cNvPr id="14" name="Icon cancel"/>
          <p:cNvSpPr/>
          <p:nvPr/>
        </p:nvSpPr>
        <p:spPr>
          <a:xfrm>
            <a:off x="7630014" y="2514600"/>
            <a:ext cx="256032" cy="2560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5" name="Rectangle 14"/>
          <p:cNvSpPr/>
          <p:nvPr/>
        </p:nvSpPr>
        <p:spPr>
          <a:xfrm>
            <a:off x="8633242" y="1645920"/>
            <a:ext cx="1567542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92225" y="1645920"/>
            <a:ext cx="1567542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063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TO-BE PROCESS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383280"/>
            <a:ext cx="2571750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19" name="Icon arrow_forward"/>
          <p:cNvSpPr/>
          <p:nvPr/>
        </p:nvSpPr>
        <p:spPr>
          <a:xfrm>
            <a:off x="3001518" y="36941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0" name="Rectangle 19"/>
          <p:cNvSpPr/>
          <p:nvPr/>
        </p:nvSpPr>
        <p:spPr>
          <a:xfrm>
            <a:off x="3321558" y="3383280"/>
            <a:ext cx="257175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Step</a:t>
            </a:r>
          </a:p>
        </p:txBody>
      </p:sp>
      <p:sp>
        <p:nvSpPr>
          <p:cNvPr id="21" name="Icon arrow_forward"/>
          <p:cNvSpPr/>
          <p:nvPr/>
        </p:nvSpPr>
        <p:spPr>
          <a:xfrm>
            <a:off x="5984748" y="36941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2" name="Rectangle 21"/>
          <p:cNvSpPr/>
          <p:nvPr/>
        </p:nvSpPr>
        <p:spPr>
          <a:xfrm>
            <a:off x="6304788" y="3383280"/>
            <a:ext cx="257175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Step</a:t>
            </a:r>
          </a:p>
        </p:txBody>
      </p:sp>
      <p:sp>
        <p:nvSpPr>
          <p:cNvPr id="23" name="Icon arrow_forward"/>
          <p:cNvSpPr/>
          <p:nvPr/>
        </p:nvSpPr>
        <p:spPr>
          <a:xfrm>
            <a:off x="8967978" y="36941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Rectangle 23"/>
          <p:cNvSpPr/>
          <p:nvPr/>
        </p:nvSpPr>
        <p:spPr>
          <a:xfrm>
            <a:off x="9288018" y="3383280"/>
            <a:ext cx="2571750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" y="4526280"/>
            <a:ext cx="201168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44897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New / digitised</a:t>
            </a:r>
          </a:p>
        </p:txBody>
      </p:sp>
      <p:sp>
        <p:nvSpPr>
          <p:cNvPr id="27" name="Icon cancel"/>
          <p:cNvSpPr/>
          <p:nvPr/>
        </p:nvSpPr>
        <p:spPr>
          <a:xfrm>
            <a:off x="2715768" y="450799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8" name="TextBox 27"/>
          <p:cNvSpPr txBox="1"/>
          <p:nvPr/>
        </p:nvSpPr>
        <p:spPr>
          <a:xfrm>
            <a:off x="3035808" y="44897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Dropped</a:t>
            </a:r>
          </a:p>
        </p:txBody>
      </p:sp>
      <p:sp>
        <p:nvSpPr>
          <p:cNvPr id="29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2" name="TextBox 31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Processes | Decision logic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" y="1554480"/>
            <a:ext cx="1645920" cy="685800"/>
          </a:xfrm>
          <a:prstGeom prst="roundRect">
            <a:avLst>
              <a:gd name="adj" fmla="val 49333"/>
            </a:avLst>
          </a:prstGeom>
          <a:solidFill>
            <a:schemeClr val="tx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Start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84248" y="1892807"/>
            <a:ext cx="45720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2441448" y="1554480"/>
            <a:ext cx="2103120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44568" y="1892807"/>
            <a:ext cx="45720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10" name="Diamond 9"/>
          <p:cNvSpPr/>
          <p:nvPr/>
        </p:nvSpPr>
        <p:spPr>
          <a:xfrm>
            <a:off x="5001768" y="1325880"/>
            <a:ext cx="2103120" cy="11430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Question?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04888" y="1892807"/>
            <a:ext cx="548639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7150608" y="15727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53527" y="1554480"/>
            <a:ext cx="2103120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56648" y="1892807"/>
            <a:ext cx="45720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10213848" y="1554480"/>
            <a:ext cx="1645920" cy="685800"/>
          </a:xfrm>
          <a:prstGeom prst="roundRect">
            <a:avLst>
              <a:gd name="adj" fmla="val 49333"/>
            </a:avLst>
          </a:prstGeom>
          <a:solidFill>
            <a:schemeClr val="tx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53328" y="2468880"/>
            <a:ext cx="0" cy="64008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6144768" y="26060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1768" y="3108960"/>
            <a:ext cx="2103120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04888" y="3447288"/>
            <a:ext cx="548639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7653527" y="3108960"/>
            <a:ext cx="2103120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Step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9756648" y="2240280"/>
            <a:ext cx="1280159" cy="1207008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Processes | KPI profile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2004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1680"/>
                <a:gridCol w="3291840"/>
                <a:gridCol w="1005840"/>
                <a:gridCol w="1005840"/>
                <a:gridCol w="2377440"/>
                <a:gridCol w="1828800"/>
              </a:tblGrid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KPI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Definition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Today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Source / rhythm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KPI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[Definition]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[System, rhythm]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[Role]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KPI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[Definition]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[System, rhythm]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[Role]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KPI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[Definition]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[System, rhythm]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[Role]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KPI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[Definition]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[System, rhythm]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[Role]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Target</a:t>
            </a:r>
          </a:p>
          <a:p>
            <a:r>
              <a:t>picture &amp;</a:t>
            </a:r>
          </a:p>
          <a:p>
            <a:r>
              <a:t>roadmap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Target picture | Design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46304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48132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Principle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1481328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This means: [what it implies for the design]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69848" y="2103120"/>
            <a:ext cx="10789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338328" y="22402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25856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Principle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258568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This means: [what it implies for the design]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2880360"/>
            <a:ext cx="10789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338328" y="301752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03580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Principle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3035808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This means: [what it implies for the design]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69848" y="3657600"/>
            <a:ext cx="10789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338328" y="3794759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81304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Principle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3813048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This means: [what it implies for the design]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9848" y="4434840"/>
            <a:ext cx="10789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338328" y="45720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9028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Principle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4590288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This means: [what it implies for the design]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Target picture | Target operating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1709928" y="1325880"/>
            <a:ext cx="8778240" cy="82296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09928" y="164592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Vision / target picture in one 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9928" y="2286000"/>
            <a:ext cx="2057400" cy="21945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ccount_tree"/>
          <p:cNvSpPr/>
          <p:nvPr/>
        </p:nvSpPr>
        <p:spPr>
          <a:xfrm>
            <a:off x="1892808" y="2423160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2000" y="82000"/>
                </a:moveTo>
                <a:lnTo>
                  <a:pt x="62000" y="70000"/>
                </a:lnTo>
                <a:lnTo>
                  <a:pt x="46000" y="70000"/>
                </a:lnTo>
                <a:lnTo>
                  <a:pt x="46000" y="30000"/>
                </a:lnTo>
                <a:lnTo>
                  <a:pt x="34000" y="30000"/>
                </a:lnTo>
                <a:lnTo>
                  <a:pt x="34000" y="42000"/>
                </a:lnTo>
                <a:lnTo>
                  <a:pt x="10000" y="42000"/>
                </a:lnTo>
                <a:lnTo>
                  <a:pt x="10000" y="14000"/>
                </a:lnTo>
                <a:lnTo>
                  <a:pt x="34000" y="14000"/>
                </a:lnTo>
                <a:lnTo>
                  <a:pt x="34000" y="26000"/>
                </a:lnTo>
                <a:lnTo>
                  <a:pt x="62000" y="26000"/>
                </a:lnTo>
                <a:lnTo>
                  <a:pt x="62000" y="14000"/>
                </a:lnTo>
                <a:lnTo>
                  <a:pt x="86000" y="14000"/>
                </a:lnTo>
                <a:lnTo>
                  <a:pt x="86000" y="42000"/>
                </a:lnTo>
                <a:lnTo>
                  <a:pt x="62000" y="42000"/>
                </a:lnTo>
                <a:lnTo>
                  <a:pt x="62000" y="30000"/>
                </a:lnTo>
                <a:lnTo>
                  <a:pt x="50000" y="30000"/>
                </a:lnTo>
                <a:lnTo>
                  <a:pt x="50000" y="66000"/>
                </a:lnTo>
                <a:lnTo>
                  <a:pt x="62000" y="66000"/>
                </a:lnTo>
                <a:lnTo>
                  <a:pt x="62000" y="54000"/>
                </a:lnTo>
                <a:lnTo>
                  <a:pt x="86000" y="54000"/>
                </a:lnTo>
                <a:lnTo>
                  <a:pt x="86000" y="82000"/>
                </a:lnTo>
                <a:lnTo>
                  <a:pt x="62000" y="82000"/>
                </a:lnTo>
                <a:close/>
                <a:moveTo>
                  <a:pt x="14000" y="18000"/>
                </a:moveTo>
                <a:lnTo>
                  <a:pt x="14000" y="38000"/>
                </a:lnTo>
                <a:lnTo>
                  <a:pt x="14000" y="18000"/>
                </a:lnTo>
                <a:close/>
                <a:moveTo>
                  <a:pt x="66000" y="58000"/>
                </a:moveTo>
                <a:lnTo>
                  <a:pt x="66000" y="78000"/>
                </a:lnTo>
                <a:lnTo>
                  <a:pt x="66000" y="58000"/>
                </a:lnTo>
                <a:close/>
                <a:moveTo>
                  <a:pt x="66000" y="18000"/>
                </a:moveTo>
                <a:lnTo>
                  <a:pt x="66000" y="38000"/>
                </a:lnTo>
                <a:lnTo>
                  <a:pt x="66000" y="18000"/>
                </a:lnTo>
                <a:close/>
                <a:moveTo>
                  <a:pt x="66000" y="38000"/>
                </a:moveTo>
                <a:lnTo>
                  <a:pt x="82000" y="38000"/>
                </a:lnTo>
                <a:lnTo>
                  <a:pt x="82000" y="18000"/>
                </a:lnTo>
                <a:lnTo>
                  <a:pt x="66000" y="18000"/>
                </a:lnTo>
                <a:lnTo>
                  <a:pt x="66000" y="38000"/>
                </a:lnTo>
                <a:close/>
                <a:moveTo>
                  <a:pt x="66000" y="78000"/>
                </a:moveTo>
                <a:lnTo>
                  <a:pt x="82000" y="78000"/>
                </a:lnTo>
                <a:lnTo>
                  <a:pt x="82000" y="58000"/>
                </a:lnTo>
                <a:lnTo>
                  <a:pt x="66000" y="58000"/>
                </a:lnTo>
                <a:lnTo>
                  <a:pt x="66000" y="78000"/>
                </a:lnTo>
                <a:close/>
                <a:moveTo>
                  <a:pt x="14000" y="38000"/>
                </a:moveTo>
                <a:lnTo>
                  <a:pt x="30000" y="38000"/>
                </a:lnTo>
                <a:lnTo>
                  <a:pt x="30000" y="18000"/>
                </a:lnTo>
                <a:lnTo>
                  <a:pt x="14000" y="18000"/>
                </a:lnTo>
                <a:lnTo>
                  <a:pt x="14000" y="3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1892808" y="28803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Processes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329184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0208" y="2286000"/>
            <a:ext cx="2057400" cy="21945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con groups"/>
          <p:cNvSpPr/>
          <p:nvPr/>
        </p:nvSpPr>
        <p:spPr>
          <a:xfrm>
            <a:off x="4133088" y="2423160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" y="70308"/>
                </a:moveTo>
                <a:lnTo>
                  <a:pt x="4000" y="66854"/>
                </a:lnTo>
                <a:quadBezTo>
                  <a:pt x="4000" y="63169"/>
                  <a:pt x="7938" y="60738"/>
                </a:quadBezTo>
                <a:quadBezTo>
                  <a:pt x="11877" y="58308"/>
                  <a:pt x="18077" y="58308"/>
                </a:quadBezTo>
                <a:quadBezTo>
                  <a:pt x="18992" y="58308"/>
                  <a:pt x="20038" y="58396"/>
                </a:quadBezTo>
                <a:quadBezTo>
                  <a:pt x="21085" y="58485"/>
                  <a:pt x="22262" y="58685"/>
                </a:quadBezTo>
                <a:quadBezTo>
                  <a:pt x="21323" y="60323"/>
                  <a:pt x="20892" y="62046"/>
                </a:quadBezTo>
                <a:quadBezTo>
                  <a:pt x="20462" y="63769"/>
                  <a:pt x="20462" y="65500"/>
                </a:quadBezTo>
                <a:lnTo>
                  <a:pt x="20462" y="70308"/>
                </a:lnTo>
                <a:lnTo>
                  <a:pt x="4000" y="70308"/>
                </a:lnTo>
                <a:close/>
                <a:moveTo>
                  <a:pt x="28000" y="70308"/>
                </a:moveTo>
                <a:lnTo>
                  <a:pt x="28000" y="65808"/>
                </a:lnTo>
                <a:quadBezTo>
                  <a:pt x="28000" y="63390"/>
                  <a:pt x="29404" y="61387"/>
                </a:quadBezTo>
                <a:quadBezTo>
                  <a:pt x="30808" y="59385"/>
                  <a:pt x="33546" y="57923"/>
                </a:quadBezTo>
                <a:quadBezTo>
                  <a:pt x="36285" y="56462"/>
                  <a:pt x="39927" y="55731"/>
                </a:quadBezTo>
                <a:quadBezTo>
                  <a:pt x="43569" y="55000"/>
                  <a:pt x="47969" y="55000"/>
                </a:quadBezTo>
                <a:quadBezTo>
                  <a:pt x="52454" y="55000"/>
                  <a:pt x="56096" y="55731"/>
                </a:quadBezTo>
                <a:quadBezTo>
                  <a:pt x="59738" y="56462"/>
                  <a:pt x="62477" y="57923"/>
                </a:quadBezTo>
                <a:quadBezTo>
                  <a:pt x="65215" y="59385"/>
                  <a:pt x="66608" y="61387"/>
                </a:quadBezTo>
                <a:quadBezTo>
                  <a:pt x="68000" y="63390"/>
                  <a:pt x="68000" y="65808"/>
                </a:quadBezTo>
                <a:lnTo>
                  <a:pt x="68000" y="70308"/>
                </a:lnTo>
                <a:lnTo>
                  <a:pt x="28000" y="70308"/>
                </a:lnTo>
                <a:close/>
                <a:moveTo>
                  <a:pt x="75538" y="70308"/>
                </a:moveTo>
                <a:lnTo>
                  <a:pt x="75538" y="65523"/>
                </a:lnTo>
                <a:quadBezTo>
                  <a:pt x="75538" y="63609"/>
                  <a:pt x="75119" y="61916"/>
                </a:quadBezTo>
                <a:quadBezTo>
                  <a:pt x="74700" y="60223"/>
                  <a:pt x="73862" y="58685"/>
                </a:quadBezTo>
                <a:quadBezTo>
                  <a:pt x="75115" y="58485"/>
                  <a:pt x="76112" y="58396"/>
                </a:quadBezTo>
                <a:quadBezTo>
                  <a:pt x="77108" y="58308"/>
                  <a:pt x="78000" y="58308"/>
                </a:quadBezTo>
                <a:quadBezTo>
                  <a:pt x="84200" y="58308"/>
                  <a:pt x="88100" y="60727"/>
                </a:quadBezTo>
                <a:quadBezTo>
                  <a:pt x="92000" y="63146"/>
                  <a:pt x="92000" y="66854"/>
                </a:quadBezTo>
                <a:lnTo>
                  <a:pt x="92000" y="70308"/>
                </a:lnTo>
                <a:lnTo>
                  <a:pt x="75538" y="70308"/>
                </a:lnTo>
                <a:close/>
                <a:moveTo>
                  <a:pt x="32115" y="66308"/>
                </a:moveTo>
                <a:lnTo>
                  <a:pt x="63908" y="66308"/>
                </a:lnTo>
                <a:lnTo>
                  <a:pt x="63908" y="65462"/>
                </a:lnTo>
                <a:quadBezTo>
                  <a:pt x="63677" y="62615"/>
                  <a:pt x="59242" y="60808"/>
                </a:quadBezTo>
                <a:quadBezTo>
                  <a:pt x="54808" y="59000"/>
                  <a:pt x="48000" y="59000"/>
                </a:quadBezTo>
                <a:quadBezTo>
                  <a:pt x="41192" y="59000"/>
                  <a:pt x="36758" y="60808"/>
                </a:quadBezTo>
                <a:quadBezTo>
                  <a:pt x="32323" y="62615"/>
                  <a:pt x="32115" y="65462"/>
                </a:quadBezTo>
                <a:lnTo>
                  <a:pt x="32115" y="66308"/>
                </a:lnTo>
                <a:close/>
                <a:moveTo>
                  <a:pt x="18056" y="54538"/>
                </a:moveTo>
                <a:quadBezTo>
                  <a:pt x="15700" y="54538"/>
                  <a:pt x="14042" y="52866"/>
                </a:quadBezTo>
                <a:quadBezTo>
                  <a:pt x="12385" y="51194"/>
                  <a:pt x="12385" y="48846"/>
                </a:quadBezTo>
                <a:quadBezTo>
                  <a:pt x="12385" y="46523"/>
                  <a:pt x="14057" y="44877"/>
                </a:quadBezTo>
                <a:quadBezTo>
                  <a:pt x="15729" y="43231"/>
                  <a:pt x="18077" y="43231"/>
                </a:quadBezTo>
                <a:quadBezTo>
                  <a:pt x="20400" y="43231"/>
                  <a:pt x="22085" y="44877"/>
                </a:quadBezTo>
                <a:quadBezTo>
                  <a:pt x="23769" y="46523"/>
                  <a:pt x="23769" y="48869"/>
                </a:quadBezTo>
                <a:quadBezTo>
                  <a:pt x="23769" y="51146"/>
                  <a:pt x="22127" y="52842"/>
                </a:quadBezTo>
                <a:quadBezTo>
                  <a:pt x="20484" y="54538"/>
                  <a:pt x="18056" y="54538"/>
                </a:quadBezTo>
                <a:close/>
                <a:moveTo>
                  <a:pt x="78000" y="54538"/>
                </a:moveTo>
                <a:quadBezTo>
                  <a:pt x="75700" y="54538"/>
                  <a:pt x="74004" y="52842"/>
                </a:quadBezTo>
                <a:quadBezTo>
                  <a:pt x="72308" y="51146"/>
                  <a:pt x="72308" y="48869"/>
                </a:quadBezTo>
                <a:quadBezTo>
                  <a:pt x="72308" y="46523"/>
                  <a:pt x="74004" y="44877"/>
                </a:quadBezTo>
                <a:quadBezTo>
                  <a:pt x="75700" y="43231"/>
                  <a:pt x="78015" y="43231"/>
                </a:quadBezTo>
                <a:quadBezTo>
                  <a:pt x="80400" y="43231"/>
                  <a:pt x="82046" y="44877"/>
                </a:quadBezTo>
                <a:quadBezTo>
                  <a:pt x="83692" y="46523"/>
                  <a:pt x="83692" y="48846"/>
                </a:quadBezTo>
                <a:quadBezTo>
                  <a:pt x="83692" y="51194"/>
                  <a:pt x="82056" y="52866"/>
                </a:quadBezTo>
                <a:quadBezTo>
                  <a:pt x="80419" y="54538"/>
                  <a:pt x="78000" y="54538"/>
                </a:quadBezTo>
                <a:close/>
                <a:moveTo>
                  <a:pt x="48027" y="52000"/>
                </a:moveTo>
                <a:quadBezTo>
                  <a:pt x="44385" y="52000"/>
                  <a:pt x="41808" y="49442"/>
                </a:quadBezTo>
                <a:quadBezTo>
                  <a:pt x="39231" y="46885"/>
                  <a:pt x="39231" y="43231"/>
                </a:quadBezTo>
                <a:quadBezTo>
                  <a:pt x="39231" y="39504"/>
                  <a:pt x="41788" y="36983"/>
                </a:quadBezTo>
                <a:quadBezTo>
                  <a:pt x="44346" y="34461"/>
                  <a:pt x="48000" y="34461"/>
                </a:quadBezTo>
                <a:quadBezTo>
                  <a:pt x="51727" y="34461"/>
                  <a:pt x="54248" y="36975"/>
                </a:quadBezTo>
                <a:quadBezTo>
                  <a:pt x="56769" y="39488"/>
                  <a:pt x="56769" y="43204"/>
                </a:quadBezTo>
                <a:quadBezTo>
                  <a:pt x="56769" y="46846"/>
                  <a:pt x="54256" y="49423"/>
                </a:quadBezTo>
                <a:quadBezTo>
                  <a:pt x="51743" y="52000"/>
                  <a:pt x="48027" y="52000"/>
                </a:quadBezTo>
                <a:close/>
                <a:moveTo>
                  <a:pt x="48038" y="48000"/>
                </a:moveTo>
                <a:quadBezTo>
                  <a:pt x="50008" y="48000"/>
                  <a:pt x="51388" y="46581"/>
                </a:quadBezTo>
                <a:quadBezTo>
                  <a:pt x="52769" y="45161"/>
                  <a:pt x="52769" y="43192"/>
                </a:quadBezTo>
                <a:quadBezTo>
                  <a:pt x="52769" y="41223"/>
                  <a:pt x="51398" y="39842"/>
                </a:quadBezTo>
                <a:quadBezTo>
                  <a:pt x="50027" y="38461"/>
                  <a:pt x="48000" y="38461"/>
                </a:quadBezTo>
                <a:quadBezTo>
                  <a:pt x="46069" y="38461"/>
                  <a:pt x="44650" y="39833"/>
                </a:quadBezTo>
                <a:quadBezTo>
                  <a:pt x="43231" y="41204"/>
                  <a:pt x="43231" y="43231"/>
                </a:quadBezTo>
                <a:quadBezTo>
                  <a:pt x="43231" y="45161"/>
                  <a:pt x="44650" y="46581"/>
                </a:quadBezTo>
                <a:quadBezTo>
                  <a:pt x="46069" y="48000"/>
                  <a:pt x="48038" y="48000"/>
                </a:quadBezTo>
                <a:close/>
                <a:moveTo>
                  <a:pt x="48023" y="66308"/>
                </a:moveTo>
                <a:close/>
                <a:moveTo>
                  <a:pt x="48000" y="43231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4133088" y="28803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Organisation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329184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2286000"/>
            <a:ext cx="2057400" cy="21945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 database"/>
          <p:cNvSpPr/>
          <p:nvPr/>
        </p:nvSpPr>
        <p:spPr>
          <a:xfrm>
            <a:off x="6373368" y="2423160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0000"/>
                </a:moveTo>
                <a:quadBezTo>
                  <a:pt x="33977" y="80000"/>
                  <a:pt x="24988" y="76427"/>
                </a:quadBezTo>
                <a:quadBezTo>
                  <a:pt x="16000" y="72854"/>
                  <a:pt x="16000" y="67231"/>
                </a:quadBezTo>
                <a:lnTo>
                  <a:pt x="16000" y="28000"/>
                </a:lnTo>
                <a:quadBezTo>
                  <a:pt x="16000" y="23015"/>
                  <a:pt x="25358" y="19508"/>
                </a:quadBezTo>
                <a:quadBezTo>
                  <a:pt x="34715" y="16000"/>
                  <a:pt x="48000" y="16000"/>
                </a:quadBezTo>
                <a:quadBezTo>
                  <a:pt x="61285" y="16000"/>
                  <a:pt x="70642" y="19508"/>
                </a:quadBezTo>
                <a:quadBezTo>
                  <a:pt x="80000" y="23015"/>
                  <a:pt x="80000" y="28000"/>
                </a:quadBezTo>
                <a:lnTo>
                  <a:pt x="80000" y="67231"/>
                </a:lnTo>
                <a:quadBezTo>
                  <a:pt x="80000" y="72854"/>
                  <a:pt x="71012" y="76427"/>
                </a:quadBezTo>
                <a:quadBezTo>
                  <a:pt x="62023" y="80000"/>
                  <a:pt x="48000" y="80000"/>
                </a:quadBezTo>
                <a:close/>
                <a:moveTo>
                  <a:pt x="48000" y="35562"/>
                </a:moveTo>
                <a:quadBezTo>
                  <a:pt x="56592" y="35562"/>
                  <a:pt x="65323" y="33165"/>
                </a:quadBezTo>
                <a:quadBezTo>
                  <a:pt x="74054" y="30769"/>
                  <a:pt x="75769" y="27946"/>
                </a:quadBezTo>
                <a:quadBezTo>
                  <a:pt x="74131" y="24969"/>
                  <a:pt x="65488" y="22485"/>
                </a:quadBezTo>
                <a:quadBezTo>
                  <a:pt x="56846" y="20000"/>
                  <a:pt x="48000" y="20000"/>
                </a:quadBezTo>
                <a:quadBezTo>
                  <a:pt x="39285" y="20000"/>
                  <a:pt x="30535" y="22396"/>
                </a:quadBezTo>
                <a:quadBezTo>
                  <a:pt x="21785" y="24792"/>
                  <a:pt x="20077" y="27638"/>
                </a:quadBezTo>
                <a:quadBezTo>
                  <a:pt x="21708" y="30638"/>
                  <a:pt x="30381" y="33100"/>
                </a:quadBezTo>
                <a:quadBezTo>
                  <a:pt x="39054" y="35562"/>
                  <a:pt x="48000" y="35562"/>
                </a:quadBezTo>
                <a:close/>
                <a:moveTo>
                  <a:pt x="48000" y="55692"/>
                </a:moveTo>
                <a:quadBezTo>
                  <a:pt x="52123" y="55692"/>
                  <a:pt x="56100" y="55292"/>
                </a:quadBezTo>
                <a:quadBezTo>
                  <a:pt x="60077" y="54892"/>
                  <a:pt x="63704" y="54104"/>
                </a:quadBezTo>
                <a:quadBezTo>
                  <a:pt x="67331" y="53315"/>
                  <a:pt x="70442" y="52138"/>
                </a:quadBezTo>
                <a:quadBezTo>
                  <a:pt x="73554" y="50962"/>
                  <a:pt x="76000" y="49485"/>
                </a:quadBezTo>
                <a:lnTo>
                  <a:pt x="76000" y="33100"/>
                </a:lnTo>
                <a:quadBezTo>
                  <a:pt x="73554" y="34577"/>
                  <a:pt x="70442" y="35754"/>
                </a:quadBezTo>
                <a:quadBezTo>
                  <a:pt x="67331" y="36931"/>
                  <a:pt x="63704" y="37719"/>
                </a:quadBezTo>
                <a:quadBezTo>
                  <a:pt x="60077" y="38508"/>
                  <a:pt x="56100" y="38908"/>
                </a:quadBezTo>
                <a:quadBezTo>
                  <a:pt x="52123" y="39308"/>
                  <a:pt x="48000" y="39308"/>
                </a:quadBezTo>
                <a:quadBezTo>
                  <a:pt x="43723" y="39308"/>
                  <a:pt x="39685" y="38869"/>
                </a:quadBezTo>
                <a:quadBezTo>
                  <a:pt x="35646" y="38431"/>
                  <a:pt x="32058" y="37642"/>
                </a:quadBezTo>
                <a:quadBezTo>
                  <a:pt x="28469" y="36854"/>
                  <a:pt x="25408" y="35715"/>
                </a:quadBezTo>
                <a:quadBezTo>
                  <a:pt x="22346" y="34577"/>
                  <a:pt x="20000" y="33100"/>
                </a:quadBezTo>
                <a:lnTo>
                  <a:pt x="20000" y="49485"/>
                </a:lnTo>
                <a:quadBezTo>
                  <a:pt x="22346" y="50962"/>
                  <a:pt x="25408" y="52100"/>
                </a:quadBezTo>
                <a:quadBezTo>
                  <a:pt x="28469" y="53238"/>
                  <a:pt x="32058" y="54027"/>
                </a:quadBezTo>
                <a:quadBezTo>
                  <a:pt x="35646" y="54815"/>
                  <a:pt x="39685" y="55254"/>
                </a:quadBezTo>
                <a:quadBezTo>
                  <a:pt x="43723" y="55692"/>
                  <a:pt x="48000" y="55692"/>
                </a:quadBezTo>
                <a:close/>
                <a:moveTo>
                  <a:pt x="48000" y="76000"/>
                </a:moveTo>
                <a:quadBezTo>
                  <a:pt x="53138" y="76000"/>
                  <a:pt x="57773" y="75415"/>
                </a:quadBezTo>
                <a:quadBezTo>
                  <a:pt x="62408" y="74831"/>
                  <a:pt x="66100" y="73758"/>
                </a:quadBezTo>
                <a:quadBezTo>
                  <a:pt x="69792" y="72685"/>
                  <a:pt x="72377" y="71196"/>
                </a:quadBezTo>
                <a:quadBezTo>
                  <a:pt x="74962" y="69708"/>
                  <a:pt x="76000" y="67977"/>
                </a:quadBezTo>
                <a:lnTo>
                  <a:pt x="76000" y="53485"/>
                </a:lnTo>
                <a:quadBezTo>
                  <a:pt x="73554" y="54962"/>
                  <a:pt x="70442" y="56138"/>
                </a:quadBezTo>
                <a:quadBezTo>
                  <a:pt x="67331" y="57315"/>
                  <a:pt x="63704" y="58104"/>
                </a:quadBezTo>
                <a:quadBezTo>
                  <a:pt x="60077" y="58892"/>
                  <a:pt x="56100" y="59292"/>
                </a:quadBezTo>
                <a:quadBezTo>
                  <a:pt x="52123" y="59692"/>
                  <a:pt x="48000" y="59692"/>
                </a:quadBezTo>
                <a:quadBezTo>
                  <a:pt x="43723" y="59692"/>
                  <a:pt x="39685" y="59254"/>
                </a:quadBezTo>
                <a:quadBezTo>
                  <a:pt x="35646" y="58815"/>
                  <a:pt x="32058" y="58027"/>
                </a:quadBezTo>
                <a:quadBezTo>
                  <a:pt x="28469" y="57238"/>
                  <a:pt x="25408" y="56100"/>
                </a:quadBezTo>
                <a:quadBezTo>
                  <a:pt x="22346" y="54962"/>
                  <a:pt x="20000" y="53485"/>
                </a:quadBezTo>
                <a:lnTo>
                  <a:pt x="20000" y="68000"/>
                </a:lnTo>
                <a:quadBezTo>
                  <a:pt x="21038" y="69808"/>
                  <a:pt x="23612" y="71246"/>
                </a:quadBezTo>
                <a:quadBezTo>
                  <a:pt x="26185" y="72685"/>
                  <a:pt x="29877" y="73758"/>
                </a:quadBezTo>
                <a:quadBezTo>
                  <a:pt x="33569" y="74831"/>
                  <a:pt x="38215" y="75415"/>
                </a:quadBezTo>
                <a:quadBezTo>
                  <a:pt x="42862" y="76000"/>
                  <a:pt x="48000" y="76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6373368" y="28803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Systems &amp;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29184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8" y="2286000"/>
            <a:ext cx="2057400" cy="21945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Icon verified"/>
          <p:cNvSpPr/>
          <p:nvPr/>
        </p:nvSpPr>
        <p:spPr>
          <a:xfrm>
            <a:off x="8613648" y="2423160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8613648" y="28803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329184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Element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09928" y="4617720"/>
            <a:ext cx="877824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Foundation: GxP compliance, culture and capabilities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Target picture | Requirements (MoSCoW)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97280"/>
                <a:gridCol w="5120640"/>
                <a:gridCol w="1828800"/>
                <a:gridCol w="1463040"/>
                <a:gridCol w="2011680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ID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Requirement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Priority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Source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[Requirement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[Category]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[Stakeholder]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[Requirement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[Category]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[Stakeholder]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[Requirement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[Category]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[Stakeholder]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[Requirement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[Category]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[Stakeholder]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[Requirement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[Category]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[Stakeholder]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[Requirement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[Category]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[Stakeholder]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76488" y="202996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Must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6488" y="256032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Must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76488" y="3090672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Should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76488" y="3621024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Should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76488" y="4151376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Could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6488" y="4681727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Won’t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Target picture | Long list to short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852160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Long list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00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5184648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Criteria:  </a:t>
            </a:r>
            <a:r>
              <a:rPr sz="1500" b="0" i="0">
                <a:solidFill>
                  <a:schemeClr val="tx1"/>
                </a:solidFill>
              </a:rPr>
              <a:t>Desk research, market scan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0" y="2267712"/>
            <a:ext cx="51846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886968" y="2359152"/>
            <a:ext cx="4754880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Screening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00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59152"/>
            <a:ext cx="5184648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Criteria:  </a:t>
            </a:r>
            <a:r>
              <a:rPr sz="1500" b="0" i="0">
                <a:solidFill>
                  <a:schemeClr val="tx1"/>
                </a:solidFill>
              </a:rPr>
              <a:t>Knock-out criteria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255264"/>
            <a:ext cx="51846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1435608" y="3346704"/>
            <a:ext cx="3657600" cy="82296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Short list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0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46704"/>
            <a:ext cx="5184648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Criteria:  </a:t>
            </a:r>
            <a:r>
              <a:rPr sz="1500" b="0" i="0">
                <a:solidFill>
                  <a:schemeClr val="tx1"/>
                </a:solidFill>
              </a:rPr>
              <a:t>Detailed evaluation, demos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0" y="4242816"/>
            <a:ext cx="51846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1984248" y="4334256"/>
            <a:ext cx="256032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Recommendation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1 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334256"/>
            <a:ext cx="5184648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Criteria:  </a:t>
            </a:r>
            <a:r>
              <a:rPr sz="1500" b="0" i="0">
                <a:solidFill>
                  <a:schemeClr val="tx1"/>
                </a:solidFill>
              </a:rPr>
              <a:t>Business case, references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0" y="5230368"/>
            <a:ext cx="51846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Target picture | Vendor / system evaluation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36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686860"/>
                <a:gridCol w="1474744"/>
                <a:gridCol w="2119944"/>
                <a:gridCol w="2119944"/>
                <a:gridCol w="2119944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Criterion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Weight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Vendor 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Vendor B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Vendor 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Criterion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Criterion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Criterion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Criterion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Criterion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Weighted total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700" b="0" i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700" b="0" i="0">
                          <a:solidFill>
                            <a:schemeClr val="bg1"/>
                          </a:solidFill>
                        </a:rPr>
                        <a:t>0.0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700" b="0" i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Target picture | Initiative portfolio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657600"/>
                <a:gridCol w="1828800"/>
                <a:gridCol w="1280160"/>
                <a:gridCol w="1280160"/>
                <a:gridCol w="1463040"/>
                <a:gridCol w="2011680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Initiative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Value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Effort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Wave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Benefit p.a.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Initiative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€0.0m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Initiative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€0.0m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Initiative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€0.0m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Initiative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€0.0m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Initiative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€0.0m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Initiative 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€0.0m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6300216" y="200253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00216" y="2002536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0376" y="200253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7580376" y="2002536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05088" y="2029967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Wave 1</a:t>
            </a:r>
          </a:p>
        </p:txBody>
      </p:sp>
      <p:sp>
        <p:nvSpPr>
          <p:cNvPr id="12" name="Oval 11"/>
          <p:cNvSpPr/>
          <p:nvPr/>
        </p:nvSpPr>
        <p:spPr>
          <a:xfrm>
            <a:off x="6300216" y="2532888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ie 12"/>
          <p:cNvSpPr/>
          <p:nvPr/>
        </p:nvSpPr>
        <p:spPr>
          <a:xfrm>
            <a:off x="6300216" y="2532888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80376" y="2532888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7580376" y="2532888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05088" y="2560320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Wave 1</a:t>
            </a:r>
          </a:p>
        </p:txBody>
      </p:sp>
      <p:sp>
        <p:nvSpPr>
          <p:cNvPr id="17" name="Oval 16"/>
          <p:cNvSpPr/>
          <p:nvPr/>
        </p:nvSpPr>
        <p:spPr>
          <a:xfrm>
            <a:off x="6300216" y="3063239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0216" y="3063239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80376" y="3063239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7580376" y="3063239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05088" y="3090671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Wave 2</a:t>
            </a:r>
          </a:p>
        </p:txBody>
      </p:sp>
      <p:sp>
        <p:nvSpPr>
          <p:cNvPr id="22" name="Oval 21"/>
          <p:cNvSpPr/>
          <p:nvPr/>
        </p:nvSpPr>
        <p:spPr>
          <a:xfrm>
            <a:off x="6300216" y="3593591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6300216" y="3593591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0376" y="3593591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7580376" y="3593591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05088" y="3621023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Wave 1</a:t>
            </a:r>
          </a:p>
        </p:txBody>
      </p:sp>
      <p:sp>
        <p:nvSpPr>
          <p:cNvPr id="27" name="Oval 26"/>
          <p:cNvSpPr/>
          <p:nvPr/>
        </p:nvSpPr>
        <p:spPr>
          <a:xfrm>
            <a:off x="6300216" y="4123944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Pie 27"/>
          <p:cNvSpPr/>
          <p:nvPr/>
        </p:nvSpPr>
        <p:spPr>
          <a:xfrm>
            <a:off x="6300216" y="4123944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80376" y="4123944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0376" y="4123944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05088" y="4151376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Wave 3</a:t>
            </a:r>
          </a:p>
        </p:txBody>
      </p:sp>
      <p:sp>
        <p:nvSpPr>
          <p:cNvPr id="32" name="Oval 31"/>
          <p:cNvSpPr/>
          <p:nvPr/>
        </p:nvSpPr>
        <p:spPr>
          <a:xfrm>
            <a:off x="6300216" y="465429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Pie 32"/>
          <p:cNvSpPr/>
          <p:nvPr/>
        </p:nvSpPr>
        <p:spPr>
          <a:xfrm>
            <a:off x="6300216" y="4654296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80376" y="465429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Pie 34"/>
          <p:cNvSpPr/>
          <p:nvPr/>
        </p:nvSpPr>
        <p:spPr>
          <a:xfrm>
            <a:off x="7580376" y="4654296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705088" y="4681728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Wave 3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Target picture | Initiative charter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Initiative [name]: [objective in one line]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1371600"/>
            <a:ext cx="6035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38328" y="1481328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75564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[What should be achieved?]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377440"/>
            <a:ext cx="6035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2487168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76148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[In / out of scope]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" y="3383280"/>
            <a:ext cx="6035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38328" y="3493008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76732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[Main steps]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371600"/>
            <a:ext cx="5093208" cy="2926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5087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508760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057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057400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[MM/YY – MM/YY]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606039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606039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€[0]k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154679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KPI / benefit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154679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[KPI, target]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7033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Dependencies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703320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[Initiatives]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526280"/>
            <a:ext cx="509320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KEY RISKS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800600"/>
            <a:ext cx="50932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[Risk and mitigation]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Target picture | Roadmap in waves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9464" y="1325880"/>
            <a:ext cx="3035808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Wave 1: Quick wins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0–6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78424" y="1325880"/>
            <a:ext cx="3035808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Wave 2: Build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6–18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8787384" y="1325880"/>
            <a:ext cx="3035808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Wave 3: Scale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18–36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1488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Workstream 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" y="2862072"/>
            <a:ext cx="11521440" cy="0"/>
          </a:xfrm>
          <a:prstGeom prst="line">
            <a:avLst/>
          </a:prstGeom>
          <a:ln w="9525">
            <a:solidFill>
              <a:schemeClr val="bg2">
                <a:lumMod val="45000"/>
                <a:lumOff val="55000"/>
              </a:schemeClr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338328" y="2926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Workstream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" y="3639312"/>
            <a:ext cx="11521440" cy="0"/>
          </a:xfrm>
          <a:prstGeom prst="line">
            <a:avLst/>
          </a:prstGeom>
          <a:ln w="9525">
            <a:solidFill>
              <a:schemeClr val="bg2">
                <a:lumMod val="45000"/>
                <a:lumOff val="55000"/>
              </a:schemeClr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38328" y="37033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Workstream 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" y="4416552"/>
            <a:ext cx="11521440" cy="0"/>
          </a:xfrm>
          <a:prstGeom prst="line">
            <a:avLst/>
          </a:prstGeom>
          <a:ln w="9525">
            <a:solidFill>
              <a:schemeClr val="bg2">
                <a:lumMod val="45000"/>
                <a:lumOff val="55000"/>
              </a:schemeClr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338328" y="448056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Workstream 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" y="5193792"/>
            <a:ext cx="11521440" cy="0"/>
          </a:xfrm>
          <a:prstGeom prst="line">
            <a:avLst/>
          </a:prstGeom>
          <a:ln w="9525">
            <a:solidFill>
              <a:schemeClr val="bg2">
                <a:lumMod val="45000"/>
                <a:lumOff val="55000"/>
              </a:schemeClr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569464" y="2258568"/>
            <a:ext cx="2724912" cy="420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Initiative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78424" y="2258568"/>
            <a:ext cx="3035808" cy="420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Initiative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91256" y="3035808"/>
            <a:ext cx="3657600" cy="420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Initiative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2904" y="3035808"/>
            <a:ext cx="4279392" cy="420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Initiative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9464" y="3813048"/>
            <a:ext cx="2414016" cy="420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Initiative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78424" y="3813048"/>
            <a:ext cx="4901184" cy="420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Initiative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23944" y="4590288"/>
            <a:ext cx="4590288" cy="420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Initiative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4590288"/>
            <a:ext cx="2724912" cy="420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Initiative</a:t>
            </a:r>
          </a:p>
        </p:txBody>
      </p:sp>
      <p:sp>
        <p:nvSpPr>
          <p:cNvPr id="25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8" name="TextBox 27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Target picture | Quick wins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48640"/>
                <a:gridCol w="4206240"/>
                <a:gridCol w="2743200"/>
                <a:gridCol w="1097280"/>
                <a:gridCol w="1645920"/>
                <a:gridCol w="1280160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Quick win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Benefit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Effort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[Benefit]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[Benefit]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[Benefit]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[Benefit]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[Benefit]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[Benefit]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8220456" y="200253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0456" y="2002536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0456" y="2532888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0456" y="2532888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0456" y="3063239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0456" y="3063239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0456" y="3593591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ie 13"/>
          <p:cNvSpPr/>
          <p:nvPr/>
        </p:nvSpPr>
        <p:spPr>
          <a:xfrm>
            <a:off x="8220456" y="3593591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0456" y="4123944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8220456" y="4123944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0456" y="465429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8220456" y="4654296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Validation</a:t>
            </a:r>
          </a:p>
          <a:p>
            <a:r>
              <a:t>&amp; compliance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Validation &amp; compliance | V-model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approach: specification and verification follow the V-model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274320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accent1"/>
                </a:solidFill>
              </a:rPr>
              <a:t>URS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User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16568" y="1371600"/>
            <a:ext cx="2743200" cy="73152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accent1"/>
                </a:solidFill>
              </a:rPr>
              <a:t>PQ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Performance qualification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081528" y="1737360"/>
            <a:ext cx="6035040" cy="0"/>
          </a:xfrm>
          <a:prstGeom prst="line">
            <a:avLst/>
          </a:prstGeom>
          <a:ln w="12700">
            <a:solidFill>
              <a:schemeClr val="tx2"/>
            </a:solidFill>
            <a:tailEnd type="triangle" w="med" len="med"/>
          </a:ln>
        </p:spPr>
      </p:cxnSp>
      <p:sp>
        <p:nvSpPr>
          <p:cNvPr id="9" name="TextBox 8"/>
          <p:cNvSpPr txBox="1"/>
          <p:nvPr/>
        </p:nvSpPr>
        <p:spPr>
          <a:xfrm>
            <a:off x="3264408" y="1444751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verifies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35607" y="2377440"/>
            <a:ext cx="274320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accent1"/>
                </a:solidFill>
              </a:rPr>
              <a:t>FS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Functional specification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9288" y="2377440"/>
            <a:ext cx="2743200" cy="73152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accent1"/>
                </a:solidFill>
              </a:rPr>
              <a:t>OQ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Operational qualification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178808" y="2743200"/>
            <a:ext cx="3840480" cy="0"/>
          </a:xfrm>
          <a:prstGeom prst="line">
            <a:avLst/>
          </a:prstGeom>
          <a:ln w="12700">
            <a:solidFill>
              <a:schemeClr val="tx2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4361688" y="245059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verifies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2888" y="3383280"/>
            <a:ext cx="274320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accent1"/>
                </a:solidFill>
              </a:rPr>
              <a:t>DS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Design specification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22008" y="3383280"/>
            <a:ext cx="2743200" cy="73152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accent1"/>
                </a:solidFill>
              </a:rPr>
              <a:t>IQ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Installation qualification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276088" y="3749040"/>
            <a:ext cx="1645920" cy="0"/>
          </a:xfrm>
          <a:prstGeom prst="line">
            <a:avLst/>
          </a:prstGeom>
          <a:ln w="12700">
            <a:solidFill>
              <a:schemeClr val="tx2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5458968" y="345643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verifies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0168" y="4434840"/>
            <a:ext cx="493776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Build /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4572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SPECIFICATION 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4572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VERIFICATION ↑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Validation &amp; compliance | Validation deliverables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40233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023360"/>
                <a:gridCol w="1874520"/>
                <a:gridCol w="1874520"/>
                <a:gridCol w="1874520"/>
                <a:gridCol w="1874520"/>
              </a:tblGrid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Deliverable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System 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QA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Vendor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Validation plan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Risk assessment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URS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IQ / OQ protocols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PQ protocol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Traceability matrix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Validation report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8328" y="5486400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C </a:t>
            </a:r>
            <a:r>
              <a:rPr sz="1200" b="0" i="0">
                <a:solidFill>
                  <a:schemeClr val="tx1"/>
                </a:solidFill>
              </a:rPr>
              <a:t>Create    </a:t>
            </a:r>
            <a:r>
              <a:rPr sz="1200" b="0" i="0">
                <a:solidFill>
                  <a:schemeClr val="accent1"/>
                </a:solidFill>
              </a:rPr>
              <a:t>R </a:t>
            </a:r>
            <a:r>
              <a:rPr sz="1200" b="0" i="0">
                <a:solidFill>
                  <a:schemeClr val="tx1"/>
                </a:solidFill>
              </a:rPr>
              <a:t>Review    </a:t>
            </a:r>
            <a:r>
              <a:rPr sz="1200" b="0" i="0">
                <a:solidFill>
                  <a:schemeClr val="accent1"/>
                </a:solidFill>
              </a:rPr>
              <a:t>A </a:t>
            </a:r>
            <a:r>
              <a:rPr sz="1200" b="0" i="0">
                <a:solidFill>
                  <a:schemeClr val="tx1"/>
                </a:solidFill>
              </a:rPr>
              <a:t>Approve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Validation &amp; compliance | Risk assessment (FMEA)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40156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1680"/>
                <a:gridCol w="2011680"/>
                <a:gridCol w="1828800"/>
                <a:gridCol w="548640"/>
                <a:gridCol w="548640"/>
                <a:gridCol w="548640"/>
                <a:gridCol w="822960"/>
                <a:gridCol w="3200400"/>
              </a:tblGrid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Function / step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Failure mode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Effect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RPN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[Failure mode]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[Effect]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[Failure mode]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[Effect]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[Failure mode]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[Effect]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[Failure mode]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[Effect]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[Function]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[Failure mode]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[Effect]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38328" y="5029200"/>
            <a:ext cx="201168" cy="20116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" y="499262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RPN ≥ 36: mitigation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5029200"/>
            <a:ext cx="201168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499262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RPN 20–35: mitigation recommended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9288" y="5029200"/>
            <a:ext cx="201168" cy="201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499262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RPN &lt; 20: acceptable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Validation &amp; compliance | Traceability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39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480244"/>
                <a:gridCol w="1282195"/>
                <a:gridCol w="1126500"/>
                <a:gridCol w="1126500"/>
                <a:gridCol w="1126500"/>
                <a:gridCol w="1126500"/>
                <a:gridCol w="1126500"/>
                <a:gridCol w="1126500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Requirement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Risk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IQ-01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IQ-02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OQ-01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OQ-02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OQ-03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PQ-01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REQ-01 [short text]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REQ-02 [short text]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REQ-03 [short text]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REQ-04 [short text]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REQ-05 [short text]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REQ-06 [short text]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Icon check_circle"/>
          <p:cNvSpPr/>
          <p:nvPr/>
        </p:nvSpPr>
        <p:spPr>
          <a:xfrm>
            <a:off x="5526857" y="202996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Icon check_circle"/>
          <p:cNvSpPr/>
          <p:nvPr/>
        </p:nvSpPr>
        <p:spPr>
          <a:xfrm>
            <a:off x="7779857" y="202996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" name="Icon check_circle"/>
          <p:cNvSpPr/>
          <p:nvPr/>
        </p:nvSpPr>
        <p:spPr>
          <a:xfrm>
            <a:off x="7779857" y="256032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Icon check_circle"/>
          <p:cNvSpPr/>
          <p:nvPr/>
        </p:nvSpPr>
        <p:spPr>
          <a:xfrm>
            <a:off x="8906357" y="256032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Icon check_circle"/>
          <p:cNvSpPr/>
          <p:nvPr/>
        </p:nvSpPr>
        <p:spPr>
          <a:xfrm>
            <a:off x="6653357" y="3090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Icon check_circle"/>
          <p:cNvSpPr/>
          <p:nvPr/>
        </p:nvSpPr>
        <p:spPr>
          <a:xfrm>
            <a:off x="10032857" y="3090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Icon check_circle"/>
          <p:cNvSpPr/>
          <p:nvPr/>
        </p:nvSpPr>
        <p:spPr>
          <a:xfrm>
            <a:off x="8906357" y="36210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Icon check_circle"/>
          <p:cNvSpPr/>
          <p:nvPr/>
        </p:nvSpPr>
        <p:spPr>
          <a:xfrm>
            <a:off x="11159357" y="415137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Icon check_circle"/>
          <p:cNvSpPr/>
          <p:nvPr/>
        </p:nvSpPr>
        <p:spPr>
          <a:xfrm>
            <a:off x="10032857" y="4681727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" name="Icon check_circle"/>
          <p:cNvSpPr/>
          <p:nvPr/>
        </p:nvSpPr>
        <p:spPr>
          <a:xfrm>
            <a:off x="11159357" y="4681727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Coverage: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Validation &amp; compliance | Qualification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29184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System / equipment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FAT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IQ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OQ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PQ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Release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System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System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System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System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System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System 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4215384" y="206654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86984" y="206654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58584" y="206654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30183" y="206654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01784" y="206654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73384" y="2066544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15384" y="259689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86984" y="259689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58584" y="259689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0183" y="259689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01784" y="2596896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73384" y="2596896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15384" y="312724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86984" y="312724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58584" y="312724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30183" y="3127248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01784" y="3127248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73384" y="3127248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15384" y="3657600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86984" y="3657600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58584" y="3657600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30183" y="3657600"/>
            <a:ext cx="201168" cy="20116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01784" y="3657600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073384" y="3657600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215384" y="418795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86984" y="4187952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58584" y="4187952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30183" y="4187952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01784" y="4187952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073384" y="4187952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15384" y="4718303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86984" y="4718303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958584" y="4718303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30183" y="4718303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01784" y="4718303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73384" y="4718303"/>
            <a:ext cx="201168" cy="20116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8328" y="5285232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" y="5257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Completed</a:t>
            </a:r>
          </a:p>
        </p:txBody>
      </p:sp>
      <p:sp>
        <p:nvSpPr>
          <p:cNvPr id="45" name="Oval 44"/>
          <p:cNvSpPr/>
          <p:nvPr/>
        </p:nvSpPr>
        <p:spPr>
          <a:xfrm>
            <a:off x="1664207" y="5285232"/>
            <a:ext cx="146304" cy="1463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83663" y="5257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In progress</a:t>
            </a:r>
          </a:p>
        </p:txBody>
      </p:sp>
      <p:sp>
        <p:nvSpPr>
          <p:cNvPr id="47" name="Oval 46"/>
          <p:cNvSpPr/>
          <p:nvPr/>
        </p:nvSpPr>
        <p:spPr>
          <a:xfrm>
            <a:off x="2990088" y="5285232"/>
            <a:ext cx="146304" cy="1463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9544" y="5257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Deviation open</a:t>
            </a:r>
          </a:p>
        </p:txBody>
      </p:sp>
      <p:sp>
        <p:nvSpPr>
          <p:cNvPr id="49" name="Oval 48"/>
          <p:cNvSpPr/>
          <p:nvPr/>
        </p:nvSpPr>
        <p:spPr>
          <a:xfrm>
            <a:off x="4315968" y="5285232"/>
            <a:ext cx="146304" cy="1463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35424" y="5257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Not started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Validation &amp; compliance | Inspection readiness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[Self-assessment / mock inspection],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7863840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686800" y="1463040"/>
            <a:ext cx="31729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686800" y="1572768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80768"/>
            <a:ext cx="3172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Overall readiness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0" y="2926080"/>
            <a:ext cx="31729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686800" y="3035808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543808"/>
            <a:ext cx="3172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Critical gaps open</a:t>
            </a:r>
          </a:p>
        </p:txBody>
      </p:sp>
      <p:sp>
        <p:nvSpPr>
          <p:cNvPr id="13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Implemen-</a:t>
            </a:r>
          </a:p>
          <a:p>
            <a:r>
              <a:t>tation &amp;</a:t>
            </a:r>
          </a:p>
          <a:p>
            <a:r>
              <a:t>change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Implementation | Open points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points: status of actions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40233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48640"/>
                <a:gridCol w="5852160"/>
                <a:gridCol w="2011680"/>
                <a:gridCol w="1463040"/>
                <a:gridCol w="1645920"/>
              </a:tblGrid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Action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[Action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[Action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[Action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[Action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[Action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[Action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[Action in one line]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10351008" y="2034539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25328" y="1874519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Done</a:t>
            </a:r>
          </a:p>
        </p:txBody>
      </p:sp>
      <p:sp>
        <p:nvSpPr>
          <p:cNvPr id="9" name="Oval 8"/>
          <p:cNvSpPr/>
          <p:nvPr/>
        </p:nvSpPr>
        <p:spPr>
          <a:xfrm>
            <a:off x="10351008" y="253746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25328" y="23774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Done</a:t>
            </a:r>
          </a:p>
        </p:txBody>
      </p:sp>
      <p:sp>
        <p:nvSpPr>
          <p:cNvPr id="11" name="Oval 10"/>
          <p:cNvSpPr/>
          <p:nvPr/>
        </p:nvSpPr>
        <p:spPr>
          <a:xfrm>
            <a:off x="10351008" y="304038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25328" y="288036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In progress</a:t>
            </a:r>
          </a:p>
        </p:txBody>
      </p:sp>
      <p:sp>
        <p:nvSpPr>
          <p:cNvPr id="13" name="Oval 12"/>
          <p:cNvSpPr/>
          <p:nvPr/>
        </p:nvSpPr>
        <p:spPr>
          <a:xfrm>
            <a:off x="10351008" y="3543300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25328" y="338328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In progress</a:t>
            </a:r>
          </a:p>
        </p:txBody>
      </p:sp>
      <p:sp>
        <p:nvSpPr>
          <p:cNvPr id="15" name="Oval 14"/>
          <p:cNvSpPr/>
          <p:nvPr/>
        </p:nvSpPr>
        <p:spPr>
          <a:xfrm>
            <a:off x="10351008" y="4046220"/>
            <a:ext cx="182880" cy="1828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25328" y="388620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Overdue</a:t>
            </a:r>
          </a:p>
        </p:txBody>
      </p:sp>
      <p:sp>
        <p:nvSpPr>
          <p:cNvPr id="17" name="Oval 16"/>
          <p:cNvSpPr/>
          <p:nvPr/>
        </p:nvSpPr>
        <p:spPr>
          <a:xfrm>
            <a:off x="10351008" y="4549140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25328" y="43891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Open</a:t>
            </a:r>
          </a:p>
        </p:txBody>
      </p:sp>
      <p:sp>
        <p:nvSpPr>
          <p:cNvPr id="19" name="Oval 18"/>
          <p:cNvSpPr/>
          <p:nvPr/>
        </p:nvSpPr>
        <p:spPr>
          <a:xfrm>
            <a:off x="10351008" y="5052060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25328" y="48920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Open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Implementation | Decision 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log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38" cy="38404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822960"/>
                <a:gridCol w="1280160"/>
                <a:gridCol w="4937759"/>
                <a:gridCol w="2011680"/>
                <a:gridCol w="2468879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Decided by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Impact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D-01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[Decision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[Body / 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[Scope / time / cost]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D-02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[Decision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[Body / 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[Scope / time / cost]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D-03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[Decision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[Body / 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[Scope / time / cost]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D-04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[Decision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[Body / 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[Scope / time / cost]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D-05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[Decision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[Body / 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[Scope / time / cost]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D-06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[Decision in one sentence]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[Body / 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[Scope / time / cost]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Implementation | Resource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[Resource plan]; FTE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8229600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052560" y="1463040"/>
            <a:ext cx="28072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9052560" y="1572768"/>
            <a:ext cx="28072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00 FTE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017268"/>
            <a:ext cx="28072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Peak in month [x]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52560" y="2926080"/>
            <a:ext cx="28072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9052560" y="3035808"/>
            <a:ext cx="28072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000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480308"/>
            <a:ext cx="28072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Customer effort in total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Implementation | Change impact 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5661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377440"/>
                <a:gridCol w="1280160"/>
                <a:gridCol w="1280160"/>
                <a:gridCol w="1280160"/>
                <a:gridCol w="1280160"/>
                <a:gridCol w="4023360"/>
              </a:tblGrid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Stakeholder group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Processes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Roles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Systems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Skills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Measures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Operators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Shift leads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QA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Maintenance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Management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[Measure]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3191256" y="209397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91256" y="2093976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71416" y="209397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471416" y="2093976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51576" y="209397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51576" y="2093976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31736" y="209397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ie 13"/>
          <p:cNvSpPr/>
          <p:nvPr/>
        </p:nvSpPr>
        <p:spPr>
          <a:xfrm>
            <a:off x="7031736" y="2093976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91256" y="268833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3191256" y="2688336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1416" y="268833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4471416" y="2688336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51576" y="268833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5751576" y="2688336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31736" y="268833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7031736" y="2688336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91256" y="328269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3191256" y="3282696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71416" y="328269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4471416" y="3282696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51576" y="328269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Pie 27"/>
          <p:cNvSpPr/>
          <p:nvPr/>
        </p:nvSpPr>
        <p:spPr>
          <a:xfrm>
            <a:off x="5751576" y="3282696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31736" y="328269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Pie 29"/>
          <p:cNvSpPr/>
          <p:nvPr/>
        </p:nvSpPr>
        <p:spPr>
          <a:xfrm>
            <a:off x="7031736" y="3282696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91256" y="3877055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Pie 31"/>
          <p:cNvSpPr/>
          <p:nvPr/>
        </p:nvSpPr>
        <p:spPr>
          <a:xfrm>
            <a:off x="3191256" y="3877055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71416" y="3877055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ie 33"/>
          <p:cNvSpPr/>
          <p:nvPr/>
        </p:nvSpPr>
        <p:spPr>
          <a:xfrm>
            <a:off x="4471416" y="3877055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51576" y="3877055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Pie 35"/>
          <p:cNvSpPr/>
          <p:nvPr/>
        </p:nvSpPr>
        <p:spPr>
          <a:xfrm>
            <a:off x="5751576" y="3877055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31736" y="3877055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Pie 37"/>
          <p:cNvSpPr/>
          <p:nvPr/>
        </p:nvSpPr>
        <p:spPr>
          <a:xfrm>
            <a:off x="7031736" y="3877055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91256" y="447141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ie 39"/>
          <p:cNvSpPr/>
          <p:nvPr/>
        </p:nvSpPr>
        <p:spPr>
          <a:xfrm>
            <a:off x="3191256" y="4471416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71416" y="447141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Pie 41"/>
          <p:cNvSpPr/>
          <p:nvPr/>
        </p:nvSpPr>
        <p:spPr>
          <a:xfrm>
            <a:off x="4471416" y="4471416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51576" y="447141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Pie 43"/>
          <p:cNvSpPr/>
          <p:nvPr/>
        </p:nvSpPr>
        <p:spPr>
          <a:xfrm>
            <a:off x="5751576" y="4471416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31736" y="447141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ie 45"/>
          <p:cNvSpPr/>
          <p:nvPr/>
        </p:nvSpPr>
        <p:spPr>
          <a:xfrm>
            <a:off x="7031736" y="4471416"/>
            <a:ext cx="329184" cy="329184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Implementation | Change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approach along the five ADKAR stages</a:t>
            </a:r>
          </a:p>
        </p:txBody>
      </p:sp>
      <p:sp>
        <p:nvSpPr>
          <p:cNvPr id="6" name="Pentagon 5"/>
          <p:cNvSpPr/>
          <p:nvPr/>
        </p:nvSpPr>
        <p:spPr>
          <a:xfrm>
            <a:off x="338328" y="1371600"/>
            <a:ext cx="2424988" cy="59436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Awareness</a:t>
            </a:r>
          </a:p>
        </p:txBody>
      </p:sp>
      <p:sp>
        <p:nvSpPr>
          <p:cNvPr id="7" name="Chevron 6"/>
          <p:cNvSpPr/>
          <p:nvPr/>
        </p:nvSpPr>
        <p:spPr>
          <a:xfrm>
            <a:off x="2653588" y="1371600"/>
            <a:ext cx="2424988" cy="5943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Desire</a:t>
            </a:r>
          </a:p>
        </p:txBody>
      </p:sp>
      <p:sp>
        <p:nvSpPr>
          <p:cNvPr id="8" name="Chevron 7"/>
          <p:cNvSpPr/>
          <p:nvPr/>
        </p:nvSpPr>
        <p:spPr>
          <a:xfrm>
            <a:off x="4968849" y="1371600"/>
            <a:ext cx="2424988" cy="5943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Knowledge</a:t>
            </a:r>
          </a:p>
        </p:txBody>
      </p:sp>
      <p:sp>
        <p:nvSpPr>
          <p:cNvPr id="9" name="Chevron 8"/>
          <p:cNvSpPr/>
          <p:nvPr/>
        </p:nvSpPr>
        <p:spPr>
          <a:xfrm>
            <a:off x="7284110" y="1371600"/>
            <a:ext cx="2424988" cy="5943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Ability</a:t>
            </a:r>
          </a:p>
        </p:txBody>
      </p:sp>
      <p:sp>
        <p:nvSpPr>
          <p:cNvPr id="10" name="Chevron 9"/>
          <p:cNvSpPr/>
          <p:nvPr/>
        </p:nvSpPr>
        <p:spPr>
          <a:xfrm>
            <a:off x="9599371" y="1371600"/>
            <a:ext cx="2260396" cy="5943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Reinforcement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103120"/>
            <a:ext cx="207751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„Why change?“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560320"/>
            <a:ext cx="2260396" cy="26517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697480"/>
            <a:ext cx="1986076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5028" y="2103120"/>
            <a:ext cx="207751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„Why me?“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3588" y="2560320"/>
            <a:ext cx="2260396" cy="26517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0748" y="2697480"/>
            <a:ext cx="1986076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0289" y="2103120"/>
            <a:ext cx="207751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„How to change?“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8849" y="2560320"/>
            <a:ext cx="2260396" cy="26517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6009" y="2697480"/>
            <a:ext cx="1986076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5550" y="2103120"/>
            <a:ext cx="207751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„Can I do it?“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4110" y="2560320"/>
            <a:ext cx="2260396" cy="26517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1270" y="2697480"/>
            <a:ext cx="1986076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0811" y="2103120"/>
            <a:ext cx="207751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„Will it stick?“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9371" y="2560320"/>
            <a:ext cx="2260396" cy="26517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6531" y="2697480"/>
            <a:ext cx="1986076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Measure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Implementation | Training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5661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1680"/>
                <a:gridCol w="2377440"/>
                <a:gridCol w="1828800"/>
                <a:gridCol w="1188720"/>
                <a:gridCol w="1371600"/>
                <a:gridCol w="1371600"/>
                <a:gridCol w="1371600"/>
              </a:tblGrid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Target group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Training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Format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Duration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Participants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Completed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Operators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[Training]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On the job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[x h]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Shift leads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[Training]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Classroom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[x h]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QA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[Training]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Workshop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[x h]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Maintenance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[Training]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Classroom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[x h]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Key users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[Training]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Train the trainer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[x h]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Implementation | Go-live readiness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Go-live readiness: recommendation [go / no-go]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6949440" cy="548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1208" y="154533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71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System qualified and released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8968" y="13716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011680"/>
            <a:ext cx="6949440" cy="548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208" y="218541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116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Data migrated and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2651760"/>
            <a:ext cx="6949440" cy="548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208" y="282549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6517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Users trained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26517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291839"/>
            <a:ext cx="6949440" cy="548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3465575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291839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SOPs effective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3291839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931920"/>
            <a:ext cx="6949440" cy="548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" y="410565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93192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Support and hypercare organised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39319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4572000"/>
            <a:ext cx="6949440" cy="548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" y="474573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5720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Rollback plan tested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8" y="45720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1371600"/>
            <a:ext cx="4178808" cy="37490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1600200"/>
            <a:ext cx="36301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1920240"/>
            <a:ext cx="3630168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bg1"/>
                </a:solidFill>
              </a:rPr>
              <a:t>Go-live on [date] with [condition]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434340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Decision: go / no-go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Implementation | Cut-over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7288" y="1371600"/>
            <a:ext cx="12017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9070" y="1371600"/>
            <a:ext cx="12017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0853" y="1371600"/>
            <a:ext cx="12017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2636" y="1371600"/>
            <a:ext cx="12017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Go-live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419" y="1371600"/>
            <a:ext cx="12017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6202" y="1371600"/>
            <a:ext cx="12017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T+2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7985" y="1371600"/>
            <a:ext cx="12017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T+3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" y="169164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3447288" y="1691640"/>
            <a:ext cx="0" cy="3611880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4649070" y="1691640"/>
            <a:ext cx="0" cy="3611880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5850853" y="1691640"/>
            <a:ext cx="0" cy="3611880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7052636" y="1691640"/>
            <a:ext cx="0" cy="3611880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8254419" y="1691640"/>
            <a:ext cx="0" cy="3611880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9456202" y="1691640"/>
            <a:ext cx="0" cy="3611880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10657985" y="1691640"/>
            <a:ext cx="0" cy="3611880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11859768" y="1691640"/>
            <a:ext cx="0" cy="3611880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338328" y="178308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Production stop / freeze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5576" y="1865376"/>
            <a:ext cx="1165206" cy="3383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22860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Data migration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7358" y="2368296"/>
            <a:ext cx="1766098" cy="338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27889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Verification and release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0033" y="2871215"/>
            <a:ext cx="564315" cy="338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329184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Go-live</a:t>
            </a:r>
          </a:p>
        </p:txBody>
      </p:sp>
      <p:sp>
        <p:nvSpPr>
          <p:cNvPr id="29" name="Diamond 28"/>
          <p:cNvSpPr/>
          <p:nvPr/>
        </p:nvSpPr>
        <p:spPr>
          <a:xfrm>
            <a:off x="6942908" y="3433572"/>
            <a:ext cx="219456" cy="219456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37947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First batch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70924" y="3877056"/>
            <a:ext cx="1165206" cy="338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429768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Hypercare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70924" y="4379976"/>
            <a:ext cx="4770555" cy="3383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48006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Rollback window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70924" y="4882896"/>
            <a:ext cx="2366989" cy="3383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Project</a:t>
            </a:r>
          </a:p>
          <a:p>
            <a:r>
              <a:t>steering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Project steering | Project charter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Approved by [sponsor],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62356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0876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75564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[Entry]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371600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0876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SPONSOR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75564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[Entry]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377439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514599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IN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761487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[Entry]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2377439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514599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OUT OF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761487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[Entry]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383279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3520439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76732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[Entry]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3383279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520439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76732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[Entry]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389120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52628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77316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[Entry]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4389120"/>
            <a:ext cx="562356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52628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SUCCESS CRITERIA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77316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[Entry]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Project steering | Status report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Reporting period: [DD.MM.] – [DD.MM.]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3108960" cy="39319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OVERALL STATUS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1874519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874519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0" i="0">
                <a:solidFill>
                  <a:schemeClr val="tx1"/>
                </a:solidFill>
              </a:rPr>
              <a:t>On track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276148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697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Schedule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12724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0632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49300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4290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Quality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3858768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7947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976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PROGRESS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617720"/>
            <a:ext cx="2651760" cy="18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617720"/>
            <a:ext cx="132588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463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00% (plan: 00%)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21608" y="1371600"/>
            <a:ext cx="393192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4488" y="155448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ACHIEVED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18288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7848" y="1371600"/>
            <a:ext cx="393192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7" y="155448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18288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Point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21608" y="3474720"/>
            <a:ext cx="393192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04488" y="36576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TOP RISKS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4488" y="393192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7848" y="3474720"/>
            <a:ext cx="3931920" cy="18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0727" y="36576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DECISIONS NEEDED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7" y="393192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Point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Project steering | Steering committee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2004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377440"/>
                <a:gridCol w="1554480"/>
                <a:gridCol w="1097280"/>
                <a:gridCol w="1097280"/>
                <a:gridCol w="1097280"/>
                <a:gridCol w="4297680"/>
              </a:tblGrid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Workstream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Lead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Schedule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Budget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Quality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Comment / action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Workstream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Workstream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Workstream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Workstream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4709160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06440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03720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60" y="286207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06440" y="2862072"/>
            <a:ext cx="219456" cy="21945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03720" y="286207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3502151"/>
            <a:ext cx="219456" cy="21945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6440" y="3502151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03720" y="3502151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9160" y="41422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06440" y="41422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03720" y="4142232"/>
            <a:ext cx="219456" cy="21945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8328" y="4873752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On track</a:t>
            </a:r>
          </a:p>
        </p:txBody>
      </p:sp>
      <p:sp>
        <p:nvSpPr>
          <p:cNvPr id="21" name="Oval 20"/>
          <p:cNvSpPr/>
          <p:nvPr/>
        </p:nvSpPr>
        <p:spPr>
          <a:xfrm>
            <a:off x="1664207" y="4873752"/>
            <a:ext cx="146304" cy="1463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83663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At risk</a:t>
            </a:r>
          </a:p>
        </p:txBody>
      </p:sp>
      <p:sp>
        <p:nvSpPr>
          <p:cNvPr id="23" name="Oval 22"/>
          <p:cNvSpPr/>
          <p:nvPr/>
        </p:nvSpPr>
        <p:spPr>
          <a:xfrm>
            <a:off x="2990088" y="4873752"/>
            <a:ext cx="146304" cy="1463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9544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Critical</a:t>
            </a:r>
          </a:p>
        </p:txBody>
      </p:sp>
      <p:sp>
        <p:nvSpPr>
          <p:cNvPr id="25" name="Oval 24"/>
          <p:cNvSpPr/>
          <p:nvPr/>
        </p:nvSpPr>
        <p:spPr>
          <a:xfrm>
            <a:off x="4315968" y="4873752"/>
            <a:ext cx="146304" cy="1463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Not started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Project steering | Milestone tracker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40156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840480"/>
                <a:gridCol w="1737360"/>
                <a:gridCol w="2103120"/>
                <a:gridCol w="1737360"/>
                <a:gridCol w="2103120"/>
              </a:tblGrid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Milestone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Plan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Forecast / actual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Deviation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Milestone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 days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Milestone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 days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Milestone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 days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Milestone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 days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Milestone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[DD.MM.YY]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 days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9893808" y="2130552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8128" y="1938528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Reached</a:t>
            </a:r>
          </a:p>
        </p:txBody>
      </p:sp>
      <p:sp>
        <p:nvSpPr>
          <p:cNvPr id="9" name="Oval 8"/>
          <p:cNvSpPr/>
          <p:nvPr/>
        </p:nvSpPr>
        <p:spPr>
          <a:xfrm>
            <a:off x="9893808" y="269748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8128" y="2505456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Reached</a:t>
            </a:r>
          </a:p>
        </p:txBody>
      </p:sp>
      <p:sp>
        <p:nvSpPr>
          <p:cNvPr id="11" name="Oval 10"/>
          <p:cNvSpPr/>
          <p:nvPr/>
        </p:nvSpPr>
        <p:spPr>
          <a:xfrm>
            <a:off x="9893808" y="3264408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8128" y="3072384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At risk</a:t>
            </a:r>
          </a:p>
        </p:txBody>
      </p:sp>
      <p:sp>
        <p:nvSpPr>
          <p:cNvPr id="13" name="Oval 12"/>
          <p:cNvSpPr/>
          <p:nvPr/>
        </p:nvSpPr>
        <p:spPr>
          <a:xfrm>
            <a:off x="9893808" y="3831336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8128" y="3639312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On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9893808" y="4398264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68128" y="420624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On track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Project steering | Budget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project controlling; cumulative in €k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78638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686800" y="1463040"/>
            <a:ext cx="31729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686800" y="1572768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€0k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49018"/>
            <a:ext cx="3172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Actual cost (00% of budget)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0" y="2926080"/>
            <a:ext cx="31729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686800" y="3035808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€0k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512058"/>
            <a:ext cx="3172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Forecast vs. plan at completion</a:t>
            </a:r>
          </a:p>
        </p:txBody>
      </p:sp>
      <p:sp>
        <p:nvSpPr>
          <p:cNvPr id="13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Project steering | Risk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As of: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1325880"/>
            <a:ext cx="1298448" cy="12984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31136" y="1325880"/>
            <a:ext cx="1298448" cy="12984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75304" y="1325880"/>
            <a:ext cx="1298448" cy="12984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2670048"/>
            <a:ext cx="1298448" cy="12984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31136" y="2670048"/>
            <a:ext cx="1298448" cy="12984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75304" y="2670048"/>
            <a:ext cx="1298448" cy="12984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" y="4014215"/>
            <a:ext cx="1298448" cy="129844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1136" y="4014215"/>
            <a:ext cx="1298448" cy="12984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75304" y="4014215"/>
            <a:ext cx="1298448" cy="12984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5358383"/>
            <a:ext cx="398678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Probability →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472184" y="3163824"/>
            <a:ext cx="398678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Impact →</a:t>
            </a:r>
          </a:p>
        </p:txBody>
      </p:sp>
      <p:sp>
        <p:nvSpPr>
          <p:cNvPr id="17" name="Oval 16"/>
          <p:cNvSpPr/>
          <p:nvPr/>
        </p:nvSpPr>
        <p:spPr>
          <a:xfrm>
            <a:off x="4023360" y="1773936"/>
            <a:ext cx="402336" cy="40233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2679191" y="1773936"/>
            <a:ext cx="402336" cy="40233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679191" y="3118103"/>
            <a:ext cx="402336" cy="40233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1335024" y="4462272"/>
            <a:ext cx="402336" cy="40233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0" y="1444752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371600"/>
            <a:ext cx="58247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Risk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737360"/>
            <a:ext cx="58247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Mitigation: [action, owner, date]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0" y="2194560"/>
            <a:ext cx="582472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5486400" y="2404872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331720"/>
            <a:ext cx="58247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Risk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697479"/>
            <a:ext cx="58247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Mitigation: [action, owner, date]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35040" y="3154679"/>
            <a:ext cx="582472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5486400" y="3364992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291840"/>
            <a:ext cx="58247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Risk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657600"/>
            <a:ext cx="58247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Mitigation: [action, owner, date]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35040" y="4114800"/>
            <a:ext cx="582472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5486400" y="4325112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251960"/>
            <a:ext cx="58247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Risk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617720"/>
            <a:ext cx="58247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Mitigation: [action, owner, date]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Project steering | Decision paper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For steering committee on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11521440" cy="640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accent1"/>
                </a:solidFill>
              </a:rPr>
              <a:t>Decision needed:  </a:t>
            </a:r>
            <a:r>
              <a:rPr sz="1700" b="0" i="0">
                <a:solidFill>
                  <a:schemeClr val="tx1"/>
                </a:solidFill>
              </a:rPr>
              <a:t>Question in one sentence?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2240280"/>
            <a:ext cx="3657600" cy="30632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231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OPTION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97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Option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0040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Cost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Time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240280"/>
            <a:ext cx="3657600" cy="3063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4231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OPTION B – RECOMMENDED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bg1"/>
                </a:solidFill>
              </a:rPr>
              <a:t>Option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20040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bg1"/>
                </a:solidFill>
              </a:rPr>
              <a:t>Cost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bg1"/>
                </a:solidFill>
              </a:rPr>
              <a:t>Time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bg1"/>
                </a:solidFill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22860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IMPACT OF RECOMMENDATION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93607" y="2606040"/>
            <a:ext cx="3566161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93607" y="26974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6974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[Impact]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93607" y="3291840"/>
            <a:ext cx="3566161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293607" y="33832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33832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[Impact]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93607" y="3977639"/>
            <a:ext cx="3566161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293607" y="4069079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Benefit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4069079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[Impact]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93607" y="4846320"/>
            <a:ext cx="3566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Ask: approve option B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Project steering | Change 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 no. [00]; submitted [date] by [name]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1371600"/>
            <a:ext cx="6035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38328" y="1481328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75564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[Entry in one or two lines]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395728"/>
            <a:ext cx="6035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2505456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RATIONALE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779776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[Entry in one or two lines]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" y="3419856"/>
            <a:ext cx="6035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38328" y="3529584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803904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[Entry in one or two lines]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371600"/>
            <a:ext cx="509320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691640"/>
            <a:ext cx="5093208" cy="594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0" y="1901952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69164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691640"/>
            <a:ext cx="326440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[Impact]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377440"/>
            <a:ext cx="5093208" cy="594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49440" y="2587752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37744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377440"/>
            <a:ext cx="326440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[Impact]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063240"/>
            <a:ext cx="5093208" cy="594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49440" y="3273552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06324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063240"/>
            <a:ext cx="326440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[Impact]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3749039"/>
            <a:ext cx="5093208" cy="594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0" y="3959352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3749039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749039"/>
            <a:ext cx="326440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[Impact]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8328" y="5074920"/>
            <a:ext cx="3566159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338328" y="5120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Approval PL customer / 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70248" y="5074920"/>
            <a:ext cx="356616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4270248" y="5120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Approval PL Körber / date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02167" y="5074920"/>
            <a:ext cx="3566161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202167" y="5120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Approval steering committee / date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Project steering | Project closure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Final report of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6583680" cy="29718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1680"/>
                <a:gridCol w="1828800"/>
                <a:gridCol w="1828800"/>
                <a:gridCol w="914400"/>
              </a:tblGrid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Plan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Actual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Target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Target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Target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Target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[Value]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Icon check_circle"/>
          <p:cNvSpPr/>
          <p:nvPr/>
        </p:nvSpPr>
        <p:spPr>
          <a:xfrm>
            <a:off x="6236208" y="2112264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Icon check_circle"/>
          <p:cNvSpPr/>
          <p:nvPr/>
        </p:nvSpPr>
        <p:spPr>
          <a:xfrm>
            <a:off x="6236208" y="2706624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" name="Icon check_circle"/>
          <p:cNvSpPr/>
          <p:nvPr/>
        </p:nvSpPr>
        <p:spPr>
          <a:xfrm>
            <a:off x="6236208" y="3300984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Icon check_circle"/>
          <p:cNvSpPr/>
          <p:nvPr/>
        </p:nvSpPr>
        <p:spPr>
          <a:xfrm>
            <a:off x="6236208" y="3895344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Rectangle 10"/>
          <p:cNvSpPr/>
          <p:nvPr/>
        </p:nvSpPr>
        <p:spPr>
          <a:xfrm>
            <a:off x="7406640" y="1371600"/>
            <a:ext cx="4453128" cy="32918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554480"/>
            <a:ext cx="3995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HAND-OVER TO OPERATIONS</a:t>
            </a:r>
          </a:p>
        </p:txBody>
      </p:sp>
      <p:sp>
        <p:nvSpPr>
          <p:cNvPr id="13" name="Icon task_alt"/>
          <p:cNvSpPr/>
          <p:nvPr/>
        </p:nvSpPr>
        <p:spPr>
          <a:xfrm>
            <a:off x="7635240" y="1965960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8046719" y="1920240"/>
            <a:ext cx="363016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Hand-over item</a:t>
            </a:r>
          </a:p>
        </p:txBody>
      </p:sp>
      <p:sp>
        <p:nvSpPr>
          <p:cNvPr id="15" name="Icon task_alt"/>
          <p:cNvSpPr/>
          <p:nvPr/>
        </p:nvSpPr>
        <p:spPr>
          <a:xfrm>
            <a:off x="7635240" y="2560320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8046719" y="2514600"/>
            <a:ext cx="363016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Hand-over item</a:t>
            </a:r>
          </a:p>
        </p:txBody>
      </p:sp>
      <p:sp>
        <p:nvSpPr>
          <p:cNvPr id="17" name="Icon task_alt"/>
          <p:cNvSpPr/>
          <p:nvPr/>
        </p:nvSpPr>
        <p:spPr>
          <a:xfrm>
            <a:off x="7635240" y="3154680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8046719" y="3108960"/>
            <a:ext cx="363016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Hand-over item</a:t>
            </a:r>
          </a:p>
        </p:txBody>
      </p:sp>
      <p:sp>
        <p:nvSpPr>
          <p:cNvPr id="19" name="Icon task_alt"/>
          <p:cNvSpPr/>
          <p:nvPr/>
        </p:nvSpPr>
        <p:spPr>
          <a:xfrm>
            <a:off x="7635240" y="3749040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8046719" y="3703320"/>
            <a:ext cx="363016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Hand-over item</a:t>
            </a:r>
          </a:p>
        </p:txBody>
      </p:sp>
      <p:sp>
        <p:nvSpPr>
          <p:cNvPr id="21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Workshops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Workshops | Objectives and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[topic]: objectives and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4937760" cy="393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16002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TODAY’S EXPECTED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" y="1920240"/>
            <a:ext cx="4389120" cy="310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chemeClr val="bg1"/>
                </a:solidFill>
              </a:rPr>
              <a:t>Output 1</a:t>
            </a:r>
          </a:p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chemeClr val="bg1"/>
                </a:solidFill>
              </a:rPr>
              <a:t>Output 2</a:t>
            </a:r>
          </a:p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chemeClr val="bg1"/>
                </a:solidFill>
              </a:rPr>
              <a:t>Output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71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00:00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371600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Session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0" y="1993392"/>
            <a:ext cx="60990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760720" y="2029967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00:00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29967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Session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2651760"/>
            <a:ext cx="60990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760720" y="268833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00:00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88336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Session 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720" y="3310128"/>
            <a:ext cx="60990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760720" y="334670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00:00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346704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Break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60720" y="3968496"/>
            <a:ext cx="60990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5760720" y="400507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00:00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005072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Session 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720" y="4626864"/>
            <a:ext cx="60990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760720" y="466344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00:00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663440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Session 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60720" y="5285231"/>
            <a:ext cx="60990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Workshops | Exercise / breakout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[task in one line]</a:t>
            </a:r>
          </a:p>
        </p:txBody>
      </p:sp>
      <p:sp>
        <p:nvSpPr>
          <p:cNvPr id="6" name="Disturber"/>
          <p:cNvSpPr/>
          <p:nvPr/>
        </p:nvSpPr>
        <p:spPr>
          <a:xfrm>
            <a:off x="338328" y="1463040"/>
            <a:ext cx="2194560" cy="2194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137160" rIns="137160" bIns="13716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4800" b="0" i="0">
                <a:solidFill>
                  <a:schemeClr val="bg1"/>
                </a:solidFill>
              </a:rPr>
              <a:t>00</a:t>
            </a:r>
          </a:p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minutes</a:t>
            </a:r>
          </a:p>
        </p:txBody>
      </p:sp>
      <p:sp>
        <p:nvSpPr>
          <p:cNvPr id="7" name="Icon assignment"/>
          <p:cNvSpPr/>
          <p:nvPr/>
        </p:nvSpPr>
        <p:spPr>
          <a:xfrm>
            <a:off x="3081528" y="146304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462" y="80000"/>
                </a:moveTo>
                <a:quadBezTo>
                  <a:pt x="19777" y="80000"/>
                  <a:pt x="17888" y="78112"/>
                </a:quadBezTo>
                <a:quadBezTo>
                  <a:pt x="16000" y="76223"/>
                  <a:pt x="16000" y="73538"/>
                </a:quadBezTo>
                <a:lnTo>
                  <a:pt x="16000" y="22462"/>
                </a:lnTo>
                <a:quadBezTo>
                  <a:pt x="16000" y="19777"/>
                  <a:pt x="17888" y="17888"/>
                </a:quadBezTo>
                <a:quadBezTo>
                  <a:pt x="19777" y="16000"/>
                  <a:pt x="22462" y="16000"/>
                </a:quadBezTo>
                <a:lnTo>
                  <a:pt x="41262" y="16000"/>
                </a:lnTo>
                <a:quadBezTo>
                  <a:pt x="40715" y="12938"/>
                  <a:pt x="42727" y="10469"/>
                </a:quadBezTo>
                <a:quadBezTo>
                  <a:pt x="44738" y="8000"/>
                  <a:pt x="48000" y="8000"/>
                </a:quadBezTo>
                <a:quadBezTo>
                  <a:pt x="51338" y="8000"/>
                  <a:pt x="53350" y="10469"/>
                </a:quadBezTo>
                <a:quadBezTo>
                  <a:pt x="55362" y="12938"/>
                  <a:pt x="54738" y="16000"/>
                </a:quadBezTo>
                <a:lnTo>
                  <a:pt x="73538" y="16000"/>
                </a:lnTo>
                <a:quadBezTo>
                  <a:pt x="76223" y="16000"/>
                  <a:pt x="78112" y="17888"/>
                </a:quadBezTo>
                <a:quadBezTo>
                  <a:pt x="80000" y="19777"/>
                  <a:pt x="80000" y="22462"/>
                </a:quadBezTo>
                <a:lnTo>
                  <a:pt x="80000" y="73538"/>
                </a:lnTo>
                <a:quadBezTo>
                  <a:pt x="80000" y="76223"/>
                  <a:pt x="78112" y="78112"/>
                </a:quadBezTo>
                <a:quadBezTo>
                  <a:pt x="76223" y="80000"/>
                  <a:pt x="73538" y="80000"/>
                </a:quadBezTo>
                <a:lnTo>
                  <a:pt x="22462" y="80000"/>
                </a:lnTo>
                <a:close/>
                <a:moveTo>
                  <a:pt x="22462" y="76000"/>
                </a:moveTo>
                <a:lnTo>
                  <a:pt x="73538" y="76000"/>
                </a:lnTo>
                <a:quadBezTo>
                  <a:pt x="74462" y="76000"/>
                  <a:pt x="75231" y="75231"/>
                </a:quadBezTo>
                <a:quadBezTo>
                  <a:pt x="76000" y="74462"/>
                  <a:pt x="76000" y="73538"/>
                </a:quadBezTo>
                <a:lnTo>
                  <a:pt x="76000" y="22462"/>
                </a:lnTo>
                <a:quadBezTo>
                  <a:pt x="76000" y="21538"/>
                  <a:pt x="75231" y="20769"/>
                </a:quadBezTo>
                <a:quadBezTo>
                  <a:pt x="74462" y="20000"/>
                  <a:pt x="73538" y="20000"/>
                </a:quadBezTo>
                <a:lnTo>
                  <a:pt x="22462" y="20000"/>
                </a:lnTo>
                <a:quadBezTo>
                  <a:pt x="21538" y="20000"/>
                  <a:pt x="20769" y="20769"/>
                </a:quadBezTo>
                <a:quadBezTo>
                  <a:pt x="20000" y="21538"/>
                  <a:pt x="20000" y="22462"/>
                </a:quadBezTo>
                <a:lnTo>
                  <a:pt x="20000" y="73538"/>
                </a:lnTo>
                <a:quadBezTo>
                  <a:pt x="20000" y="74462"/>
                  <a:pt x="20769" y="75231"/>
                </a:quadBezTo>
                <a:quadBezTo>
                  <a:pt x="21538" y="76000"/>
                  <a:pt x="22462" y="76000"/>
                </a:quadBezTo>
                <a:close/>
                <a:moveTo>
                  <a:pt x="30000" y="65077"/>
                </a:moveTo>
                <a:lnTo>
                  <a:pt x="54000" y="65077"/>
                </a:lnTo>
                <a:lnTo>
                  <a:pt x="54000" y="61077"/>
                </a:lnTo>
                <a:lnTo>
                  <a:pt x="30000" y="61077"/>
                </a:lnTo>
                <a:lnTo>
                  <a:pt x="30000" y="65077"/>
                </a:lnTo>
                <a:close/>
                <a:moveTo>
                  <a:pt x="30000" y="50000"/>
                </a:moveTo>
                <a:lnTo>
                  <a:pt x="66000" y="50000"/>
                </a:lnTo>
                <a:lnTo>
                  <a:pt x="66000" y="46000"/>
                </a:lnTo>
                <a:lnTo>
                  <a:pt x="30000" y="46000"/>
                </a:lnTo>
                <a:lnTo>
                  <a:pt x="30000" y="50000"/>
                </a:lnTo>
                <a:close/>
                <a:moveTo>
                  <a:pt x="30000" y="34923"/>
                </a:moveTo>
                <a:lnTo>
                  <a:pt x="66000" y="34923"/>
                </a:lnTo>
                <a:lnTo>
                  <a:pt x="66000" y="30923"/>
                </a:lnTo>
                <a:lnTo>
                  <a:pt x="30000" y="30923"/>
                </a:lnTo>
                <a:lnTo>
                  <a:pt x="30000" y="34923"/>
                </a:lnTo>
                <a:close/>
                <a:moveTo>
                  <a:pt x="48000" y="17769"/>
                </a:moveTo>
                <a:quadBezTo>
                  <a:pt x="49300" y="17769"/>
                  <a:pt x="50150" y="16919"/>
                </a:quadBezTo>
                <a:quadBezTo>
                  <a:pt x="51000" y="16069"/>
                  <a:pt x="51000" y="14769"/>
                </a:quadBezTo>
                <a:quadBezTo>
                  <a:pt x="51000" y="13469"/>
                  <a:pt x="50150" y="12619"/>
                </a:quadBezTo>
                <a:quadBezTo>
                  <a:pt x="49300" y="11769"/>
                  <a:pt x="48000" y="11769"/>
                </a:quadBezTo>
                <a:quadBezTo>
                  <a:pt x="46700" y="11769"/>
                  <a:pt x="45850" y="12619"/>
                </a:quadBezTo>
                <a:quadBezTo>
                  <a:pt x="45000" y="13469"/>
                  <a:pt x="45000" y="14769"/>
                </a:quadBezTo>
                <a:quadBezTo>
                  <a:pt x="45000" y="16069"/>
                  <a:pt x="45850" y="16919"/>
                </a:quadBezTo>
                <a:quadBezTo>
                  <a:pt x="46700" y="17769"/>
                  <a:pt x="48000" y="17769"/>
                </a:quadBezTo>
                <a:close/>
                <a:moveTo>
                  <a:pt x="20000" y="76000"/>
                </a:moveTo>
                <a:lnTo>
                  <a:pt x="20000" y="20000"/>
                </a:lnTo>
                <a:lnTo>
                  <a:pt x="20000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8" name="Connector 7"/>
          <p:cNvCxnSpPr/>
          <p:nvPr/>
        </p:nvCxnSpPr>
        <p:spPr>
          <a:xfrm>
            <a:off x="3081528" y="2011680"/>
            <a:ext cx="27432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3081528" y="2121408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523744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Point</a:t>
            </a:r>
          </a:p>
        </p:txBody>
      </p:sp>
      <p:sp>
        <p:nvSpPr>
          <p:cNvPr id="11" name="Icon groups"/>
          <p:cNvSpPr/>
          <p:nvPr/>
        </p:nvSpPr>
        <p:spPr>
          <a:xfrm>
            <a:off x="6099048" y="146304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" y="70308"/>
                </a:moveTo>
                <a:lnTo>
                  <a:pt x="4000" y="66854"/>
                </a:lnTo>
                <a:quadBezTo>
                  <a:pt x="4000" y="63169"/>
                  <a:pt x="7938" y="60738"/>
                </a:quadBezTo>
                <a:quadBezTo>
                  <a:pt x="11877" y="58308"/>
                  <a:pt x="18077" y="58308"/>
                </a:quadBezTo>
                <a:quadBezTo>
                  <a:pt x="18992" y="58308"/>
                  <a:pt x="20038" y="58396"/>
                </a:quadBezTo>
                <a:quadBezTo>
                  <a:pt x="21085" y="58485"/>
                  <a:pt x="22262" y="58685"/>
                </a:quadBezTo>
                <a:quadBezTo>
                  <a:pt x="21323" y="60323"/>
                  <a:pt x="20892" y="62046"/>
                </a:quadBezTo>
                <a:quadBezTo>
                  <a:pt x="20462" y="63769"/>
                  <a:pt x="20462" y="65500"/>
                </a:quadBezTo>
                <a:lnTo>
                  <a:pt x="20462" y="70308"/>
                </a:lnTo>
                <a:lnTo>
                  <a:pt x="4000" y="70308"/>
                </a:lnTo>
                <a:close/>
                <a:moveTo>
                  <a:pt x="28000" y="70308"/>
                </a:moveTo>
                <a:lnTo>
                  <a:pt x="28000" y="65808"/>
                </a:lnTo>
                <a:quadBezTo>
                  <a:pt x="28000" y="63390"/>
                  <a:pt x="29404" y="61387"/>
                </a:quadBezTo>
                <a:quadBezTo>
                  <a:pt x="30808" y="59385"/>
                  <a:pt x="33546" y="57923"/>
                </a:quadBezTo>
                <a:quadBezTo>
                  <a:pt x="36285" y="56462"/>
                  <a:pt x="39927" y="55731"/>
                </a:quadBezTo>
                <a:quadBezTo>
                  <a:pt x="43569" y="55000"/>
                  <a:pt x="47969" y="55000"/>
                </a:quadBezTo>
                <a:quadBezTo>
                  <a:pt x="52454" y="55000"/>
                  <a:pt x="56096" y="55731"/>
                </a:quadBezTo>
                <a:quadBezTo>
                  <a:pt x="59738" y="56462"/>
                  <a:pt x="62477" y="57923"/>
                </a:quadBezTo>
                <a:quadBezTo>
                  <a:pt x="65215" y="59385"/>
                  <a:pt x="66608" y="61387"/>
                </a:quadBezTo>
                <a:quadBezTo>
                  <a:pt x="68000" y="63390"/>
                  <a:pt x="68000" y="65808"/>
                </a:quadBezTo>
                <a:lnTo>
                  <a:pt x="68000" y="70308"/>
                </a:lnTo>
                <a:lnTo>
                  <a:pt x="28000" y="70308"/>
                </a:lnTo>
                <a:close/>
                <a:moveTo>
                  <a:pt x="75538" y="70308"/>
                </a:moveTo>
                <a:lnTo>
                  <a:pt x="75538" y="65523"/>
                </a:lnTo>
                <a:quadBezTo>
                  <a:pt x="75538" y="63609"/>
                  <a:pt x="75119" y="61916"/>
                </a:quadBezTo>
                <a:quadBezTo>
                  <a:pt x="74700" y="60223"/>
                  <a:pt x="73862" y="58685"/>
                </a:quadBezTo>
                <a:quadBezTo>
                  <a:pt x="75115" y="58485"/>
                  <a:pt x="76112" y="58396"/>
                </a:quadBezTo>
                <a:quadBezTo>
                  <a:pt x="77108" y="58308"/>
                  <a:pt x="78000" y="58308"/>
                </a:quadBezTo>
                <a:quadBezTo>
                  <a:pt x="84200" y="58308"/>
                  <a:pt x="88100" y="60727"/>
                </a:quadBezTo>
                <a:quadBezTo>
                  <a:pt x="92000" y="63146"/>
                  <a:pt x="92000" y="66854"/>
                </a:quadBezTo>
                <a:lnTo>
                  <a:pt x="92000" y="70308"/>
                </a:lnTo>
                <a:lnTo>
                  <a:pt x="75538" y="70308"/>
                </a:lnTo>
                <a:close/>
                <a:moveTo>
                  <a:pt x="32115" y="66308"/>
                </a:moveTo>
                <a:lnTo>
                  <a:pt x="63908" y="66308"/>
                </a:lnTo>
                <a:lnTo>
                  <a:pt x="63908" y="65462"/>
                </a:lnTo>
                <a:quadBezTo>
                  <a:pt x="63677" y="62615"/>
                  <a:pt x="59242" y="60808"/>
                </a:quadBezTo>
                <a:quadBezTo>
                  <a:pt x="54808" y="59000"/>
                  <a:pt x="48000" y="59000"/>
                </a:quadBezTo>
                <a:quadBezTo>
                  <a:pt x="41192" y="59000"/>
                  <a:pt x="36758" y="60808"/>
                </a:quadBezTo>
                <a:quadBezTo>
                  <a:pt x="32323" y="62615"/>
                  <a:pt x="32115" y="65462"/>
                </a:quadBezTo>
                <a:lnTo>
                  <a:pt x="32115" y="66308"/>
                </a:lnTo>
                <a:close/>
                <a:moveTo>
                  <a:pt x="18056" y="54538"/>
                </a:moveTo>
                <a:quadBezTo>
                  <a:pt x="15700" y="54538"/>
                  <a:pt x="14042" y="52866"/>
                </a:quadBezTo>
                <a:quadBezTo>
                  <a:pt x="12385" y="51194"/>
                  <a:pt x="12385" y="48846"/>
                </a:quadBezTo>
                <a:quadBezTo>
                  <a:pt x="12385" y="46523"/>
                  <a:pt x="14057" y="44877"/>
                </a:quadBezTo>
                <a:quadBezTo>
                  <a:pt x="15729" y="43231"/>
                  <a:pt x="18077" y="43231"/>
                </a:quadBezTo>
                <a:quadBezTo>
                  <a:pt x="20400" y="43231"/>
                  <a:pt x="22085" y="44877"/>
                </a:quadBezTo>
                <a:quadBezTo>
                  <a:pt x="23769" y="46523"/>
                  <a:pt x="23769" y="48869"/>
                </a:quadBezTo>
                <a:quadBezTo>
                  <a:pt x="23769" y="51146"/>
                  <a:pt x="22127" y="52842"/>
                </a:quadBezTo>
                <a:quadBezTo>
                  <a:pt x="20484" y="54538"/>
                  <a:pt x="18056" y="54538"/>
                </a:quadBezTo>
                <a:close/>
                <a:moveTo>
                  <a:pt x="78000" y="54538"/>
                </a:moveTo>
                <a:quadBezTo>
                  <a:pt x="75700" y="54538"/>
                  <a:pt x="74004" y="52842"/>
                </a:quadBezTo>
                <a:quadBezTo>
                  <a:pt x="72308" y="51146"/>
                  <a:pt x="72308" y="48869"/>
                </a:quadBezTo>
                <a:quadBezTo>
                  <a:pt x="72308" y="46523"/>
                  <a:pt x="74004" y="44877"/>
                </a:quadBezTo>
                <a:quadBezTo>
                  <a:pt x="75700" y="43231"/>
                  <a:pt x="78015" y="43231"/>
                </a:quadBezTo>
                <a:quadBezTo>
                  <a:pt x="80400" y="43231"/>
                  <a:pt x="82046" y="44877"/>
                </a:quadBezTo>
                <a:quadBezTo>
                  <a:pt x="83692" y="46523"/>
                  <a:pt x="83692" y="48846"/>
                </a:quadBezTo>
                <a:quadBezTo>
                  <a:pt x="83692" y="51194"/>
                  <a:pt x="82056" y="52866"/>
                </a:quadBezTo>
                <a:quadBezTo>
                  <a:pt x="80419" y="54538"/>
                  <a:pt x="78000" y="54538"/>
                </a:quadBezTo>
                <a:close/>
                <a:moveTo>
                  <a:pt x="48027" y="52000"/>
                </a:moveTo>
                <a:quadBezTo>
                  <a:pt x="44385" y="52000"/>
                  <a:pt x="41808" y="49442"/>
                </a:quadBezTo>
                <a:quadBezTo>
                  <a:pt x="39231" y="46885"/>
                  <a:pt x="39231" y="43231"/>
                </a:quadBezTo>
                <a:quadBezTo>
                  <a:pt x="39231" y="39504"/>
                  <a:pt x="41788" y="36983"/>
                </a:quadBezTo>
                <a:quadBezTo>
                  <a:pt x="44346" y="34461"/>
                  <a:pt x="48000" y="34461"/>
                </a:quadBezTo>
                <a:quadBezTo>
                  <a:pt x="51727" y="34461"/>
                  <a:pt x="54248" y="36975"/>
                </a:quadBezTo>
                <a:quadBezTo>
                  <a:pt x="56769" y="39488"/>
                  <a:pt x="56769" y="43204"/>
                </a:quadBezTo>
                <a:quadBezTo>
                  <a:pt x="56769" y="46846"/>
                  <a:pt x="54256" y="49423"/>
                </a:quadBezTo>
                <a:quadBezTo>
                  <a:pt x="51743" y="52000"/>
                  <a:pt x="48027" y="52000"/>
                </a:quadBezTo>
                <a:close/>
                <a:moveTo>
                  <a:pt x="48038" y="48000"/>
                </a:moveTo>
                <a:quadBezTo>
                  <a:pt x="50008" y="48000"/>
                  <a:pt x="51388" y="46581"/>
                </a:quadBezTo>
                <a:quadBezTo>
                  <a:pt x="52769" y="45161"/>
                  <a:pt x="52769" y="43192"/>
                </a:quadBezTo>
                <a:quadBezTo>
                  <a:pt x="52769" y="41223"/>
                  <a:pt x="51398" y="39842"/>
                </a:quadBezTo>
                <a:quadBezTo>
                  <a:pt x="50027" y="38461"/>
                  <a:pt x="48000" y="38461"/>
                </a:quadBezTo>
                <a:quadBezTo>
                  <a:pt x="46069" y="38461"/>
                  <a:pt x="44650" y="39833"/>
                </a:quadBezTo>
                <a:quadBezTo>
                  <a:pt x="43231" y="41204"/>
                  <a:pt x="43231" y="43231"/>
                </a:quadBezTo>
                <a:quadBezTo>
                  <a:pt x="43231" y="45161"/>
                  <a:pt x="44650" y="46581"/>
                </a:quadBezTo>
                <a:quadBezTo>
                  <a:pt x="46069" y="48000"/>
                  <a:pt x="48038" y="48000"/>
                </a:quadBezTo>
                <a:close/>
                <a:moveTo>
                  <a:pt x="48023" y="66308"/>
                </a:moveTo>
                <a:close/>
                <a:moveTo>
                  <a:pt x="48000" y="43231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2" name="Connector 11"/>
          <p:cNvCxnSpPr/>
          <p:nvPr/>
        </p:nvCxnSpPr>
        <p:spPr>
          <a:xfrm>
            <a:off x="6099048" y="2011680"/>
            <a:ext cx="27432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099048" y="2121408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523744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Point</a:t>
            </a:r>
          </a:p>
        </p:txBody>
      </p:sp>
      <p:sp>
        <p:nvSpPr>
          <p:cNvPr id="15" name="Icon flag"/>
          <p:cNvSpPr/>
          <p:nvPr/>
        </p:nvSpPr>
        <p:spPr>
          <a:xfrm>
            <a:off x="9116568" y="146304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82000"/>
                </a:moveTo>
                <a:lnTo>
                  <a:pt x="24000" y="20000"/>
                </a:lnTo>
                <a:lnTo>
                  <a:pt x="52769" y="20000"/>
                </a:lnTo>
                <a:lnTo>
                  <a:pt x="54369" y="28000"/>
                </a:lnTo>
                <a:lnTo>
                  <a:pt x="76000" y="28000"/>
                </a:lnTo>
                <a:lnTo>
                  <a:pt x="76000" y="60000"/>
                </a:lnTo>
                <a:lnTo>
                  <a:pt x="55231" y="60000"/>
                </a:lnTo>
                <a:lnTo>
                  <a:pt x="53631" y="52000"/>
                </a:lnTo>
                <a:lnTo>
                  <a:pt x="28000" y="52000"/>
                </a:lnTo>
                <a:lnTo>
                  <a:pt x="28000" y="82000"/>
                </a:lnTo>
                <a:lnTo>
                  <a:pt x="24000" y="82000"/>
                </a:lnTo>
                <a:close/>
                <a:moveTo>
                  <a:pt x="50000" y="40000"/>
                </a:moveTo>
                <a:close/>
                <a:moveTo>
                  <a:pt x="58600" y="56000"/>
                </a:moveTo>
                <a:lnTo>
                  <a:pt x="72000" y="56000"/>
                </a:lnTo>
                <a:lnTo>
                  <a:pt x="72000" y="32000"/>
                </a:lnTo>
                <a:lnTo>
                  <a:pt x="51000" y="32000"/>
                </a:lnTo>
                <a:lnTo>
                  <a:pt x="49400" y="24000"/>
                </a:lnTo>
                <a:lnTo>
                  <a:pt x="28000" y="24000"/>
                </a:lnTo>
                <a:lnTo>
                  <a:pt x="28000" y="48000"/>
                </a:lnTo>
                <a:lnTo>
                  <a:pt x="57000" y="48000"/>
                </a:lnTo>
                <a:lnTo>
                  <a:pt x="58600" y="5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6" name="Connector 15"/>
          <p:cNvCxnSpPr/>
          <p:nvPr/>
        </p:nvCxnSpPr>
        <p:spPr>
          <a:xfrm>
            <a:off x="9116568" y="2011680"/>
            <a:ext cx="27432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9116568" y="2121408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523744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Point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Workshops | Brainstorming 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25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CLUSTER 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" y="160020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Rectangle 7"/>
          <p:cNvSpPr/>
          <p:nvPr/>
        </p:nvSpPr>
        <p:spPr>
          <a:xfrm rot="21480000">
            <a:off x="338328" y="1737360"/>
            <a:ext cx="1291590" cy="109728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9" name="Rectangle 8"/>
          <p:cNvSpPr/>
          <p:nvPr/>
        </p:nvSpPr>
        <p:spPr>
          <a:xfrm rot="90000">
            <a:off x="1721358" y="1737360"/>
            <a:ext cx="1291590" cy="109728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 rot="21540000">
            <a:off x="338328" y="2971800"/>
            <a:ext cx="1291590" cy="109728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11" name="Rectangle 10"/>
          <p:cNvSpPr/>
          <p:nvPr/>
        </p:nvSpPr>
        <p:spPr>
          <a:xfrm rot="120000">
            <a:off x="1721358" y="2971800"/>
            <a:ext cx="1291590" cy="109728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7268" y="1325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CLUSTER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87268" y="160020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4" name="Rectangle 13"/>
          <p:cNvSpPr/>
          <p:nvPr/>
        </p:nvSpPr>
        <p:spPr>
          <a:xfrm rot="21480000">
            <a:off x="3287268" y="1737360"/>
            <a:ext cx="129159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15" name="Rectangle 14"/>
          <p:cNvSpPr/>
          <p:nvPr/>
        </p:nvSpPr>
        <p:spPr>
          <a:xfrm rot="90000">
            <a:off x="4670298" y="1737360"/>
            <a:ext cx="129159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16" name="Rectangle 15"/>
          <p:cNvSpPr/>
          <p:nvPr/>
        </p:nvSpPr>
        <p:spPr>
          <a:xfrm rot="21540000">
            <a:off x="3287268" y="2971800"/>
            <a:ext cx="129159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325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CLUSTER 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36208" y="160020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9" name="Rectangle 18"/>
          <p:cNvSpPr/>
          <p:nvPr/>
        </p:nvSpPr>
        <p:spPr>
          <a:xfrm rot="21480000">
            <a:off x="6236208" y="1737360"/>
            <a:ext cx="1291590" cy="109728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20" name="Rectangle 19"/>
          <p:cNvSpPr/>
          <p:nvPr/>
        </p:nvSpPr>
        <p:spPr>
          <a:xfrm rot="90000">
            <a:off x="7619238" y="1737360"/>
            <a:ext cx="1291590" cy="109728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21" name="Rectangle 20"/>
          <p:cNvSpPr/>
          <p:nvPr/>
        </p:nvSpPr>
        <p:spPr>
          <a:xfrm rot="21540000">
            <a:off x="6236208" y="2971800"/>
            <a:ext cx="1291590" cy="109728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22" name="Rectangle 21"/>
          <p:cNvSpPr/>
          <p:nvPr/>
        </p:nvSpPr>
        <p:spPr>
          <a:xfrm rot="120000">
            <a:off x="7619238" y="2971800"/>
            <a:ext cx="1291590" cy="109728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5148" y="1325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CLUSTER 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85148" y="160020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5" name="Rectangle 24"/>
          <p:cNvSpPr/>
          <p:nvPr/>
        </p:nvSpPr>
        <p:spPr>
          <a:xfrm rot="21480000">
            <a:off x="9185148" y="1737360"/>
            <a:ext cx="129159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26" name="Rectangle 25"/>
          <p:cNvSpPr/>
          <p:nvPr/>
        </p:nvSpPr>
        <p:spPr>
          <a:xfrm rot="90000">
            <a:off x="10568178" y="1737360"/>
            <a:ext cx="129159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  <p:sp>
        <p:nvSpPr>
          <p:cNvPr id="27" name="Rectangle 26"/>
          <p:cNvSpPr/>
          <p:nvPr/>
        </p:nvSpPr>
        <p:spPr>
          <a:xfrm rot="21540000">
            <a:off x="9185148" y="2971800"/>
            <a:ext cx="129159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Idea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Workshops | Voting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Workshop [date], n = [xx] participants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7863840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0" y="1371600"/>
            <a:ext cx="31729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NEXT STEPS FOR THE TOP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91640"/>
            <a:ext cx="3172968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Idea 1: [owner, date]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Idea 2: [owner, date]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Idea 3: [owner, date]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Workshops | Parking 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Parking lot and open questions</a:t>
            </a:r>
          </a:p>
        </p:txBody>
      </p:sp>
      <p:sp>
        <p:nvSpPr>
          <p:cNvPr id="6" name="Icon inventory_2"/>
          <p:cNvSpPr/>
          <p:nvPr/>
        </p:nvSpPr>
        <p:spPr>
          <a:xfrm>
            <a:off x="33832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462" y="84000"/>
                </a:moveTo>
                <a:quadBezTo>
                  <a:pt x="19777" y="84000"/>
                  <a:pt x="17888" y="82112"/>
                </a:quadBezTo>
                <a:quadBezTo>
                  <a:pt x="16000" y="80223"/>
                  <a:pt x="16000" y="77538"/>
                </a:quadBezTo>
                <a:lnTo>
                  <a:pt x="16000" y="33054"/>
                </a:lnTo>
                <a:quadBezTo>
                  <a:pt x="14277" y="32338"/>
                  <a:pt x="13138" y="30742"/>
                </a:quadBezTo>
                <a:quadBezTo>
                  <a:pt x="12000" y="29146"/>
                  <a:pt x="12000" y="27077"/>
                </a:quadBezTo>
                <a:lnTo>
                  <a:pt x="12000" y="18462"/>
                </a:lnTo>
                <a:quadBezTo>
                  <a:pt x="12000" y="15777"/>
                  <a:pt x="13888" y="13888"/>
                </a:quadBezTo>
                <a:quadBezTo>
                  <a:pt x="15777" y="12000"/>
                  <a:pt x="18462" y="12000"/>
                </a:quadBezTo>
                <a:lnTo>
                  <a:pt x="77538" y="12000"/>
                </a:lnTo>
                <a:quadBezTo>
                  <a:pt x="80223" y="12000"/>
                  <a:pt x="82112" y="13888"/>
                </a:quadBezTo>
                <a:quadBezTo>
                  <a:pt x="84000" y="15777"/>
                  <a:pt x="84000" y="18462"/>
                </a:quadBezTo>
                <a:lnTo>
                  <a:pt x="84000" y="27077"/>
                </a:lnTo>
                <a:quadBezTo>
                  <a:pt x="84000" y="29146"/>
                  <a:pt x="82862" y="30742"/>
                </a:quadBezTo>
                <a:quadBezTo>
                  <a:pt x="81723" y="32338"/>
                  <a:pt x="80000" y="33054"/>
                </a:quadBezTo>
                <a:lnTo>
                  <a:pt x="80000" y="77538"/>
                </a:lnTo>
                <a:quadBezTo>
                  <a:pt x="80000" y="80223"/>
                  <a:pt x="78112" y="82112"/>
                </a:quadBezTo>
                <a:quadBezTo>
                  <a:pt x="76223" y="84000"/>
                  <a:pt x="73538" y="84000"/>
                </a:quadBezTo>
                <a:lnTo>
                  <a:pt x="22462" y="84000"/>
                </a:lnTo>
                <a:close/>
                <a:moveTo>
                  <a:pt x="20000" y="33538"/>
                </a:moveTo>
                <a:lnTo>
                  <a:pt x="20000" y="77154"/>
                </a:lnTo>
                <a:quadBezTo>
                  <a:pt x="20000" y="78385"/>
                  <a:pt x="20885" y="79192"/>
                </a:quadBezTo>
                <a:quadBezTo>
                  <a:pt x="21769" y="80000"/>
                  <a:pt x="23077" y="80000"/>
                </a:quadBezTo>
                <a:lnTo>
                  <a:pt x="73538" y="80000"/>
                </a:lnTo>
                <a:quadBezTo>
                  <a:pt x="74615" y="80000"/>
                  <a:pt x="75308" y="79308"/>
                </a:quadBezTo>
                <a:quadBezTo>
                  <a:pt x="76000" y="78615"/>
                  <a:pt x="76000" y="77538"/>
                </a:quadBezTo>
                <a:lnTo>
                  <a:pt x="76000" y="33538"/>
                </a:lnTo>
                <a:lnTo>
                  <a:pt x="20000" y="33538"/>
                </a:lnTo>
                <a:close/>
                <a:moveTo>
                  <a:pt x="18462" y="29538"/>
                </a:moveTo>
                <a:lnTo>
                  <a:pt x="77538" y="29538"/>
                </a:lnTo>
                <a:quadBezTo>
                  <a:pt x="78615" y="29538"/>
                  <a:pt x="79308" y="28846"/>
                </a:quadBezTo>
                <a:quadBezTo>
                  <a:pt x="80000" y="28154"/>
                  <a:pt x="80000" y="27077"/>
                </a:quadBezTo>
                <a:lnTo>
                  <a:pt x="80000" y="18462"/>
                </a:lnTo>
                <a:quadBezTo>
                  <a:pt x="80000" y="17385"/>
                  <a:pt x="79308" y="16692"/>
                </a:quadBezTo>
                <a:quadBezTo>
                  <a:pt x="78615" y="16000"/>
                  <a:pt x="77538" y="16000"/>
                </a:quadBezTo>
                <a:lnTo>
                  <a:pt x="18462" y="16000"/>
                </a:lnTo>
                <a:quadBezTo>
                  <a:pt x="17385" y="16000"/>
                  <a:pt x="16692" y="16692"/>
                </a:quadBezTo>
                <a:quadBezTo>
                  <a:pt x="16000" y="17385"/>
                  <a:pt x="16000" y="18462"/>
                </a:quadBezTo>
                <a:lnTo>
                  <a:pt x="16000" y="27077"/>
                </a:lnTo>
                <a:quadBezTo>
                  <a:pt x="16000" y="28154"/>
                  <a:pt x="16692" y="28846"/>
                </a:quadBezTo>
                <a:quadBezTo>
                  <a:pt x="17385" y="29538"/>
                  <a:pt x="18462" y="29538"/>
                </a:quadBezTo>
                <a:close/>
                <a:moveTo>
                  <a:pt x="37538" y="51462"/>
                </a:moveTo>
                <a:lnTo>
                  <a:pt x="58462" y="51462"/>
                </a:lnTo>
                <a:lnTo>
                  <a:pt x="58462" y="48000"/>
                </a:lnTo>
                <a:lnTo>
                  <a:pt x="37538" y="48000"/>
                </a:lnTo>
                <a:lnTo>
                  <a:pt x="37538" y="51462"/>
                </a:lnTo>
                <a:close/>
                <a:moveTo>
                  <a:pt x="48000" y="56769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TextBox 6"/>
          <p:cNvSpPr txBox="1"/>
          <p:nvPr/>
        </p:nvSpPr>
        <p:spPr>
          <a:xfrm>
            <a:off x="886968" y="1389888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Parking 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" y="1920240"/>
            <a:ext cx="55321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338328" y="2011680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Topic /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201168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" y="258775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8328" y="2633472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Topic /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2633472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" y="3209544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338328" y="3255264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Topic /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3255264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" y="3831336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338328" y="3877056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Topic /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3877056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" y="445312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338328" y="4498848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Topic /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4498848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8328" y="5074920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4" name="Icon help"/>
          <p:cNvSpPr/>
          <p:nvPr/>
        </p:nvSpPr>
        <p:spPr>
          <a:xfrm>
            <a:off x="632764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112" y="68923"/>
                </a:moveTo>
                <a:quadBezTo>
                  <a:pt x="49438" y="68923"/>
                  <a:pt x="50350" y="68007"/>
                </a:quadBezTo>
                <a:quadBezTo>
                  <a:pt x="51262" y="67091"/>
                  <a:pt x="51262" y="65765"/>
                </a:quadBezTo>
                <a:quadBezTo>
                  <a:pt x="51262" y="64438"/>
                  <a:pt x="50346" y="63527"/>
                </a:quadBezTo>
                <a:quadBezTo>
                  <a:pt x="49430" y="62615"/>
                  <a:pt x="48103" y="62615"/>
                </a:quadBezTo>
                <a:quadBezTo>
                  <a:pt x="46777" y="62615"/>
                  <a:pt x="45865" y="63531"/>
                </a:quadBezTo>
                <a:quadBezTo>
                  <a:pt x="44954" y="64447"/>
                  <a:pt x="44954" y="65774"/>
                </a:quadBezTo>
                <a:quadBezTo>
                  <a:pt x="44954" y="67100"/>
                  <a:pt x="45870" y="68012"/>
                </a:quadBezTo>
                <a:quadBezTo>
                  <a:pt x="46786" y="68923"/>
                  <a:pt x="48112" y="68923"/>
                </a:quadBezTo>
                <a:close/>
                <a:moveTo>
                  <a:pt x="46046" y="55677"/>
                </a:moveTo>
                <a:lnTo>
                  <a:pt x="49908" y="55677"/>
                </a:lnTo>
                <a:quadBezTo>
                  <a:pt x="50062" y="53069"/>
                  <a:pt x="50888" y="51438"/>
                </a:quadBezTo>
                <a:quadBezTo>
                  <a:pt x="51715" y="49808"/>
                  <a:pt x="54292" y="47277"/>
                </a:quadBezTo>
                <a:quadBezTo>
                  <a:pt x="56969" y="44600"/>
                  <a:pt x="58277" y="42481"/>
                </a:quadBezTo>
                <a:quadBezTo>
                  <a:pt x="59585" y="40362"/>
                  <a:pt x="59585" y="37575"/>
                </a:quadBezTo>
                <a:quadBezTo>
                  <a:pt x="59585" y="32846"/>
                  <a:pt x="56262" y="30038"/>
                </a:quadBezTo>
                <a:quadBezTo>
                  <a:pt x="52939" y="27231"/>
                  <a:pt x="48400" y="27231"/>
                </a:quadBezTo>
                <a:quadBezTo>
                  <a:pt x="44085" y="27231"/>
                  <a:pt x="41073" y="29577"/>
                </a:quadBezTo>
                <a:quadBezTo>
                  <a:pt x="38062" y="31923"/>
                  <a:pt x="36662" y="34969"/>
                </a:quadBezTo>
                <a:lnTo>
                  <a:pt x="40338" y="36492"/>
                </a:lnTo>
                <a:quadBezTo>
                  <a:pt x="41300" y="34308"/>
                  <a:pt x="43088" y="32631"/>
                </a:quadBezTo>
                <a:quadBezTo>
                  <a:pt x="44877" y="30954"/>
                  <a:pt x="48246" y="30954"/>
                </a:quadBezTo>
                <a:quadBezTo>
                  <a:pt x="52138" y="30954"/>
                  <a:pt x="53931" y="33088"/>
                </a:quadBezTo>
                <a:quadBezTo>
                  <a:pt x="55723" y="35223"/>
                  <a:pt x="55723" y="37785"/>
                </a:quadBezTo>
                <a:quadBezTo>
                  <a:pt x="55723" y="39862"/>
                  <a:pt x="54600" y="41496"/>
                </a:quadBezTo>
                <a:quadBezTo>
                  <a:pt x="53477" y="43131"/>
                  <a:pt x="51677" y="44785"/>
                </a:quadBezTo>
                <a:quadBezTo>
                  <a:pt x="48200" y="47992"/>
                  <a:pt x="47123" y="50223"/>
                </a:quadBezTo>
                <a:quadBezTo>
                  <a:pt x="46046" y="52454"/>
                  <a:pt x="46046" y="55677"/>
                </a:quadBez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6876288" y="1389888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Open questions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27648" y="1920240"/>
            <a:ext cx="55321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327648" y="2011680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Topic /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3848" y="201168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27648" y="258775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327648" y="2633472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Topic /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3848" y="2633472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27648" y="3209544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327648" y="3255264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Topic / question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3848" y="3255264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27648" y="3831336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327648" y="3877056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Topic / 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3848" y="3877056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27648" y="445312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327648" y="4498848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Topic / question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13848" y="4498848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[Owner]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27648" y="5074920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27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until 00:00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Account</a:t>
            </a:r>
          </a:p>
          <a:p>
            <a:r>
              <a:t>manage-</a:t>
            </a:r>
          </a:p>
          <a:p>
            <a:r>
              <a:t>ment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 management | Account plan (internal)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CRM, as of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Sticker"/>
          <p:cNvSpPr/>
          <p:nvPr/>
        </p:nvSpPr>
        <p:spPr>
          <a:xfrm>
            <a:off x="10963656" y="713232"/>
            <a:ext cx="896112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371600"/>
            <a:ext cx="267462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63040"/>
            <a:ext cx="23088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€0.0m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057400"/>
            <a:ext cx="23088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Revenue last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7268" y="1371600"/>
            <a:ext cx="2674620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148" y="1463040"/>
            <a:ext cx="23088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bg1"/>
                </a:solidFill>
              </a:rPr>
              <a:t>€0.0m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148" y="2057400"/>
            <a:ext cx="23088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Target this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371600"/>
            <a:ext cx="267462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63040"/>
            <a:ext cx="23088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€0.0m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57400"/>
            <a:ext cx="23088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5148" y="1371600"/>
            <a:ext cx="267462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8028" y="1463040"/>
            <a:ext cx="23088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0 of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8028" y="2057400"/>
            <a:ext cx="23088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Buying-center roles covered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8" y="2834640"/>
            <a:ext cx="36576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8328" y="2944368"/>
            <a:ext cx="365760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Strategic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346704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70248" y="2834640"/>
            <a:ext cx="36576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270248" y="2944368"/>
            <a:ext cx="365760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Growth areas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3346704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02168" y="2834640"/>
            <a:ext cx="36576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202168" y="2944368"/>
            <a:ext cx="365760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Next activities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3346704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 management | Whitespace (internal)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Sticker"/>
          <p:cNvSpPr/>
          <p:nvPr/>
        </p:nvSpPr>
        <p:spPr>
          <a:xfrm>
            <a:off x="10963656" y="713232"/>
            <a:ext cx="896112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5768" y="13258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Service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3258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Service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3258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Service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8" y="13258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Service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0968" y="13258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Service 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" y="182880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38328" y="19202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Site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965960"/>
            <a:ext cx="1682496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Customer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965960"/>
            <a:ext cx="1682496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Customer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965960"/>
            <a:ext cx="1682496" cy="640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Potential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965960"/>
            <a:ext cx="1682496" cy="640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04120" y="1965960"/>
            <a:ext cx="1682496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27432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Site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788920"/>
            <a:ext cx="1682496" cy="640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Potential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2788920"/>
            <a:ext cx="1682496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Customer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788920"/>
            <a:ext cx="1682496" cy="640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Potential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788920"/>
            <a:ext cx="1682496" cy="640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04120" y="2788920"/>
            <a:ext cx="1682496" cy="640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Potential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35661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Site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611880"/>
            <a:ext cx="1682496" cy="640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3611880"/>
            <a:ext cx="1682496" cy="640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Potential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611880"/>
            <a:ext cx="1682496" cy="640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3611880"/>
            <a:ext cx="1682496" cy="640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Potential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3611880"/>
            <a:ext cx="1682496" cy="640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43891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Site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434840"/>
            <a:ext cx="1682496" cy="640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4434840"/>
            <a:ext cx="1682496" cy="640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4434840"/>
            <a:ext cx="1682496" cy="640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Potential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4434840"/>
            <a:ext cx="1682496" cy="640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04120" y="4434840"/>
            <a:ext cx="1682496" cy="640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Potential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 management | Pipeline funnel (internal)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CRM, as of [date]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Sticker"/>
          <p:cNvSpPr/>
          <p:nvPr/>
        </p:nvSpPr>
        <p:spPr>
          <a:xfrm>
            <a:off x="10963656" y="713232"/>
            <a:ext cx="896112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325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COUNT  |  VOLUME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645920"/>
            <a:ext cx="640080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0  |  €0.0m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8" y="164592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Qualified 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3836" y="2395728"/>
            <a:ext cx="5312664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0  |  €0.0m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239572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Need confirmed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7904" y="3145536"/>
            <a:ext cx="4224527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0  |  €0.0m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3145536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Proposal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61972" y="3895344"/>
            <a:ext cx="3136391" cy="64008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0  |  €0.0m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3895344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Negotiation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4645152"/>
            <a:ext cx="2048255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0  |  €0.0m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464515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Won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 management | Account health (internal)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Sticker"/>
          <p:cNvSpPr/>
          <p:nvPr/>
        </p:nvSpPr>
        <p:spPr>
          <a:xfrm>
            <a:off x="10963656" y="713232"/>
            <a:ext cx="896112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371600"/>
          <a:ext cx="11521440" cy="32918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94560"/>
                <a:gridCol w="3291840"/>
                <a:gridCol w="1280160"/>
                <a:gridCol w="1280160"/>
                <a:gridCol w="3474720"/>
              </a:tblGrid>
              <a:tr h="65836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Dimension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Indicator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Value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Action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Satisfaction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[Indicator]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[Action]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Relationship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[Indicator]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[Action]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Growth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[Indicator]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[Action]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Risk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[Indicator]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[0]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[Action]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7635240" y="2249424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35240" y="2907791"/>
            <a:ext cx="219456" cy="21945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35240" y="3566160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35240" y="4224528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" y="4873752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On track</a:t>
            </a:r>
          </a:p>
        </p:txBody>
      </p:sp>
      <p:sp>
        <p:nvSpPr>
          <p:cNvPr id="14" name="Oval 13"/>
          <p:cNvSpPr/>
          <p:nvPr/>
        </p:nvSpPr>
        <p:spPr>
          <a:xfrm>
            <a:off x="1664207" y="4873752"/>
            <a:ext cx="146304" cy="1463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83663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At risk</a:t>
            </a:r>
          </a:p>
        </p:txBody>
      </p:sp>
      <p:sp>
        <p:nvSpPr>
          <p:cNvPr id="16" name="Oval 15"/>
          <p:cNvSpPr/>
          <p:nvPr/>
        </p:nvSpPr>
        <p:spPr>
          <a:xfrm>
            <a:off x="2990088" y="4873752"/>
            <a:ext cx="146304" cy="1463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Critical</a:t>
            </a:r>
          </a:p>
        </p:txBody>
      </p:sp>
      <p:sp>
        <p:nvSpPr>
          <p:cNvPr id="18" name="Oval 17"/>
          <p:cNvSpPr/>
          <p:nvPr/>
        </p:nvSpPr>
        <p:spPr>
          <a:xfrm>
            <a:off x="4315968" y="4873752"/>
            <a:ext cx="146304" cy="1463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Not started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Frame-</a:t>
            </a:r>
          </a:p>
          <a:p>
            <a:r>
              <a:t>works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SWOT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623560" cy="192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15544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60020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bg1"/>
                </a:solidFill>
              </a:rP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057400"/>
            <a:ext cx="4251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First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Second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bg1"/>
                </a:solidFill>
              </a:rPr>
              <a:t>Third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371600"/>
            <a:ext cx="5623560" cy="19202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544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accent1"/>
                </a:solidFill>
              </a:rPr>
              <a:t>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160020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Weaknesses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057400"/>
            <a:ext cx="4251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3474720"/>
            <a:ext cx="5623560" cy="19202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" y="3657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accent1"/>
                </a:solidFill>
              </a:rPr>
              <a:t>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0332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160520"/>
            <a:ext cx="4251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3474720"/>
            <a:ext cx="5623560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657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accent1"/>
                </a:solidFill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370332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Threats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4160520"/>
            <a:ext cx="4251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First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Second point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Third point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2x2 prioritisation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2980944" cy="1929384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463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Quick wins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371600"/>
            <a:ext cx="2980944" cy="1929384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463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Strategic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337560"/>
            <a:ext cx="2980944" cy="1929384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429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Fill-ins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3337560"/>
            <a:ext cx="2980944" cy="1929384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5928" y="3429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492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Effort →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-1490472" y="318211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Impact →</a:t>
            </a:r>
          </a:p>
        </p:txBody>
      </p:sp>
      <p:sp>
        <p:nvSpPr>
          <p:cNvPr id="16" name="Oval 15"/>
          <p:cNvSpPr/>
          <p:nvPr/>
        </p:nvSpPr>
        <p:spPr>
          <a:xfrm>
            <a:off x="1572768" y="2103120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2670048" y="2468880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5047488" y="2103120"/>
            <a:ext cx="438912" cy="43891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2121408" y="4114800"/>
            <a:ext cx="438912" cy="43891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5321808" y="4297680"/>
            <a:ext cx="438912" cy="43891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0" y="1426464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371600"/>
            <a:ext cx="399592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Initiative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0" y="2066544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011680"/>
            <a:ext cx="399592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Initiative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0" y="2706624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651760"/>
            <a:ext cx="399592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Initiative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3346703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291839"/>
            <a:ext cx="399592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Initiative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0" y="3986783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931920"/>
            <a:ext cx="399592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Initiative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Five forces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8848" y="2743200"/>
            <a:ext cx="3200400" cy="109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Industry rivalry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8848" y="1325880"/>
            <a:ext cx="320040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46303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New entrants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187451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10" name="Oval 9"/>
          <p:cNvSpPr/>
          <p:nvPr/>
        </p:nvSpPr>
        <p:spPr>
          <a:xfrm>
            <a:off x="7242048" y="1463039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7242048" y="1463039"/>
            <a:ext cx="310896" cy="310896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4206240"/>
            <a:ext cx="320040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4343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Substitutes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475487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15" name="Oval 14"/>
          <p:cNvSpPr/>
          <p:nvPr/>
        </p:nvSpPr>
        <p:spPr>
          <a:xfrm>
            <a:off x="7242048" y="4343400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7242048" y="4343400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" y="2743200"/>
            <a:ext cx="320040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8803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Suppliers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918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Short description in one or two lines.</a:t>
            </a:r>
          </a:p>
        </p:txBody>
      </p:sp>
      <p:sp>
        <p:nvSpPr>
          <p:cNvPr id="20" name="Oval 19"/>
          <p:cNvSpPr/>
          <p:nvPr/>
        </p:nvSpPr>
        <p:spPr>
          <a:xfrm>
            <a:off x="3081528" y="2880360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81528" y="2880360"/>
            <a:ext cx="310896" cy="31089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9368" y="2743200"/>
            <a:ext cx="320040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2248" y="28803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Buyers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32918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Short description in one or two lines.</a:t>
            </a:r>
          </a:p>
        </p:txBody>
      </p:sp>
      <p:sp>
        <p:nvSpPr>
          <p:cNvPr id="25" name="Oval 24"/>
          <p:cNvSpPr/>
          <p:nvPr/>
        </p:nvSpPr>
        <p:spPr>
          <a:xfrm>
            <a:off x="11402568" y="2880360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11402568" y="2880360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099048" y="2423160"/>
            <a:ext cx="0" cy="32004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 flipV="1">
            <a:off x="6099048" y="3840480"/>
            <a:ext cx="0" cy="36576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3538728" y="3291840"/>
            <a:ext cx="96012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 flipH="1">
            <a:off x="7699248" y="3291840"/>
            <a:ext cx="96012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Value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25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SUPPORT ACTIVITIES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600200"/>
            <a:ext cx="10607040" cy="38404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Support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2057400"/>
            <a:ext cx="10607040" cy="38404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Support 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2514600"/>
            <a:ext cx="10607040" cy="38404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Support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31546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PRIMARY ACTIVITIES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3429000"/>
            <a:ext cx="2062886" cy="1691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566160"/>
            <a:ext cx="178856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434840"/>
            <a:ext cx="17885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74366" y="3429000"/>
            <a:ext cx="2062886" cy="169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1526" y="3566160"/>
            <a:ext cx="178856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1526" y="4434840"/>
            <a:ext cx="17885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bg1"/>
                </a:solidFill>
              </a:rPr>
              <a:t>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3429000"/>
            <a:ext cx="2062886" cy="1691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7564" y="3566160"/>
            <a:ext cx="178856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7564" y="4434840"/>
            <a:ext cx="17885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46443" y="3429000"/>
            <a:ext cx="2062886" cy="1691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3603" y="3566160"/>
            <a:ext cx="178856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3603" y="4434840"/>
            <a:ext cx="17885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82481" y="3429000"/>
            <a:ext cx="2062886" cy="1691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9641" y="3566160"/>
            <a:ext cx="178856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9641" y="4434840"/>
            <a:ext cx="17885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82528" y="1600200"/>
            <a:ext cx="777240" cy="3520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9710928" y="2971800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Margin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Goal pyramid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4568" y="1371600"/>
            <a:ext cx="310896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bg1"/>
                </a:solidFill>
              </a:rPr>
              <a:t>Vision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Short description in one or two 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7288" y="2359152"/>
            <a:ext cx="5303520" cy="86868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Mission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0008" y="3346704"/>
            <a:ext cx="7498079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Goals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52728" y="4334256"/>
            <a:ext cx="969264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Measures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Market sizing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[Study, year]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Oval 5"/>
          <p:cNvSpPr/>
          <p:nvPr/>
        </p:nvSpPr>
        <p:spPr>
          <a:xfrm>
            <a:off x="978407" y="1371600"/>
            <a:ext cx="4023360" cy="402336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2768" y="2560320"/>
            <a:ext cx="2834640" cy="283464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12848" y="3840480"/>
            <a:ext cx="1554480" cy="1554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2160" y="1371600"/>
            <a:ext cx="60076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852160" y="14630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€0.0bn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508760"/>
            <a:ext cx="37216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TAM – total addressable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37216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[Definition]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2697480"/>
            <a:ext cx="60076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852160" y="27889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€0.0bn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640"/>
            <a:ext cx="37216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SAM – serviceable available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00400"/>
            <a:ext cx="37216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[Definition]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60" y="4023360"/>
            <a:ext cx="60076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852160" y="411480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€0m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160520"/>
            <a:ext cx="37216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SOM – serviceable obtainable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526280"/>
            <a:ext cx="37216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[Definition]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Root cause (Ishikawa)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3337560"/>
            <a:ext cx="9326880" cy="0"/>
          </a:xfrm>
          <a:prstGeom prst="line">
            <a:avLst/>
          </a:prstGeom>
          <a:ln w="25400">
            <a:solidFill>
              <a:schemeClr val="tx1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9665208" y="2788920"/>
            <a:ext cx="219456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Effect / problem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" y="141732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246888" y="1033272"/>
            <a:ext cx="164592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79" y="19202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510" y="24231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141732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3264407" y="1033272"/>
            <a:ext cx="164592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699" y="19202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0030" y="24231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22007" y="141732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6281927" y="1033272"/>
            <a:ext cx="164592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6219" y="19202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7550" y="24231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86968" y="333756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246888" y="5257800"/>
            <a:ext cx="164592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Material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7602" y="43891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8933" y="38862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904487" y="333756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3264407" y="5257800"/>
            <a:ext cx="164592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Measurement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5122" y="43891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6453" y="38862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922007" y="333756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6281927" y="5257800"/>
            <a:ext cx="164592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2642" y="43891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3973" y="38862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Cause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Charts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Charts | Column chart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[Source]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78638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Disturber"/>
          <p:cNvSpPr/>
          <p:nvPr/>
        </p:nvSpPr>
        <p:spPr>
          <a:xfrm>
            <a:off x="9052560" y="1828800"/>
            <a:ext cx="2103120" cy="2103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137160" rIns="137160" bIns="13716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3000" b="0" i="0">
                <a:solidFill>
                  <a:schemeClr val="bg1"/>
                </a:solidFill>
              </a:rPr>
              <a:t>+00%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Key figure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Charts | Stacked columns (100%)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[Source]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78638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686800" y="1463040"/>
            <a:ext cx="31729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686800" y="1572768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80768"/>
            <a:ext cx="3172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Share of segment A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Charts | Ranking bars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[Source]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78638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Disturber"/>
          <p:cNvSpPr/>
          <p:nvPr/>
        </p:nvSpPr>
        <p:spPr>
          <a:xfrm>
            <a:off x="9052560" y="1828800"/>
            <a:ext cx="2103120" cy="2103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137160" rIns="137160" bIns="13716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3000" b="0" i="0">
                <a:solidFill>
                  <a:schemeClr val="bg1"/>
                </a:solidFill>
              </a:rPr>
              <a:t>00%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Key figure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Charts | Line chart with target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[Source]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82296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052560" y="1463040"/>
            <a:ext cx="28072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9052560" y="1572768"/>
            <a:ext cx="28072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+00%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049018"/>
            <a:ext cx="28072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Key figure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Charts | Target achievement (donuts)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1228" y="1463040"/>
          <a:ext cx="219456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" y="2240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68%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37947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Target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416052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[Definition]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561588" y="1463040"/>
          <a:ext cx="2194560" cy="2194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561588" y="2240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37947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Target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416052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[Definition]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41948" y="1463040"/>
          <a:ext cx="2194560" cy="21945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41948" y="2240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37947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Target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416052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[Definition]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9322308" y="1463040"/>
          <a:ext cx="2194560" cy="21945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322308" y="2240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37947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Target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416052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[Definition]</a:t>
            </a:r>
          </a:p>
        </p:txBody>
      </p:sp>
      <p:sp>
        <p:nvSpPr>
          <p:cNvPr id="22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Charts | Bubble chart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[Source]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78638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78240" y="1371600"/>
            <a:ext cx="30815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691640"/>
            <a:ext cx="308152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Insight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chemeClr val="tx1"/>
                </a:solidFill>
              </a:rPr>
              <a:t>Insight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Charts | Table with data bars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[Source]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38" cy="34290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229956"/>
                <a:gridCol w="1300807"/>
                <a:gridCol w="3902423"/>
                <a:gridCol w="2044126"/>
                <a:gridCol w="2044126"/>
              </a:tblGrid>
              <a:tr h="68580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Item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KPI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KPI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KPI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Item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960531" y="2276856"/>
            <a:ext cx="2575953" cy="246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60531" y="2962656"/>
            <a:ext cx="2394548" cy="246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60531" y="3648456"/>
            <a:ext cx="1959175" cy="246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60531" y="4334256"/>
            <a:ext cx="2249424" cy="246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Closing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Closing | Key takeaways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50876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1732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Takeaway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8968" y="1417320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15568" y="2240280"/>
            <a:ext cx="107442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338328" y="2496312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404872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Takeaway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2404872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15568" y="3227832"/>
            <a:ext cx="107442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338328" y="3483864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392424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Takeaway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3392424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15568" y="4215384"/>
            <a:ext cx="107442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338328" y="4471416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379976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Takeaway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4379976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Closing |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4290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48640"/>
                <a:gridCol w="6035040"/>
                <a:gridCol w="2926080"/>
                <a:gridCol w="2011680"/>
              </a:tblGrid>
              <a:tr h="68580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accent1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accent1"/>
                          </a:solidFill>
                        </a:rPr>
                        <a:t>Activity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accent1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accent1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Activity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Activity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Activity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Activity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[DD.MM.]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One sentence that states the so-what of this slide.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24.jpg"/>
          <p:cNvPicPr>
            <a:picLocks noGrp="1" noChangeAspect="1"/>
          </p:cNvPicPr>
          <p:nvPr>
            <p:ph type="pic" idx="27" sz="quarter"/>
          </p:nvPr>
        </p:nvPicPr>
        <p:blipFill>
          <a:blip r:embed="rId3"/>
          <a:srcRect t="7515" b="7515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discussion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[First name Last name]</a:t>
            </a:r>
          </a:p>
          <a:p>
            <a:r>
              <a:t>[Role]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[Location]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+49 [phone]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[first.last]@koerber.com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22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Appendix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Appendix | Back-up data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[Source]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sp>
        <p:nvSpPr>
          <p:cNvPr id="6" name="Sticker"/>
          <p:cNvSpPr/>
          <p:nvPr/>
        </p:nvSpPr>
        <p:spPr>
          <a:xfrm>
            <a:off x="11050524" y="713232"/>
            <a:ext cx="809244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BACK-UP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371600"/>
          <a:ext cx="11521440" cy="39502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743200"/>
                <a:gridCol w="1371600"/>
                <a:gridCol w="1371600"/>
                <a:gridCol w="1371600"/>
                <a:gridCol w="1371600"/>
                <a:gridCol w="3291840"/>
              </a:tblGrid>
              <a:tr h="43891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Item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Value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Value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Value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Value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Comment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Item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Item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Item 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Item 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Item 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[Comment]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Appendix | Glossary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Glossary of common abbreviations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716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CAPA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7128" y="137160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Corrective and preventive action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" y="1956816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338328" y="1993392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CCS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1993392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Contamination control strategy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" y="257860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8328" y="2615184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CQV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2615184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Commissioning, qualification, validation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" y="3200400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338328" y="3236976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CSV / CSA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3236976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Computer system validation / assurance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" y="3822191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338328" y="385876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eBR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3858768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Electronic batch record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" y="4443984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338328" y="44805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FAT / SAT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448056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Factory / site acceptance test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8328" y="5065776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327648" y="13716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GAMP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137160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Good automated manufacturing practice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27648" y="1956816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327648" y="1993392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GxP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1993392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Good practice regulations (GMP, GDP …)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27648" y="257860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327648" y="2615184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IQ / OQ / PQ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2615184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Installation / operational / performance qualification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27648" y="3200400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327648" y="3236976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236976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Manufacturing execution system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27648" y="3822191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327648" y="385876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OEE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3858768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Overall equipment effectiveness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27648" y="4443984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327648" y="44805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448056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User requirement specification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27648" y="5065776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Appendix | Methodology and 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title that states the key message of the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5661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377440"/>
                <a:gridCol w="2560320"/>
                <a:gridCol w="2743200"/>
                <a:gridCol w="2194560"/>
                <a:gridCol w="1645920"/>
              </a:tblGrid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Analysis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Method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Data source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Period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Sample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Analysis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[Method]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[Source]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[MM/YY – MM/YY]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n = [xx]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Analysis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[Method]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[Source]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[MM/YY – MM/YY]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n = [xx]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Analysis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[Method]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[Source]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[MM/YY – MM/YY]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n = [xx]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Analysis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[Method]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[Source]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[MM/YY – MM/YY]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n = [xx]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Analysis 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[Method]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[Source]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[MM/YY – MM/YY]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n = [xx]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Toolkit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Toolkit | Grid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element has a fixed 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25880"/>
            <a:ext cx="11521440" cy="402336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17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Content area  |  top 1.45"  |  bottom 5.80"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2674620" cy="33375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329184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Column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7268" y="1828800"/>
            <a:ext cx="2674620" cy="33375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7268" y="329184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Column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28800"/>
            <a:ext cx="2674620" cy="33375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329184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Column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5148" y="1828800"/>
            <a:ext cx="2674620" cy="33375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5148" y="329184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Column 4</a:t>
            </a:r>
          </a:p>
        </p:txBody>
      </p:sp>
      <p:sp>
        <p:nvSpPr>
          <p:cNvPr id="16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Key takeaway:  </a:t>
            </a:r>
            <a:r>
              <a:rPr sz="1300" b="0" i="0">
                <a:solidFill>
                  <a:schemeClr val="tx1"/>
                </a:solidFill>
              </a:rPr>
              <a:t>Key takeaway always at the same position (5.98") – it is the first thing readers look for.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57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← Title: action title, 24 pt, max. 76 characters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71323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← Tracker: “chapter | slide type”, 14 pt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Toolkit | Colours and typography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Source: Körber Brand Hub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 highlights, grey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82296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37160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Körber 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64592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#0060FF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920240"/>
            <a:ext cx="174879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Highlight, focus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5838" y="1371600"/>
            <a:ext cx="822960" cy="822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5958" y="137160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5958" y="164592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#000000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5958" y="1920240"/>
            <a:ext cx="174879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Text, 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3348" y="1371600"/>
            <a:ext cx="822960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3468" y="137160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Warm grey 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64592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#E6E2DC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3468" y="1920240"/>
            <a:ext cx="174879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Areas, cards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0858" y="1371600"/>
            <a:ext cx="822960" cy="8229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10978" y="137160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Warm grey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10978" y="164592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#BFB8AF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0978" y="1920240"/>
            <a:ext cx="174879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Comparison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2834640"/>
            <a:ext cx="822960" cy="822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283464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Warm grey dark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10896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#9D968D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383280"/>
            <a:ext cx="174879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Arrows, secondary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5838" y="2834640"/>
            <a:ext cx="822960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35958" y="283464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Yellow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5958" y="310896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#FFE32F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5958" y="3383280"/>
            <a:ext cx="174879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Call to action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3348" y="2834640"/>
            <a:ext cx="822960" cy="8229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3468" y="283464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3468" y="310896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#FEC037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3468" y="3383280"/>
            <a:ext cx="174879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Status: at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50858" y="2834640"/>
            <a:ext cx="822960" cy="8229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10978" y="283464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Orange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10978" y="310896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#FE8623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0978" y="3383280"/>
            <a:ext cx="174879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Status: critical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38328" y="443484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338328" y="457200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Title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" y="486460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24 pt Arial regular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42616" y="457200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Tracker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42616" y="486460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14 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46904" y="457200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46904" y="486460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14–16 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1192" y="457200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Labels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1192" y="486460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10 pt caps, blue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457200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Source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486460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9 pt (placeholder)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Toolkit |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Copy these building blocks instead of drawing new 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25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NUMBERS AND STATUS</a:t>
            </a:r>
          </a:p>
        </p:txBody>
      </p:sp>
      <p:sp>
        <p:nvSpPr>
          <p:cNvPr id="7" name="Oval 6"/>
          <p:cNvSpPr/>
          <p:nvPr/>
        </p:nvSpPr>
        <p:spPr>
          <a:xfrm>
            <a:off x="338328" y="164592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1645920"/>
            <a:ext cx="384048" cy="3840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1527048" y="1746504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47088" y="1746504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67128" y="1746504"/>
            <a:ext cx="182880" cy="1828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87168" y="1746504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286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HARVEY BALLS (0–4)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" y="260604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260604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841248" y="2606040"/>
            <a:ext cx="347472" cy="347472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44168" y="260604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1344168" y="2606040"/>
            <a:ext cx="347472" cy="347472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47088" y="260604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1847088" y="2606040"/>
            <a:ext cx="347472" cy="347472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50008" y="260604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50008" y="2606040"/>
            <a:ext cx="347472" cy="347472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3200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STICKERS AND TAGS</a:t>
            </a:r>
          </a:p>
        </p:txBody>
      </p:sp>
      <p:sp>
        <p:nvSpPr>
          <p:cNvPr id="24" name="Pentagon 23"/>
          <p:cNvSpPr/>
          <p:nvPr/>
        </p:nvSpPr>
        <p:spPr>
          <a:xfrm>
            <a:off x="338328" y="3520440"/>
            <a:ext cx="1097280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18488" y="3502152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Segment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4114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CALL TO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" y="4434840"/>
            <a:ext cx="2468880" cy="411480"/>
          </a:xfrm>
          <a:prstGeom prst="roundRect">
            <a:avLst>
              <a:gd name="adj" fmla="val 48888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Decision by [date]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1325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PROCESS</a:t>
            </a:r>
          </a:p>
        </p:txBody>
      </p:sp>
      <p:sp>
        <p:nvSpPr>
          <p:cNvPr id="29" name="Pentagon 28"/>
          <p:cNvSpPr/>
          <p:nvPr/>
        </p:nvSpPr>
        <p:spPr>
          <a:xfrm>
            <a:off x="3657600" y="1645920"/>
            <a:ext cx="1408176" cy="457200"/>
          </a:xfrm>
          <a:prstGeom prst="homePlate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Step 1</a:t>
            </a:r>
          </a:p>
        </p:txBody>
      </p:sp>
      <p:sp>
        <p:nvSpPr>
          <p:cNvPr id="30" name="Chevron 29"/>
          <p:cNvSpPr/>
          <p:nvPr/>
        </p:nvSpPr>
        <p:spPr>
          <a:xfrm>
            <a:off x="4956048" y="1645920"/>
            <a:ext cx="1408176" cy="45720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Step 2</a:t>
            </a:r>
          </a:p>
        </p:txBody>
      </p:sp>
      <p:sp>
        <p:nvSpPr>
          <p:cNvPr id="31" name="Chevron 30"/>
          <p:cNvSpPr/>
          <p:nvPr/>
        </p:nvSpPr>
        <p:spPr>
          <a:xfrm>
            <a:off x="6254496" y="1645920"/>
            <a:ext cx="1243584" cy="45720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2286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FLOW CHART SYMBOLS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260604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Start / 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2606040"/>
            <a:ext cx="109728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35" name="Diamond 34"/>
          <p:cNvSpPr/>
          <p:nvPr/>
        </p:nvSpPr>
        <p:spPr>
          <a:xfrm>
            <a:off x="6217920" y="2514600"/>
            <a:ext cx="1097280" cy="6400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Question?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2918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ICON IN CIRCLE</a:t>
            </a:r>
          </a:p>
        </p:txBody>
      </p:sp>
      <p:sp>
        <p:nvSpPr>
          <p:cNvPr id="37" name="Oval 36"/>
          <p:cNvSpPr/>
          <p:nvPr/>
        </p:nvSpPr>
        <p:spPr>
          <a:xfrm>
            <a:off x="3657600" y="356616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Icon factory"/>
          <p:cNvSpPr/>
          <p:nvPr/>
        </p:nvSpPr>
        <p:spPr>
          <a:xfrm>
            <a:off x="3776654" y="368521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000" y="84000"/>
                </a:moveTo>
                <a:lnTo>
                  <a:pt x="12000" y="42592"/>
                </a:lnTo>
                <a:lnTo>
                  <a:pt x="32000" y="34077"/>
                </a:lnTo>
                <a:lnTo>
                  <a:pt x="32000" y="41923"/>
                </a:lnTo>
                <a:lnTo>
                  <a:pt x="52000" y="33923"/>
                </a:lnTo>
                <a:lnTo>
                  <a:pt x="52000" y="44000"/>
                </a:lnTo>
                <a:lnTo>
                  <a:pt x="84000" y="44000"/>
                </a:lnTo>
                <a:lnTo>
                  <a:pt x="84000" y="84000"/>
                </a:lnTo>
                <a:lnTo>
                  <a:pt x="12000" y="84000"/>
                </a:lnTo>
                <a:close/>
                <a:moveTo>
                  <a:pt x="16000" y="80000"/>
                </a:moveTo>
                <a:lnTo>
                  <a:pt x="80000" y="80000"/>
                </a:lnTo>
                <a:lnTo>
                  <a:pt x="80000" y="48000"/>
                </a:lnTo>
                <a:lnTo>
                  <a:pt x="48000" y="48000"/>
                </a:lnTo>
                <a:lnTo>
                  <a:pt x="48000" y="39800"/>
                </a:lnTo>
                <a:lnTo>
                  <a:pt x="28000" y="47800"/>
                </a:lnTo>
                <a:lnTo>
                  <a:pt x="28000" y="40000"/>
                </a:lnTo>
                <a:lnTo>
                  <a:pt x="16000" y="45300"/>
                </a:lnTo>
                <a:lnTo>
                  <a:pt x="16000" y="80000"/>
                </a:lnTo>
                <a:close/>
                <a:moveTo>
                  <a:pt x="44923" y="70154"/>
                </a:moveTo>
                <a:lnTo>
                  <a:pt x="51077" y="70154"/>
                </a:lnTo>
                <a:lnTo>
                  <a:pt x="51077" y="57846"/>
                </a:lnTo>
                <a:lnTo>
                  <a:pt x="44923" y="57846"/>
                </a:lnTo>
                <a:lnTo>
                  <a:pt x="44923" y="70154"/>
                </a:lnTo>
                <a:close/>
                <a:moveTo>
                  <a:pt x="28923" y="70154"/>
                </a:moveTo>
                <a:lnTo>
                  <a:pt x="35077" y="70154"/>
                </a:lnTo>
                <a:lnTo>
                  <a:pt x="35077" y="57846"/>
                </a:lnTo>
                <a:lnTo>
                  <a:pt x="28923" y="57846"/>
                </a:lnTo>
                <a:lnTo>
                  <a:pt x="28923" y="70154"/>
                </a:lnTo>
                <a:close/>
                <a:moveTo>
                  <a:pt x="60923" y="70154"/>
                </a:moveTo>
                <a:lnTo>
                  <a:pt x="67077" y="70154"/>
                </a:lnTo>
                <a:lnTo>
                  <a:pt x="67077" y="57846"/>
                </a:lnTo>
                <a:lnTo>
                  <a:pt x="60923" y="57846"/>
                </a:lnTo>
                <a:lnTo>
                  <a:pt x="60923" y="70154"/>
                </a:lnTo>
                <a:close/>
                <a:moveTo>
                  <a:pt x="84000" y="44000"/>
                </a:moveTo>
                <a:lnTo>
                  <a:pt x="71538" y="44000"/>
                </a:lnTo>
                <a:lnTo>
                  <a:pt x="75538" y="15077"/>
                </a:lnTo>
                <a:lnTo>
                  <a:pt x="80462" y="15077"/>
                </a:lnTo>
                <a:lnTo>
                  <a:pt x="84000" y="44000"/>
                </a:lnTo>
                <a:close/>
                <a:moveTo>
                  <a:pt x="16000" y="80000"/>
                </a:moveTo>
                <a:lnTo>
                  <a:pt x="80000" y="80000"/>
                </a:lnTo>
                <a:lnTo>
                  <a:pt x="16000" y="8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9" name="Oval 38"/>
          <p:cNvSpPr/>
          <p:nvPr/>
        </p:nvSpPr>
        <p:spPr>
          <a:xfrm>
            <a:off x="4389120" y="3566160"/>
            <a:ext cx="566928" cy="5669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Icon science"/>
          <p:cNvSpPr/>
          <p:nvPr/>
        </p:nvSpPr>
        <p:spPr>
          <a:xfrm>
            <a:off x="4508174" y="368521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000" y="80000"/>
                </a:moveTo>
                <a:quadBezTo>
                  <a:pt x="17446" y="80000"/>
                  <a:pt x="16369" y="77719"/>
                </a:quadBezTo>
                <a:quadBezTo>
                  <a:pt x="15292" y="75438"/>
                  <a:pt x="16877" y="73462"/>
                </a:quadBezTo>
                <a:lnTo>
                  <a:pt x="40000" y="45385"/>
                </a:lnTo>
                <a:lnTo>
                  <a:pt x="40000" y="20000"/>
                </a:lnTo>
                <a:lnTo>
                  <a:pt x="34462" y="20000"/>
                </a:lnTo>
                <a:quadBezTo>
                  <a:pt x="33612" y="20000"/>
                  <a:pt x="33037" y="19424"/>
                </a:quadBezTo>
                <a:quadBezTo>
                  <a:pt x="32462" y="18848"/>
                  <a:pt x="32462" y="17997"/>
                </a:quadBezTo>
                <a:quadBezTo>
                  <a:pt x="32462" y="17146"/>
                  <a:pt x="33037" y="16573"/>
                </a:quadBezTo>
                <a:quadBezTo>
                  <a:pt x="33612" y="16000"/>
                  <a:pt x="34462" y="16000"/>
                </a:quadBezTo>
                <a:lnTo>
                  <a:pt x="61538" y="16000"/>
                </a:lnTo>
                <a:quadBezTo>
                  <a:pt x="62388" y="16000"/>
                  <a:pt x="62963" y="16576"/>
                </a:quadBezTo>
                <a:quadBezTo>
                  <a:pt x="63538" y="17152"/>
                  <a:pt x="63538" y="18003"/>
                </a:quadBezTo>
                <a:quadBezTo>
                  <a:pt x="63538" y="18854"/>
                  <a:pt x="62963" y="19427"/>
                </a:quadBezTo>
                <a:quadBezTo>
                  <a:pt x="62388" y="20000"/>
                  <a:pt x="61538" y="20000"/>
                </a:quadBezTo>
                <a:lnTo>
                  <a:pt x="56000" y="20000"/>
                </a:lnTo>
                <a:lnTo>
                  <a:pt x="56000" y="45385"/>
                </a:lnTo>
                <a:lnTo>
                  <a:pt x="79123" y="73462"/>
                </a:lnTo>
                <a:quadBezTo>
                  <a:pt x="80708" y="75438"/>
                  <a:pt x="79631" y="77719"/>
                </a:quadBezTo>
                <a:quadBezTo>
                  <a:pt x="78554" y="80000"/>
                  <a:pt x="76000" y="80000"/>
                </a:quadBezTo>
                <a:lnTo>
                  <a:pt x="20000" y="80000"/>
                </a:lnTo>
                <a:close/>
                <a:moveTo>
                  <a:pt x="20000" y="76000"/>
                </a:moveTo>
                <a:lnTo>
                  <a:pt x="76000" y="76000"/>
                </a:lnTo>
                <a:lnTo>
                  <a:pt x="52000" y="46800"/>
                </a:lnTo>
                <a:lnTo>
                  <a:pt x="52000" y="20000"/>
                </a:lnTo>
                <a:lnTo>
                  <a:pt x="44000" y="20000"/>
                </a:lnTo>
                <a:lnTo>
                  <a:pt x="44000" y="46800"/>
                </a:lnTo>
                <a:lnTo>
                  <a:pt x="20000" y="76000"/>
                </a:ln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1" name="TextBox 40"/>
          <p:cNvSpPr txBox="1"/>
          <p:nvPr/>
        </p:nvSpPr>
        <p:spPr>
          <a:xfrm>
            <a:off x="3657600" y="4343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KEY FIGURE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45720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1325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CARD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1645920"/>
            <a:ext cx="3813048" cy="14630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847088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LABEL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2103120"/>
            <a:ext cx="341071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2487168"/>
            <a:ext cx="3410712" cy="5212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Short description in one or two lines.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32918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DISTURBER (KÖRBER CI)</a:t>
            </a:r>
          </a:p>
        </p:txBody>
      </p:sp>
      <p:sp>
        <p:nvSpPr>
          <p:cNvPr id="49" name="Disturber"/>
          <p:cNvSpPr/>
          <p:nvPr/>
        </p:nvSpPr>
        <p:spPr>
          <a:xfrm>
            <a:off x="8046720" y="3611880"/>
            <a:ext cx="1463040" cy="1463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137160" rIns="137160" bIns="13716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200" b="0" i="0">
                <a:solidFill>
                  <a:schemeClr val="bg1"/>
                </a:solidFill>
              </a:rPr>
              <a:t>00%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Key figure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Toolkit | Icons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Google Material Symbols Outlined (Apache 2.0) – copy an icon, recolour via Shape Fill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Material Symbols – 117 icons, recolourable</a:t>
            </a:r>
          </a:p>
        </p:txBody>
      </p:sp>
      <p:sp>
        <p:nvSpPr>
          <p:cNvPr id="6" name="Icon account_balance"/>
          <p:cNvSpPr/>
          <p:nvPr/>
        </p:nvSpPr>
        <p:spPr>
          <a:xfrm>
            <a:off x="644300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6000" y="68000"/>
                </a:moveTo>
                <a:lnTo>
                  <a:pt x="26000" y="36000"/>
                </a:lnTo>
                <a:lnTo>
                  <a:pt x="30000" y="36000"/>
                </a:lnTo>
                <a:lnTo>
                  <a:pt x="30000" y="68000"/>
                </a:lnTo>
                <a:lnTo>
                  <a:pt x="26000" y="68000"/>
                </a:lnTo>
                <a:close/>
                <a:moveTo>
                  <a:pt x="46000" y="68000"/>
                </a:moveTo>
                <a:lnTo>
                  <a:pt x="46000" y="36000"/>
                </a:lnTo>
                <a:lnTo>
                  <a:pt x="50000" y="36000"/>
                </a:lnTo>
                <a:lnTo>
                  <a:pt x="50000" y="68000"/>
                </a:lnTo>
                <a:lnTo>
                  <a:pt x="46000" y="68000"/>
                </a:lnTo>
                <a:close/>
                <a:moveTo>
                  <a:pt x="14154" y="80000"/>
                </a:moveTo>
                <a:lnTo>
                  <a:pt x="14154" y="76000"/>
                </a:lnTo>
                <a:lnTo>
                  <a:pt x="81846" y="76000"/>
                </a:lnTo>
                <a:lnTo>
                  <a:pt x="81846" y="80000"/>
                </a:lnTo>
                <a:lnTo>
                  <a:pt x="14154" y="80000"/>
                </a:lnTo>
                <a:close/>
                <a:moveTo>
                  <a:pt x="66000" y="68000"/>
                </a:moveTo>
                <a:lnTo>
                  <a:pt x="66000" y="36000"/>
                </a:lnTo>
                <a:lnTo>
                  <a:pt x="70000" y="36000"/>
                </a:lnTo>
                <a:lnTo>
                  <a:pt x="70000" y="68000"/>
                </a:lnTo>
                <a:lnTo>
                  <a:pt x="66000" y="68000"/>
                </a:lnTo>
                <a:close/>
                <a:moveTo>
                  <a:pt x="14154" y="28000"/>
                </a:moveTo>
                <a:lnTo>
                  <a:pt x="14154" y="24615"/>
                </a:lnTo>
                <a:lnTo>
                  <a:pt x="48000" y="8462"/>
                </a:lnTo>
                <a:lnTo>
                  <a:pt x="81846" y="24615"/>
                </a:lnTo>
                <a:lnTo>
                  <a:pt x="81846" y="28000"/>
                </a:lnTo>
                <a:lnTo>
                  <a:pt x="14154" y="28000"/>
                </a:lnTo>
                <a:close/>
                <a:moveTo>
                  <a:pt x="24723" y="24000"/>
                </a:moveTo>
                <a:lnTo>
                  <a:pt x="71277" y="24000"/>
                </a:lnTo>
                <a:lnTo>
                  <a:pt x="24723" y="24000"/>
                </a:lnTo>
                <a:close/>
                <a:moveTo>
                  <a:pt x="24723" y="24000"/>
                </a:moveTo>
                <a:lnTo>
                  <a:pt x="71277" y="24000"/>
                </a:lnTo>
                <a:lnTo>
                  <a:pt x="48000" y="13000"/>
                </a:lnTo>
                <a:lnTo>
                  <a:pt x="24723" y="24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TextBox 6"/>
          <p:cNvSpPr txBox="1"/>
          <p:nvPr/>
        </p:nvSpPr>
        <p:spPr>
          <a:xfrm>
            <a:off x="338328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account balance</a:t>
            </a:r>
          </a:p>
        </p:txBody>
      </p:sp>
      <p:sp>
        <p:nvSpPr>
          <p:cNvPr id="8" name="Icon account_tree"/>
          <p:cNvSpPr/>
          <p:nvPr/>
        </p:nvSpPr>
        <p:spPr>
          <a:xfrm>
            <a:off x="1530564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2000" y="82000"/>
                </a:moveTo>
                <a:lnTo>
                  <a:pt x="62000" y="70000"/>
                </a:lnTo>
                <a:lnTo>
                  <a:pt x="46000" y="70000"/>
                </a:lnTo>
                <a:lnTo>
                  <a:pt x="46000" y="30000"/>
                </a:lnTo>
                <a:lnTo>
                  <a:pt x="34000" y="30000"/>
                </a:lnTo>
                <a:lnTo>
                  <a:pt x="34000" y="42000"/>
                </a:lnTo>
                <a:lnTo>
                  <a:pt x="10000" y="42000"/>
                </a:lnTo>
                <a:lnTo>
                  <a:pt x="10000" y="14000"/>
                </a:lnTo>
                <a:lnTo>
                  <a:pt x="34000" y="14000"/>
                </a:lnTo>
                <a:lnTo>
                  <a:pt x="34000" y="26000"/>
                </a:lnTo>
                <a:lnTo>
                  <a:pt x="62000" y="26000"/>
                </a:lnTo>
                <a:lnTo>
                  <a:pt x="62000" y="14000"/>
                </a:lnTo>
                <a:lnTo>
                  <a:pt x="86000" y="14000"/>
                </a:lnTo>
                <a:lnTo>
                  <a:pt x="86000" y="42000"/>
                </a:lnTo>
                <a:lnTo>
                  <a:pt x="62000" y="42000"/>
                </a:lnTo>
                <a:lnTo>
                  <a:pt x="62000" y="30000"/>
                </a:lnTo>
                <a:lnTo>
                  <a:pt x="50000" y="30000"/>
                </a:lnTo>
                <a:lnTo>
                  <a:pt x="50000" y="66000"/>
                </a:lnTo>
                <a:lnTo>
                  <a:pt x="62000" y="66000"/>
                </a:lnTo>
                <a:lnTo>
                  <a:pt x="62000" y="54000"/>
                </a:lnTo>
                <a:lnTo>
                  <a:pt x="86000" y="54000"/>
                </a:lnTo>
                <a:lnTo>
                  <a:pt x="86000" y="82000"/>
                </a:lnTo>
                <a:lnTo>
                  <a:pt x="62000" y="82000"/>
                </a:lnTo>
                <a:close/>
                <a:moveTo>
                  <a:pt x="14000" y="18000"/>
                </a:moveTo>
                <a:lnTo>
                  <a:pt x="14000" y="38000"/>
                </a:lnTo>
                <a:lnTo>
                  <a:pt x="14000" y="18000"/>
                </a:lnTo>
                <a:close/>
                <a:moveTo>
                  <a:pt x="66000" y="58000"/>
                </a:moveTo>
                <a:lnTo>
                  <a:pt x="66000" y="78000"/>
                </a:lnTo>
                <a:lnTo>
                  <a:pt x="66000" y="58000"/>
                </a:lnTo>
                <a:close/>
                <a:moveTo>
                  <a:pt x="66000" y="18000"/>
                </a:moveTo>
                <a:lnTo>
                  <a:pt x="66000" y="38000"/>
                </a:lnTo>
                <a:lnTo>
                  <a:pt x="66000" y="18000"/>
                </a:lnTo>
                <a:close/>
                <a:moveTo>
                  <a:pt x="66000" y="38000"/>
                </a:moveTo>
                <a:lnTo>
                  <a:pt x="82000" y="38000"/>
                </a:lnTo>
                <a:lnTo>
                  <a:pt x="82000" y="18000"/>
                </a:lnTo>
                <a:lnTo>
                  <a:pt x="66000" y="18000"/>
                </a:lnTo>
                <a:lnTo>
                  <a:pt x="66000" y="38000"/>
                </a:lnTo>
                <a:close/>
                <a:moveTo>
                  <a:pt x="66000" y="78000"/>
                </a:moveTo>
                <a:lnTo>
                  <a:pt x="82000" y="78000"/>
                </a:lnTo>
                <a:lnTo>
                  <a:pt x="82000" y="58000"/>
                </a:lnTo>
                <a:lnTo>
                  <a:pt x="66000" y="58000"/>
                </a:lnTo>
                <a:lnTo>
                  <a:pt x="66000" y="78000"/>
                </a:lnTo>
                <a:close/>
                <a:moveTo>
                  <a:pt x="14000" y="38000"/>
                </a:moveTo>
                <a:lnTo>
                  <a:pt x="30000" y="38000"/>
                </a:lnTo>
                <a:lnTo>
                  <a:pt x="30000" y="18000"/>
                </a:lnTo>
                <a:lnTo>
                  <a:pt x="14000" y="18000"/>
                </a:lnTo>
                <a:lnTo>
                  <a:pt x="14000" y="3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1224592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account tree</a:t>
            </a:r>
          </a:p>
        </p:txBody>
      </p:sp>
      <p:sp>
        <p:nvSpPr>
          <p:cNvPr id="10" name="Icon add_circle"/>
          <p:cNvSpPr/>
          <p:nvPr/>
        </p:nvSpPr>
        <p:spPr>
          <a:xfrm>
            <a:off x="2416829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000" y="66000"/>
                </a:moveTo>
                <a:lnTo>
                  <a:pt x="50000" y="66000"/>
                </a:lnTo>
                <a:lnTo>
                  <a:pt x="50000" y="50000"/>
                </a:lnTo>
                <a:lnTo>
                  <a:pt x="66000" y="50000"/>
                </a:lnTo>
                <a:lnTo>
                  <a:pt x="66000" y="46000"/>
                </a:lnTo>
                <a:lnTo>
                  <a:pt x="50000" y="46000"/>
                </a:lnTo>
                <a:lnTo>
                  <a:pt x="50000" y="30000"/>
                </a:lnTo>
                <a:lnTo>
                  <a:pt x="46000" y="30000"/>
                </a:lnTo>
                <a:lnTo>
                  <a:pt x="46000" y="46000"/>
                </a:lnTo>
                <a:lnTo>
                  <a:pt x="30000" y="46000"/>
                </a:lnTo>
                <a:lnTo>
                  <a:pt x="30000" y="50000"/>
                </a:lnTo>
                <a:lnTo>
                  <a:pt x="46000" y="50000"/>
                </a:lnTo>
                <a:lnTo>
                  <a:pt x="46000" y="66000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extBox 10"/>
          <p:cNvSpPr txBox="1"/>
          <p:nvPr/>
        </p:nvSpPr>
        <p:spPr>
          <a:xfrm>
            <a:off x="2110857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add circle</a:t>
            </a:r>
          </a:p>
        </p:txBody>
      </p:sp>
      <p:sp>
        <p:nvSpPr>
          <p:cNvPr id="12" name="Icon air"/>
          <p:cNvSpPr/>
          <p:nvPr/>
        </p:nvSpPr>
        <p:spPr>
          <a:xfrm>
            <a:off x="3303094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000" y="77077"/>
                </a:moveTo>
                <a:quadBezTo>
                  <a:pt x="42385" y="77077"/>
                  <a:pt x="39692" y="74769"/>
                </a:quadBezTo>
                <a:quadBezTo>
                  <a:pt x="37000" y="72462"/>
                  <a:pt x="36308" y="69077"/>
                </a:quadBezTo>
                <a:lnTo>
                  <a:pt x="40462" y="69077"/>
                </a:lnTo>
                <a:quadBezTo>
                  <a:pt x="41077" y="70854"/>
                  <a:pt x="42573" y="71965"/>
                </a:quadBezTo>
                <a:quadBezTo>
                  <a:pt x="44069" y="73077"/>
                  <a:pt x="46000" y="73077"/>
                </a:quadBezTo>
                <a:quadBezTo>
                  <a:pt x="48469" y="73077"/>
                  <a:pt x="50235" y="71312"/>
                </a:quadBezTo>
                <a:quadBezTo>
                  <a:pt x="52000" y="69546"/>
                  <a:pt x="52000" y="67077"/>
                </a:quadBezTo>
                <a:quadBezTo>
                  <a:pt x="52000" y="64608"/>
                  <a:pt x="50235" y="62842"/>
                </a:quadBezTo>
                <a:quadBezTo>
                  <a:pt x="48469" y="61077"/>
                  <a:pt x="46000" y="61077"/>
                </a:quadBezTo>
                <a:lnTo>
                  <a:pt x="10000" y="61077"/>
                </a:lnTo>
                <a:lnTo>
                  <a:pt x="10000" y="57077"/>
                </a:lnTo>
                <a:lnTo>
                  <a:pt x="46000" y="57077"/>
                </a:lnTo>
                <a:quadBezTo>
                  <a:pt x="50154" y="57077"/>
                  <a:pt x="53077" y="60000"/>
                </a:quadBezTo>
                <a:quadBezTo>
                  <a:pt x="56000" y="62923"/>
                  <a:pt x="56000" y="67077"/>
                </a:quadBezTo>
                <a:quadBezTo>
                  <a:pt x="56000" y="71231"/>
                  <a:pt x="53077" y="74154"/>
                </a:quadBezTo>
                <a:quadBezTo>
                  <a:pt x="50154" y="77077"/>
                  <a:pt x="46000" y="77077"/>
                </a:quadBezTo>
                <a:close/>
                <a:moveTo>
                  <a:pt x="10000" y="38923"/>
                </a:moveTo>
                <a:lnTo>
                  <a:pt x="10000" y="34923"/>
                </a:lnTo>
                <a:lnTo>
                  <a:pt x="62000" y="34923"/>
                </a:lnTo>
                <a:quadBezTo>
                  <a:pt x="65369" y="34923"/>
                  <a:pt x="67685" y="32608"/>
                </a:quadBezTo>
                <a:quadBezTo>
                  <a:pt x="70000" y="30292"/>
                  <a:pt x="70000" y="26923"/>
                </a:quadBezTo>
                <a:quadBezTo>
                  <a:pt x="70000" y="23554"/>
                  <a:pt x="67685" y="21238"/>
                </a:quadBezTo>
                <a:quadBezTo>
                  <a:pt x="65369" y="18923"/>
                  <a:pt x="62000" y="18923"/>
                </a:quadBezTo>
                <a:quadBezTo>
                  <a:pt x="59092" y="18923"/>
                  <a:pt x="57008" y="20623"/>
                </a:quadBezTo>
                <a:quadBezTo>
                  <a:pt x="54923" y="22323"/>
                  <a:pt x="54308" y="24923"/>
                </a:quadBezTo>
                <a:lnTo>
                  <a:pt x="50154" y="24923"/>
                </a:lnTo>
                <a:quadBezTo>
                  <a:pt x="50846" y="20562"/>
                  <a:pt x="54165" y="17742"/>
                </a:quadBezTo>
                <a:quadBezTo>
                  <a:pt x="57485" y="14923"/>
                  <a:pt x="62000" y="14923"/>
                </a:quadBezTo>
                <a:quadBezTo>
                  <a:pt x="67054" y="14923"/>
                  <a:pt x="70527" y="18396"/>
                </a:quadBezTo>
                <a:quadBezTo>
                  <a:pt x="74000" y="21869"/>
                  <a:pt x="74000" y="26923"/>
                </a:quadBezTo>
                <a:quadBezTo>
                  <a:pt x="74000" y="31977"/>
                  <a:pt x="70527" y="35450"/>
                </a:quadBezTo>
                <a:quadBezTo>
                  <a:pt x="67054" y="38923"/>
                  <a:pt x="62000" y="38923"/>
                </a:quadBezTo>
                <a:lnTo>
                  <a:pt x="10000" y="38923"/>
                </a:lnTo>
                <a:close/>
                <a:moveTo>
                  <a:pt x="76000" y="69846"/>
                </a:moveTo>
                <a:lnTo>
                  <a:pt x="76000" y="65692"/>
                </a:lnTo>
                <a:quadBezTo>
                  <a:pt x="78600" y="65077"/>
                  <a:pt x="80300" y="62992"/>
                </a:quadBezTo>
                <a:quadBezTo>
                  <a:pt x="82000" y="60908"/>
                  <a:pt x="82000" y="58000"/>
                </a:quadBezTo>
                <a:quadBezTo>
                  <a:pt x="82000" y="54631"/>
                  <a:pt x="79685" y="52315"/>
                </a:quadBezTo>
                <a:quadBezTo>
                  <a:pt x="77369" y="50000"/>
                  <a:pt x="74000" y="50000"/>
                </a:quadBezTo>
                <a:lnTo>
                  <a:pt x="10000" y="50000"/>
                </a:lnTo>
                <a:lnTo>
                  <a:pt x="10000" y="46000"/>
                </a:lnTo>
                <a:lnTo>
                  <a:pt x="74000" y="46000"/>
                </a:lnTo>
                <a:quadBezTo>
                  <a:pt x="79054" y="46000"/>
                  <a:pt x="82527" y="49473"/>
                </a:quadBezTo>
                <a:quadBezTo>
                  <a:pt x="86000" y="52946"/>
                  <a:pt x="86000" y="58000"/>
                </a:quadBezTo>
                <a:quadBezTo>
                  <a:pt x="86000" y="62515"/>
                  <a:pt x="83181" y="65835"/>
                </a:quadBezTo>
                <a:quadBezTo>
                  <a:pt x="80362" y="69154"/>
                  <a:pt x="76000" y="69846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2997121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air</a:t>
            </a:r>
          </a:p>
        </p:txBody>
      </p:sp>
      <p:sp>
        <p:nvSpPr>
          <p:cNvPr id="14" name="Icon analytics"/>
          <p:cNvSpPr/>
          <p:nvPr/>
        </p:nvSpPr>
        <p:spPr>
          <a:xfrm>
            <a:off x="4189358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0923" y="66000"/>
                </a:moveTo>
                <a:lnTo>
                  <a:pt x="34923" y="66000"/>
                </a:lnTo>
                <a:lnTo>
                  <a:pt x="34923" y="48000"/>
                </a:lnTo>
                <a:lnTo>
                  <a:pt x="30923" y="48000"/>
                </a:lnTo>
                <a:lnTo>
                  <a:pt x="30923" y="66000"/>
                </a:lnTo>
                <a:close/>
                <a:moveTo>
                  <a:pt x="61077" y="66000"/>
                </a:moveTo>
                <a:lnTo>
                  <a:pt x="65077" y="66000"/>
                </a:lnTo>
                <a:lnTo>
                  <a:pt x="65077" y="28000"/>
                </a:lnTo>
                <a:lnTo>
                  <a:pt x="61077" y="28000"/>
                </a:lnTo>
                <a:lnTo>
                  <a:pt x="61077" y="66000"/>
                </a:lnTo>
                <a:close/>
                <a:moveTo>
                  <a:pt x="46000" y="66000"/>
                </a:moveTo>
                <a:lnTo>
                  <a:pt x="50000" y="66000"/>
                </a:lnTo>
                <a:lnTo>
                  <a:pt x="50000" y="56000"/>
                </a:lnTo>
                <a:lnTo>
                  <a:pt x="46000" y="56000"/>
                </a:lnTo>
                <a:lnTo>
                  <a:pt x="46000" y="66000"/>
                </a:lnTo>
                <a:close/>
                <a:moveTo>
                  <a:pt x="46000" y="48000"/>
                </a:moveTo>
                <a:lnTo>
                  <a:pt x="50000" y="48000"/>
                </a:lnTo>
                <a:lnTo>
                  <a:pt x="50000" y="40000"/>
                </a:lnTo>
                <a:lnTo>
                  <a:pt x="46000" y="40000"/>
                </a:lnTo>
                <a:lnTo>
                  <a:pt x="46000" y="48000"/>
                </a:lnTo>
                <a:close/>
                <a:moveTo>
                  <a:pt x="22462" y="80000"/>
                </a:moveTo>
                <a:quadBezTo>
                  <a:pt x="19700" y="80000"/>
                  <a:pt x="17850" y="78150"/>
                </a:quadBezTo>
                <a:quadBezTo>
                  <a:pt x="16000" y="76300"/>
                  <a:pt x="16000" y="73538"/>
                </a:quadBezTo>
                <a:lnTo>
                  <a:pt x="16000" y="22462"/>
                </a:lnTo>
                <a:quadBezTo>
                  <a:pt x="16000" y="19700"/>
                  <a:pt x="17850" y="17850"/>
                </a:quadBezTo>
                <a:quadBezTo>
                  <a:pt x="19700" y="16000"/>
                  <a:pt x="22462" y="16000"/>
                </a:quadBezTo>
                <a:lnTo>
                  <a:pt x="73538" y="16000"/>
                </a:lnTo>
                <a:quadBezTo>
                  <a:pt x="76300" y="16000"/>
                  <a:pt x="78150" y="17850"/>
                </a:quadBezTo>
                <a:quadBezTo>
                  <a:pt x="80000" y="19700"/>
                  <a:pt x="80000" y="22462"/>
                </a:quadBezTo>
                <a:lnTo>
                  <a:pt x="80000" y="73538"/>
                </a:lnTo>
                <a:quadBezTo>
                  <a:pt x="80000" y="76300"/>
                  <a:pt x="78150" y="78150"/>
                </a:quadBezTo>
                <a:quadBezTo>
                  <a:pt x="76300" y="80000"/>
                  <a:pt x="73538" y="80000"/>
                </a:quadBezTo>
                <a:lnTo>
                  <a:pt x="22462" y="80000"/>
                </a:lnTo>
                <a:close/>
                <a:moveTo>
                  <a:pt x="22462" y="76000"/>
                </a:moveTo>
                <a:lnTo>
                  <a:pt x="73538" y="76000"/>
                </a:lnTo>
                <a:quadBezTo>
                  <a:pt x="74462" y="76000"/>
                  <a:pt x="75231" y="75231"/>
                </a:quadBezTo>
                <a:quadBezTo>
                  <a:pt x="76000" y="74462"/>
                  <a:pt x="76000" y="73538"/>
                </a:quadBezTo>
                <a:lnTo>
                  <a:pt x="76000" y="22462"/>
                </a:lnTo>
                <a:quadBezTo>
                  <a:pt x="76000" y="21538"/>
                  <a:pt x="75231" y="20769"/>
                </a:quadBezTo>
                <a:quadBezTo>
                  <a:pt x="74462" y="20000"/>
                  <a:pt x="73538" y="20000"/>
                </a:quadBezTo>
                <a:lnTo>
                  <a:pt x="22462" y="20000"/>
                </a:lnTo>
                <a:quadBezTo>
                  <a:pt x="21538" y="20000"/>
                  <a:pt x="20769" y="20769"/>
                </a:quadBezTo>
                <a:quadBezTo>
                  <a:pt x="20000" y="21538"/>
                  <a:pt x="20000" y="22462"/>
                </a:quadBezTo>
                <a:lnTo>
                  <a:pt x="20000" y="73538"/>
                </a:lnTo>
                <a:quadBezTo>
                  <a:pt x="20000" y="74462"/>
                  <a:pt x="20769" y="75231"/>
                </a:quadBezTo>
                <a:quadBezTo>
                  <a:pt x="21538" y="76000"/>
                  <a:pt x="22462" y="76000"/>
                </a:quadBezTo>
                <a:close/>
                <a:moveTo>
                  <a:pt x="20000" y="20000"/>
                </a:moveTo>
                <a:lnTo>
                  <a:pt x="20000" y="76000"/>
                </a:lnTo>
                <a:lnTo>
                  <a:pt x="20000" y="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3883386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analytics</a:t>
            </a:r>
          </a:p>
        </p:txBody>
      </p:sp>
      <p:sp>
        <p:nvSpPr>
          <p:cNvPr id="16" name="Icon arrow_forward"/>
          <p:cNvSpPr/>
          <p:nvPr/>
        </p:nvSpPr>
        <p:spPr>
          <a:xfrm>
            <a:off x="5075623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4769651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arrow forward</a:t>
            </a:r>
          </a:p>
        </p:txBody>
      </p:sp>
      <p:sp>
        <p:nvSpPr>
          <p:cNvPr id="18" name="Icon assignment"/>
          <p:cNvSpPr/>
          <p:nvPr/>
        </p:nvSpPr>
        <p:spPr>
          <a:xfrm>
            <a:off x="5961888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462" y="80000"/>
                </a:moveTo>
                <a:quadBezTo>
                  <a:pt x="19777" y="80000"/>
                  <a:pt x="17888" y="78112"/>
                </a:quadBezTo>
                <a:quadBezTo>
                  <a:pt x="16000" y="76223"/>
                  <a:pt x="16000" y="73538"/>
                </a:quadBezTo>
                <a:lnTo>
                  <a:pt x="16000" y="22462"/>
                </a:lnTo>
                <a:quadBezTo>
                  <a:pt x="16000" y="19777"/>
                  <a:pt x="17888" y="17888"/>
                </a:quadBezTo>
                <a:quadBezTo>
                  <a:pt x="19777" y="16000"/>
                  <a:pt x="22462" y="16000"/>
                </a:quadBezTo>
                <a:lnTo>
                  <a:pt x="41262" y="16000"/>
                </a:lnTo>
                <a:quadBezTo>
                  <a:pt x="40715" y="12938"/>
                  <a:pt x="42727" y="10469"/>
                </a:quadBezTo>
                <a:quadBezTo>
                  <a:pt x="44738" y="8000"/>
                  <a:pt x="48000" y="8000"/>
                </a:quadBezTo>
                <a:quadBezTo>
                  <a:pt x="51338" y="8000"/>
                  <a:pt x="53350" y="10469"/>
                </a:quadBezTo>
                <a:quadBezTo>
                  <a:pt x="55362" y="12938"/>
                  <a:pt x="54738" y="16000"/>
                </a:quadBezTo>
                <a:lnTo>
                  <a:pt x="73538" y="16000"/>
                </a:lnTo>
                <a:quadBezTo>
                  <a:pt x="76223" y="16000"/>
                  <a:pt x="78112" y="17888"/>
                </a:quadBezTo>
                <a:quadBezTo>
                  <a:pt x="80000" y="19777"/>
                  <a:pt x="80000" y="22462"/>
                </a:quadBezTo>
                <a:lnTo>
                  <a:pt x="80000" y="73538"/>
                </a:lnTo>
                <a:quadBezTo>
                  <a:pt x="80000" y="76223"/>
                  <a:pt x="78112" y="78112"/>
                </a:quadBezTo>
                <a:quadBezTo>
                  <a:pt x="76223" y="80000"/>
                  <a:pt x="73538" y="80000"/>
                </a:quadBezTo>
                <a:lnTo>
                  <a:pt x="22462" y="80000"/>
                </a:lnTo>
                <a:close/>
                <a:moveTo>
                  <a:pt x="22462" y="76000"/>
                </a:moveTo>
                <a:lnTo>
                  <a:pt x="73538" y="76000"/>
                </a:lnTo>
                <a:quadBezTo>
                  <a:pt x="74462" y="76000"/>
                  <a:pt x="75231" y="75231"/>
                </a:quadBezTo>
                <a:quadBezTo>
                  <a:pt x="76000" y="74462"/>
                  <a:pt x="76000" y="73538"/>
                </a:quadBezTo>
                <a:lnTo>
                  <a:pt x="76000" y="22462"/>
                </a:lnTo>
                <a:quadBezTo>
                  <a:pt x="76000" y="21538"/>
                  <a:pt x="75231" y="20769"/>
                </a:quadBezTo>
                <a:quadBezTo>
                  <a:pt x="74462" y="20000"/>
                  <a:pt x="73538" y="20000"/>
                </a:quadBezTo>
                <a:lnTo>
                  <a:pt x="22462" y="20000"/>
                </a:lnTo>
                <a:quadBezTo>
                  <a:pt x="21538" y="20000"/>
                  <a:pt x="20769" y="20769"/>
                </a:quadBezTo>
                <a:quadBezTo>
                  <a:pt x="20000" y="21538"/>
                  <a:pt x="20000" y="22462"/>
                </a:quadBezTo>
                <a:lnTo>
                  <a:pt x="20000" y="73538"/>
                </a:lnTo>
                <a:quadBezTo>
                  <a:pt x="20000" y="74462"/>
                  <a:pt x="20769" y="75231"/>
                </a:quadBezTo>
                <a:quadBezTo>
                  <a:pt x="21538" y="76000"/>
                  <a:pt x="22462" y="76000"/>
                </a:quadBezTo>
                <a:close/>
                <a:moveTo>
                  <a:pt x="30000" y="65077"/>
                </a:moveTo>
                <a:lnTo>
                  <a:pt x="54000" y="65077"/>
                </a:lnTo>
                <a:lnTo>
                  <a:pt x="54000" y="61077"/>
                </a:lnTo>
                <a:lnTo>
                  <a:pt x="30000" y="61077"/>
                </a:lnTo>
                <a:lnTo>
                  <a:pt x="30000" y="65077"/>
                </a:lnTo>
                <a:close/>
                <a:moveTo>
                  <a:pt x="30000" y="50000"/>
                </a:moveTo>
                <a:lnTo>
                  <a:pt x="66000" y="50000"/>
                </a:lnTo>
                <a:lnTo>
                  <a:pt x="66000" y="46000"/>
                </a:lnTo>
                <a:lnTo>
                  <a:pt x="30000" y="46000"/>
                </a:lnTo>
                <a:lnTo>
                  <a:pt x="30000" y="50000"/>
                </a:lnTo>
                <a:close/>
                <a:moveTo>
                  <a:pt x="30000" y="34923"/>
                </a:moveTo>
                <a:lnTo>
                  <a:pt x="66000" y="34923"/>
                </a:lnTo>
                <a:lnTo>
                  <a:pt x="66000" y="30923"/>
                </a:lnTo>
                <a:lnTo>
                  <a:pt x="30000" y="30923"/>
                </a:lnTo>
                <a:lnTo>
                  <a:pt x="30000" y="34923"/>
                </a:lnTo>
                <a:close/>
                <a:moveTo>
                  <a:pt x="48000" y="17769"/>
                </a:moveTo>
                <a:quadBezTo>
                  <a:pt x="49300" y="17769"/>
                  <a:pt x="50150" y="16919"/>
                </a:quadBezTo>
                <a:quadBezTo>
                  <a:pt x="51000" y="16069"/>
                  <a:pt x="51000" y="14769"/>
                </a:quadBezTo>
                <a:quadBezTo>
                  <a:pt x="51000" y="13469"/>
                  <a:pt x="50150" y="12619"/>
                </a:quadBezTo>
                <a:quadBezTo>
                  <a:pt x="49300" y="11769"/>
                  <a:pt x="48000" y="11769"/>
                </a:quadBezTo>
                <a:quadBezTo>
                  <a:pt x="46700" y="11769"/>
                  <a:pt x="45850" y="12619"/>
                </a:quadBezTo>
                <a:quadBezTo>
                  <a:pt x="45000" y="13469"/>
                  <a:pt x="45000" y="14769"/>
                </a:quadBezTo>
                <a:quadBezTo>
                  <a:pt x="45000" y="16069"/>
                  <a:pt x="45850" y="16919"/>
                </a:quadBezTo>
                <a:quadBezTo>
                  <a:pt x="46700" y="17769"/>
                  <a:pt x="48000" y="17769"/>
                </a:quadBezTo>
                <a:close/>
                <a:moveTo>
                  <a:pt x="20000" y="76000"/>
                </a:moveTo>
                <a:lnTo>
                  <a:pt x="20000" y="20000"/>
                </a:lnTo>
                <a:lnTo>
                  <a:pt x="20000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55915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assignment</a:t>
            </a:r>
          </a:p>
        </p:txBody>
      </p:sp>
      <p:sp>
        <p:nvSpPr>
          <p:cNvPr id="20" name="Icon bar_chart"/>
          <p:cNvSpPr/>
          <p:nvPr/>
        </p:nvSpPr>
        <p:spPr>
          <a:xfrm>
            <a:off x="6848152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4000" y="76000"/>
                </a:moveTo>
                <a:lnTo>
                  <a:pt x="64000" y="56769"/>
                </a:lnTo>
                <a:lnTo>
                  <a:pt x="76000" y="56769"/>
                </a:lnTo>
                <a:lnTo>
                  <a:pt x="76000" y="76000"/>
                </a:lnTo>
                <a:lnTo>
                  <a:pt x="64000" y="76000"/>
                </a:lnTo>
                <a:close/>
                <a:moveTo>
                  <a:pt x="42000" y="76000"/>
                </a:moveTo>
                <a:lnTo>
                  <a:pt x="42000" y="20000"/>
                </a:lnTo>
                <a:lnTo>
                  <a:pt x="54000" y="20000"/>
                </a:lnTo>
                <a:lnTo>
                  <a:pt x="54000" y="76000"/>
                </a:lnTo>
                <a:lnTo>
                  <a:pt x="42000" y="76000"/>
                </a:lnTo>
                <a:close/>
                <a:moveTo>
                  <a:pt x="20000" y="76000"/>
                </a:moveTo>
                <a:lnTo>
                  <a:pt x="20000" y="39231"/>
                </a:lnTo>
                <a:lnTo>
                  <a:pt x="32000" y="39231"/>
                </a:lnTo>
                <a:lnTo>
                  <a:pt x="32000" y="76000"/>
                </a:lnTo>
                <a:lnTo>
                  <a:pt x="20000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6542180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bar chart</a:t>
            </a:r>
          </a:p>
        </p:txBody>
      </p:sp>
      <p:sp>
        <p:nvSpPr>
          <p:cNvPr id="22" name="Icon biotech"/>
          <p:cNvSpPr/>
          <p:nvPr/>
        </p:nvSpPr>
        <p:spPr>
          <a:xfrm>
            <a:off x="7734417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538" y="82000"/>
                </a:moveTo>
                <a:lnTo>
                  <a:pt x="23538" y="78000"/>
                </a:lnTo>
                <a:lnTo>
                  <a:pt x="43538" y="78000"/>
                </a:lnTo>
                <a:lnTo>
                  <a:pt x="43538" y="66000"/>
                </a:lnTo>
                <a:lnTo>
                  <a:pt x="41538" y="66000"/>
                </a:lnTo>
                <a:quadBezTo>
                  <a:pt x="34068" y="66000"/>
                  <a:pt x="28803" y="60735"/>
                </a:quadBezTo>
                <a:quadBezTo>
                  <a:pt x="23538" y="55470"/>
                  <a:pt x="23538" y="48000"/>
                </a:quadBezTo>
                <a:quadBezTo>
                  <a:pt x="23538" y="42454"/>
                  <a:pt x="26735" y="37908"/>
                </a:quadBezTo>
                <a:quadBezTo>
                  <a:pt x="29931" y="33362"/>
                  <a:pt x="35169" y="31292"/>
                </a:quadBezTo>
                <a:quadBezTo>
                  <a:pt x="35354" y="27200"/>
                  <a:pt x="38681" y="24946"/>
                </a:quadBezTo>
                <a:quadBezTo>
                  <a:pt x="42008" y="22692"/>
                  <a:pt x="45738" y="24000"/>
                </a:quadBezTo>
                <a:lnTo>
                  <a:pt x="43077" y="16723"/>
                </a:lnTo>
                <a:lnTo>
                  <a:pt x="46877" y="15323"/>
                </a:lnTo>
                <a:lnTo>
                  <a:pt x="45477" y="11569"/>
                </a:lnTo>
                <a:lnTo>
                  <a:pt x="50154" y="9846"/>
                </a:lnTo>
                <a:lnTo>
                  <a:pt x="51508" y="13646"/>
                </a:lnTo>
                <a:lnTo>
                  <a:pt x="55000" y="12400"/>
                </a:lnTo>
                <a:lnTo>
                  <a:pt x="64923" y="39477"/>
                </a:lnTo>
                <a:lnTo>
                  <a:pt x="61431" y="40877"/>
                </a:lnTo>
                <a:lnTo>
                  <a:pt x="62831" y="44677"/>
                </a:lnTo>
                <a:lnTo>
                  <a:pt x="58154" y="46400"/>
                </a:lnTo>
                <a:lnTo>
                  <a:pt x="56800" y="42600"/>
                </a:lnTo>
                <a:lnTo>
                  <a:pt x="53000" y="44154"/>
                </a:lnTo>
                <a:lnTo>
                  <a:pt x="50446" y="36785"/>
                </a:lnTo>
                <a:quadBezTo>
                  <a:pt x="49254" y="38492"/>
                  <a:pt x="47381" y="39500"/>
                </a:quadBezTo>
                <a:quadBezTo>
                  <a:pt x="45508" y="40508"/>
                  <a:pt x="43354" y="40462"/>
                </a:quadBezTo>
                <a:quadBezTo>
                  <a:pt x="40846" y="40415"/>
                  <a:pt x="38831" y="38996"/>
                </a:quadBezTo>
                <a:quadBezTo>
                  <a:pt x="36815" y="37577"/>
                  <a:pt x="35800" y="35338"/>
                </a:quadBezTo>
                <a:quadBezTo>
                  <a:pt x="32023" y="37015"/>
                  <a:pt x="29781" y="40408"/>
                </a:quadBezTo>
                <a:quadBezTo>
                  <a:pt x="27538" y="43800"/>
                  <a:pt x="27538" y="48000"/>
                </a:quadBezTo>
                <a:quadBezTo>
                  <a:pt x="27538" y="53833"/>
                  <a:pt x="31622" y="57917"/>
                </a:quadBezTo>
                <a:quadBezTo>
                  <a:pt x="35705" y="62000"/>
                  <a:pt x="41538" y="62000"/>
                </a:quadBezTo>
                <a:lnTo>
                  <a:pt x="71538" y="62000"/>
                </a:lnTo>
                <a:lnTo>
                  <a:pt x="71538" y="66000"/>
                </a:lnTo>
                <a:lnTo>
                  <a:pt x="48462" y="66000"/>
                </a:lnTo>
                <a:lnTo>
                  <a:pt x="48462" y="78000"/>
                </a:lnTo>
                <a:lnTo>
                  <a:pt x="72462" y="78000"/>
                </a:lnTo>
                <a:lnTo>
                  <a:pt x="72462" y="82000"/>
                </a:lnTo>
                <a:lnTo>
                  <a:pt x="23538" y="82000"/>
                </a:lnTo>
                <a:close/>
                <a:moveTo>
                  <a:pt x="55215" y="39431"/>
                </a:moveTo>
                <a:lnTo>
                  <a:pt x="60354" y="37415"/>
                </a:lnTo>
                <a:lnTo>
                  <a:pt x="52938" y="16923"/>
                </a:lnTo>
                <a:lnTo>
                  <a:pt x="47600" y="18785"/>
                </a:lnTo>
                <a:lnTo>
                  <a:pt x="55215" y="39431"/>
                </a:lnTo>
                <a:close/>
                <a:moveTo>
                  <a:pt x="43533" y="36923"/>
                </a:moveTo>
                <a:quadBezTo>
                  <a:pt x="45623" y="36923"/>
                  <a:pt x="47042" y="35509"/>
                </a:quadBezTo>
                <a:quadBezTo>
                  <a:pt x="48462" y="34095"/>
                  <a:pt x="48462" y="32005"/>
                </a:quadBezTo>
                <a:quadBezTo>
                  <a:pt x="48462" y="29915"/>
                  <a:pt x="47048" y="28496"/>
                </a:quadBezTo>
                <a:quadBezTo>
                  <a:pt x="45634" y="27077"/>
                  <a:pt x="43544" y="27077"/>
                </a:quadBezTo>
                <a:quadBezTo>
                  <a:pt x="41454" y="27077"/>
                  <a:pt x="40035" y="28491"/>
                </a:quadBezTo>
                <a:quadBezTo>
                  <a:pt x="38615" y="29905"/>
                  <a:pt x="38615" y="31995"/>
                </a:quadBezTo>
                <a:quadBezTo>
                  <a:pt x="38615" y="34085"/>
                  <a:pt x="40029" y="35504"/>
                </a:quadBezTo>
                <a:quadBezTo>
                  <a:pt x="41443" y="36923"/>
                  <a:pt x="43533" y="36923"/>
                </a:quadBezTo>
                <a:close/>
                <a:moveTo>
                  <a:pt x="55215" y="39431"/>
                </a:moveTo>
                <a:close/>
                <a:moveTo>
                  <a:pt x="43538" y="32000"/>
                </a:moveTo>
                <a:close/>
                <a:moveTo>
                  <a:pt x="43538" y="32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" name="TextBox 22"/>
          <p:cNvSpPr txBox="1"/>
          <p:nvPr/>
        </p:nvSpPr>
        <p:spPr>
          <a:xfrm>
            <a:off x="7428444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biotech</a:t>
            </a:r>
          </a:p>
        </p:txBody>
      </p:sp>
      <p:sp>
        <p:nvSpPr>
          <p:cNvPr id="24" name="Icon bolt"/>
          <p:cNvSpPr/>
          <p:nvPr/>
        </p:nvSpPr>
        <p:spPr>
          <a:xfrm>
            <a:off x="8620681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00" y="72800"/>
                </a:moveTo>
                <a:lnTo>
                  <a:pt x="62900" y="48000"/>
                </a:lnTo>
                <a:lnTo>
                  <a:pt x="46900" y="48000"/>
                </a:lnTo>
                <a:lnTo>
                  <a:pt x="49800" y="25300"/>
                </a:lnTo>
                <a:lnTo>
                  <a:pt x="31300" y="52000"/>
                </a:lnTo>
                <a:lnTo>
                  <a:pt x="45200" y="52000"/>
                </a:lnTo>
                <a:lnTo>
                  <a:pt x="42200" y="72800"/>
                </a:lnTo>
                <a:close/>
                <a:moveTo>
                  <a:pt x="36615" y="83538"/>
                </a:moveTo>
                <a:lnTo>
                  <a:pt x="40615" y="56000"/>
                </a:lnTo>
                <a:lnTo>
                  <a:pt x="23615" y="56000"/>
                </a:lnTo>
                <a:lnTo>
                  <a:pt x="53538" y="12846"/>
                </a:lnTo>
                <a:lnTo>
                  <a:pt x="55385" y="12846"/>
                </a:lnTo>
                <a:lnTo>
                  <a:pt x="51462" y="44000"/>
                </a:lnTo>
                <a:lnTo>
                  <a:pt x="71462" y="44000"/>
                </a:lnTo>
                <a:lnTo>
                  <a:pt x="38462" y="83538"/>
                </a:lnTo>
                <a:lnTo>
                  <a:pt x="36615" y="83538"/>
                </a:lnTo>
                <a:close/>
                <a:moveTo>
                  <a:pt x="47100" y="49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8314709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bolt</a:t>
            </a:r>
          </a:p>
        </p:txBody>
      </p:sp>
      <p:sp>
        <p:nvSpPr>
          <p:cNvPr id="26" name="Icon build"/>
          <p:cNvSpPr/>
          <p:nvPr/>
        </p:nvSpPr>
        <p:spPr>
          <a:xfrm>
            <a:off x="9506946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1215" y="82031"/>
                </a:moveTo>
                <a:lnTo>
                  <a:pt x="45015" y="55785"/>
                </a:lnTo>
                <a:quadBezTo>
                  <a:pt x="42785" y="56815"/>
                  <a:pt x="40464" y="57408"/>
                </a:quadBezTo>
                <a:quadBezTo>
                  <a:pt x="38143" y="58000"/>
                  <a:pt x="35538" y="58000"/>
                </a:quadBezTo>
                <a:quadBezTo>
                  <a:pt x="26372" y="58000"/>
                  <a:pt x="19955" y="51583"/>
                </a:quadBezTo>
                <a:quadBezTo>
                  <a:pt x="13538" y="45167"/>
                  <a:pt x="13538" y="36000"/>
                </a:quadBezTo>
                <a:quadBezTo>
                  <a:pt x="13538" y="33400"/>
                  <a:pt x="14115" y="30996"/>
                </a:quadBezTo>
                <a:quadBezTo>
                  <a:pt x="14692" y="28592"/>
                  <a:pt x="15800" y="26385"/>
                </a:quadBezTo>
                <a:lnTo>
                  <a:pt x="29938" y="40369"/>
                </a:lnTo>
                <a:lnTo>
                  <a:pt x="39908" y="30400"/>
                </a:lnTo>
                <a:lnTo>
                  <a:pt x="26077" y="16415"/>
                </a:lnTo>
                <a:quadBezTo>
                  <a:pt x="28285" y="15308"/>
                  <a:pt x="30619" y="14654"/>
                </a:quadBezTo>
                <a:quadBezTo>
                  <a:pt x="32953" y="14000"/>
                  <a:pt x="35538" y="14000"/>
                </a:quadBezTo>
                <a:quadBezTo>
                  <a:pt x="44705" y="14000"/>
                  <a:pt x="51122" y="20417"/>
                </a:quadBezTo>
                <a:quadBezTo>
                  <a:pt x="57538" y="26833"/>
                  <a:pt x="57538" y="36000"/>
                </a:quadBezTo>
                <a:quadBezTo>
                  <a:pt x="57538" y="38762"/>
                  <a:pt x="56985" y="41081"/>
                </a:quadBezTo>
                <a:quadBezTo>
                  <a:pt x="56431" y="43400"/>
                  <a:pt x="55323" y="45477"/>
                </a:quadBezTo>
                <a:lnTo>
                  <a:pt x="81569" y="71677"/>
                </a:lnTo>
                <a:quadBezTo>
                  <a:pt x="82462" y="72596"/>
                  <a:pt x="82462" y="73898"/>
                </a:quadBezTo>
                <a:quadBezTo>
                  <a:pt x="82462" y="75200"/>
                  <a:pt x="81586" y="76075"/>
                </a:quadBezTo>
                <a:lnTo>
                  <a:pt x="75460" y="82202"/>
                </a:lnTo>
                <a:quadBezTo>
                  <a:pt x="74585" y="83077"/>
                  <a:pt x="73346" y="83000"/>
                </a:quadBezTo>
                <a:quadBezTo>
                  <a:pt x="72108" y="82923"/>
                  <a:pt x="71215" y="82031"/>
                </a:quadBezTo>
                <a:close/>
                <a:moveTo>
                  <a:pt x="73423" y="78531"/>
                </a:moveTo>
                <a:lnTo>
                  <a:pt x="78046" y="73908"/>
                </a:lnTo>
                <a:lnTo>
                  <a:pt x="50369" y="46231"/>
                </a:lnTo>
                <a:quadBezTo>
                  <a:pt x="51938" y="44077"/>
                  <a:pt x="52738" y="41427"/>
                </a:quadBezTo>
                <a:quadBezTo>
                  <a:pt x="53538" y="38777"/>
                  <a:pt x="53538" y="36000"/>
                </a:quadBezTo>
                <a:quadBezTo>
                  <a:pt x="53538" y="28692"/>
                  <a:pt x="47881" y="22896"/>
                </a:quadBezTo>
                <a:quadBezTo>
                  <a:pt x="42223" y="17100"/>
                  <a:pt x="33369" y="18200"/>
                </a:quadBezTo>
                <a:lnTo>
                  <a:pt x="43308" y="28138"/>
                </a:lnTo>
                <a:quadBezTo>
                  <a:pt x="44277" y="29108"/>
                  <a:pt x="44277" y="30400"/>
                </a:quadBezTo>
                <a:quadBezTo>
                  <a:pt x="44277" y="31692"/>
                  <a:pt x="43308" y="32662"/>
                </a:quadBezTo>
                <a:lnTo>
                  <a:pt x="32200" y="43769"/>
                </a:lnTo>
                <a:quadBezTo>
                  <a:pt x="31231" y="44738"/>
                  <a:pt x="29938" y="44738"/>
                </a:quadBezTo>
                <a:quadBezTo>
                  <a:pt x="28646" y="44738"/>
                  <a:pt x="27677" y="43769"/>
                </a:quadBezTo>
                <a:lnTo>
                  <a:pt x="17738" y="33831"/>
                </a:lnTo>
                <a:quadBezTo>
                  <a:pt x="16869" y="43531"/>
                  <a:pt x="22742" y="48765"/>
                </a:quadBezTo>
                <a:quadBezTo>
                  <a:pt x="28615" y="54000"/>
                  <a:pt x="35538" y="54000"/>
                </a:quadBezTo>
                <a:quadBezTo>
                  <a:pt x="38190" y="54000"/>
                  <a:pt x="40841" y="53238"/>
                </a:quadBezTo>
                <a:quadBezTo>
                  <a:pt x="43492" y="52477"/>
                  <a:pt x="45746" y="50854"/>
                </a:quadBezTo>
                <a:lnTo>
                  <a:pt x="73423" y="78531"/>
                </a:lnTo>
                <a:close/>
                <a:moveTo>
                  <a:pt x="47200" y="4750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9200974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build</a:t>
            </a:r>
          </a:p>
        </p:txBody>
      </p:sp>
      <p:sp>
        <p:nvSpPr>
          <p:cNvPr id="28" name="Icon calendar_month"/>
          <p:cNvSpPr/>
          <p:nvPr/>
        </p:nvSpPr>
        <p:spPr>
          <a:xfrm>
            <a:off x="10393211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462" y="84000"/>
                </a:moveTo>
                <a:quadBezTo>
                  <a:pt x="19700" y="84000"/>
                  <a:pt x="17850" y="82150"/>
                </a:quadBezTo>
                <a:quadBezTo>
                  <a:pt x="16000" y="80300"/>
                  <a:pt x="16000" y="77538"/>
                </a:quadBezTo>
                <a:lnTo>
                  <a:pt x="16000" y="26462"/>
                </a:lnTo>
                <a:quadBezTo>
                  <a:pt x="16000" y="23700"/>
                  <a:pt x="17850" y="21850"/>
                </a:quadBezTo>
                <a:quadBezTo>
                  <a:pt x="19700" y="20000"/>
                  <a:pt x="22462" y="20000"/>
                </a:quadBezTo>
                <a:lnTo>
                  <a:pt x="29538" y="20000"/>
                </a:lnTo>
                <a:lnTo>
                  <a:pt x="29538" y="11077"/>
                </a:lnTo>
                <a:lnTo>
                  <a:pt x="33846" y="11077"/>
                </a:lnTo>
                <a:lnTo>
                  <a:pt x="33846" y="20000"/>
                </a:lnTo>
                <a:lnTo>
                  <a:pt x="62462" y="20000"/>
                </a:lnTo>
                <a:lnTo>
                  <a:pt x="62462" y="11077"/>
                </a:lnTo>
                <a:lnTo>
                  <a:pt x="66462" y="11077"/>
                </a:lnTo>
                <a:lnTo>
                  <a:pt x="66462" y="20000"/>
                </a:lnTo>
                <a:lnTo>
                  <a:pt x="73538" y="20000"/>
                </a:lnTo>
                <a:quadBezTo>
                  <a:pt x="76300" y="20000"/>
                  <a:pt x="78150" y="21850"/>
                </a:quadBezTo>
                <a:quadBezTo>
                  <a:pt x="80000" y="23700"/>
                  <a:pt x="80000" y="26462"/>
                </a:quadBezTo>
                <a:lnTo>
                  <a:pt x="80000" y="77538"/>
                </a:lnTo>
                <a:quadBezTo>
                  <a:pt x="80000" y="80300"/>
                  <a:pt x="78150" y="82150"/>
                </a:quadBezTo>
                <a:quadBezTo>
                  <a:pt x="76300" y="84000"/>
                  <a:pt x="73538" y="84000"/>
                </a:quadBezTo>
                <a:lnTo>
                  <a:pt x="22462" y="84000"/>
                </a:lnTo>
                <a:close/>
                <a:moveTo>
                  <a:pt x="22462" y="80000"/>
                </a:moveTo>
                <a:lnTo>
                  <a:pt x="73538" y="80000"/>
                </a:lnTo>
                <a:quadBezTo>
                  <a:pt x="74462" y="80000"/>
                  <a:pt x="75231" y="79231"/>
                </a:quadBezTo>
                <a:quadBezTo>
                  <a:pt x="76000" y="78462"/>
                  <a:pt x="76000" y="77538"/>
                </a:quadBezTo>
                <a:lnTo>
                  <a:pt x="76000" y="42462"/>
                </a:lnTo>
                <a:lnTo>
                  <a:pt x="20000" y="42462"/>
                </a:lnTo>
                <a:lnTo>
                  <a:pt x="20000" y="77538"/>
                </a:lnTo>
                <a:quadBezTo>
                  <a:pt x="20000" y="78462"/>
                  <a:pt x="20769" y="79231"/>
                </a:quadBezTo>
                <a:quadBezTo>
                  <a:pt x="21538" y="80000"/>
                  <a:pt x="22462" y="80000"/>
                </a:quadBezTo>
                <a:close/>
                <a:moveTo>
                  <a:pt x="20000" y="38461"/>
                </a:moveTo>
                <a:lnTo>
                  <a:pt x="76000" y="38461"/>
                </a:lnTo>
                <a:lnTo>
                  <a:pt x="76000" y="26462"/>
                </a:lnTo>
                <a:quadBezTo>
                  <a:pt x="76000" y="25538"/>
                  <a:pt x="75231" y="24769"/>
                </a:quadBezTo>
                <a:quadBezTo>
                  <a:pt x="74462" y="24000"/>
                  <a:pt x="73538" y="24000"/>
                </a:quadBezTo>
                <a:lnTo>
                  <a:pt x="22462" y="24000"/>
                </a:lnTo>
                <a:quadBezTo>
                  <a:pt x="21538" y="24000"/>
                  <a:pt x="20769" y="24769"/>
                </a:quadBezTo>
                <a:quadBezTo>
                  <a:pt x="20000" y="25538"/>
                  <a:pt x="20000" y="26462"/>
                </a:quadBezTo>
                <a:lnTo>
                  <a:pt x="20000" y="38461"/>
                </a:lnTo>
                <a:close/>
                <a:moveTo>
                  <a:pt x="20000" y="38461"/>
                </a:moveTo>
                <a:lnTo>
                  <a:pt x="20000" y="24000"/>
                </a:lnTo>
                <a:lnTo>
                  <a:pt x="20000" y="38461"/>
                </a:lnTo>
                <a:close/>
                <a:moveTo>
                  <a:pt x="48000" y="56615"/>
                </a:moveTo>
                <a:quadBezTo>
                  <a:pt x="46762" y="56615"/>
                  <a:pt x="45842" y="55696"/>
                </a:quadBezTo>
                <a:quadBezTo>
                  <a:pt x="44923" y="54777"/>
                  <a:pt x="44923" y="53538"/>
                </a:quadBezTo>
                <a:quadBezTo>
                  <a:pt x="44923" y="52300"/>
                  <a:pt x="45842" y="51381"/>
                </a:quadBezTo>
                <a:quadBezTo>
                  <a:pt x="46762" y="50462"/>
                  <a:pt x="48000" y="50462"/>
                </a:quadBezTo>
                <a:quadBezTo>
                  <a:pt x="49238" y="50462"/>
                  <a:pt x="50158" y="51381"/>
                </a:quadBezTo>
                <a:quadBezTo>
                  <a:pt x="51077" y="52300"/>
                  <a:pt x="51077" y="53538"/>
                </a:quadBezTo>
                <a:quadBezTo>
                  <a:pt x="51077" y="54777"/>
                  <a:pt x="50158" y="55696"/>
                </a:quadBezTo>
                <a:quadBezTo>
                  <a:pt x="49238" y="56615"/>
                  <a:pt x="48000" y="56615"/>
                </a:quadBezTo>
                <a:close/>
                <a:moveTo>
                  <a:pt x="32000" y="56615"/>
                </a:moveTo>
                <a:quadBezTo>
                  <a:pt x="30762" y="56615"/>
                  <a:pt x="29842" y="55696"/>
                </a:quadBezTo>
                <a:quadBezTo>
                  <a:pt x="28923" y="54777"/>
                  <a:pt x="28923" y="53538"/>
                </a:quadBezTo>
                <a:quadBezTo>
                  <a:pt x="28923" y="52300"/>
                  <a:pt x="29842" y="51381"/>
                </a:quadBezTo>
                <a:quadBezTo>
                  <a:pt x="30762" y="50462"/>
                  <a:pt x="32000" y="50462"/>
                </a:quadBezTo>
                <a:quadBezTo>
                  <a:pt x="33238" y="50462"/>
                  <a:pt x="34158" y="51381"/>
                </a:quadBezTo>
                <a:quadBezTo>
                  <a:pt x="35077" y="52300"/>
                  <a:pt x="35077" y="53538"/>
                </a:quadBezTo>
                <a:quadBezTo>
                  <a:pt x="35077" y="54777"/>
                  <a:pt x="34158" y="55696"/>
                </a:quadBezTo>
                <a:quadBezTo>
                  <a:pt x="33238" y="56615"/>
                  <a:pt x="32000" y="56615"/>
                </a:quadBezTo>
                <a:close/>
                <a:moveTo>
                  <a:pt x="64000" y="56615"/>
                </a:moveTo>
                <a:quadBezTo>
                  <a:pt x="62762" y="56615"/>
                  <a:pt x="61842" y="55696"/>
                </a:quadBezTo>
                <a:quadBezTo>
                  <a:pt x="60923" y="54777"/>
                  <a:pt x="60923" y="53538"/>
                </a:quadBezTo>
                <a:quadBezTo>
                  <a:pt x="60923" y="52300"/>
                  <a:pt x="61842" y="51381"/>
                </a:quadBezTo>
                <a:quadBezTo>
                  <a:pt x="62762" y="50462"/>
                  <a:pt x="64000" y="50462"/>
                </a:quadBezTo>
                <a:quadBezTo>
                  <a:pt x="65238" y="50462"/>
                  <a:pt x="66158" y="51381"/>
                </a:quadBezTo>
                <a:quadBezTo>
                  <a:pt x="67077" y="52300"/>
                  <a:pt x="67077" y="53538"/>
                </a:quadBezTo>
                <a:quadBezTo>
                  <a:pt x="67077" y="54777"/>
                  <a:pt x="66158" y="55696"/>
                </a:quadBezTo>
                <a:quadBezTo>
                  <a:pt x="65238" y="56615"/>
                  <a:pt x="64000" y="56615"/>
                </a:quadBezTo>
                <a:close/>
                <a:moveTo>
                  <a:pt x="48000" y="72000"/>
                </a:moveTo>
                <a:quadBezTo>
                  <a:pt x="46762" y="72000"/>
                  <a:pt x="45842" y="71081"/>
                </a:quadBezTo>
                <a:quadBezTo>
                  <a:pt x="44923" y="70162"/>
                  <a:pt x="44923" y="68923"/>
                </a:quadBezTo>
                <a:quadBezTo>
                  <a:pt x="44923" y="67685"/>
                  <a:pt x="45842" y="66765"/>
                </a:quadBezTo>
                <a:quadBezTo>
                  <a:pt x="46762" y="65846"/>
                  <a:pt x="48000" y="65846"/>
                </a:quadBezTo>
                <a:quadBezTo>
                  <a:pt x="49238" y="65846"/>
                  <a:pt x="50158" y="66765"/>
                </a:quadBezTo>
                <a:quadBezTo>
                  <a:pt x="51077" y="67685"/>
                  <a:pt x="51077" y="68923"/>
                </a:quadBezTo>
                <a:quadBezTo>
                  <a:pt x="51077" y="70162"/>
                  <a:pt x="50158" y="71081"/>
                </a:quadBezTo>
                <a:quadBezTo>
                  <a:pt x="49238" y="72000"/>
                  <a:pt x="48000" y="72000"/>
                </a:quadBezTo>
                <a:close/>
                <a:moveTo>
                  <a:pt x="32000" y="72000"/>
                </a:moveTo>
                <a:quadBezTo>
                  <a:pt x="30762" y="72000"/>
                  <a:pt x="29842" y="71081"/>
                </a:quadBezTo>
                <a:quadBezTo>
                  <a:pt x="28923" y="70162"/>
                  <a:pt x="28923" y="68923"/>
                </a:quadBezTo>
                <a:quadBezTo>
                  <a:pt x="28923" y="67685"/>
                  <a:pt x="29842" y="66765"/>
                </a:quadBezTo>
                <a:quadBezTo>
                  <a:pt x="30762" y="65846"/>
                  <a:pt x="32000" y="65846"/>
                </a:quadBezTo>
                <a:quadBezTo>
                  <a:pt x="33238" y="65846"/>
                  <a:pt x="34158" y="66765"/>
                </a:quadBezTo>
                <a:quadBezTo>
                  <a:pt x="35077" y="67685"/>
                  <a:pt x="35077" y="68923"/>
                </a:quadBezTo>
                <a:quadBezTo>
                  <a:pt x="35077" y="70162"/>
                  <a:pt x="34158" y="71081"/>
                </a:quadBezTo>
                <a:quadBezTo>
                  <a:pt x="33238" y="72000"/>
                  <a:pt x="32000" y="72000"/>
                </a:quadBezTo>
                <a:close/>
                <a:moveTo>
                  <a:pt x="64000" y="72000"/>
                </a:moveTo>
                <a:quadBezTo>
                  <a:pt x="62762" y="72000"/>
                  <a:pt x="61842" y="71081"/>
                </a:quadBezTo>
                <a:quadBezTo>
                  <a:pt x="60923" y="70162"/>
                  <a:pt x="60923" y="68923"/>
                </a:quadBezTo>
                <a:quadBezTo>
                  <a:pt x="60923" y="67685"/>
                  <a:pt x="61842" y="66765"/>
                </a:quadBezTo>
                <a:quadBezTo>
                  <a:pt x="62762" y="65846"/>
                  <a:pt x="64000" y="65846"/>
                </a:quadBezTo>
                <a:quadBezTo>
                  <a:pt x="65238" y="65846"/>
                  <a:pt x="66158" y="66765"/>
                </a:quadBezTo>
                <a:quadBezTo>
                  <a:pt x="67077" y="67685"/>
                  <a:pt x="67077" y="68923"/>
                </a:quadBezTo>
                <a:quadBezTo>
                  <a:pt x="67077" y="70162"/>
                  <a:pt x="66158" y="71081"/>
                </a:quadBezTo>
                <a:quadBezTo>
                  <a:pt x="65238" y="72000"/>
                  <a:pt x="64000" y="72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9" name="TextBox 28"/>
          <p:cNvSpPr txBox="1"/>
          <p:nvPr/>
        </p:nvSpPr>
        <p:spPr>
          <a:xfrm>
            <a:off x="10087238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calendar month</a:t>
            </a:r>
          </a:p>
        </p:txBody>
      </p:sp>
      <p:sp>
        <p:nvSpPr>
          <p:cNvPr id="30" name="Icon call"/>
          <p:cNvSpPr/>
          <p:nvPr/>
        </p:nvSpPr>
        <p:spPr>
          <a:xfrm>
            <a:off x="11279475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5723" y="80000"/>
                </a:moveTo>
                <a:quadBezTo>
                  <a:pt x="65608" y="80000"/>
                  <a:pt x="54985" y="74935"/>
                </a:quadBezTo>
                <a:quadBezTo>
                  <a:pt x="44362" y="69869"/>
                  <a:pt x="35246" y="60715"/>
                </a:quadBezTo>
                <a:quadBezTo>
                  <a:pt x="26131" y="51562"/>
                  <a:pt x="21065" y="40977"/>
                </a:quadBezTo>
                <a:quadBezTo>
                  <a:pt x="16000" y="30392"/>
                  <a:pt x="16000" y="20277"/>
                </a:quadBezTo>
                <a:quadBezTo>
                  <a:pt x="16000" y="18444"/>
                  <a:pt x="17200" y="17222"/>
                </a:quadBezTo>
                <a:quadBezTo>
                  <a:pt x="18400" y="16000"/>
                  <a:pt x="20200" y="16000"/>
                </a:quadBezTo>
                <a:lnTo>
                  <a:pt x="30092" y="16000"/>
                </a:lnTo>
                <a:quadBezTo>
                  <a:pt x="31723" y="16000"/>
                  <a:pt x="32938" y="17027"/>
                </a:quadBezTo>
                <a:quadBezTo>
                  <a:pt x="34154" y="18054"/>
                  <a:pt x="34585" y="19662"/>
                </a:quadBezTo>
                <a:lnTo>
                  <a:pt x="36569" y="29200"/>
                </a:lnTo>
                <a:quadBezTo>
                  <a:pt x="36846" y="30877"/>
                  <a:pt x="36469" y="32131"/>
                </a:quadBezTo>
                <a:quadBezTo>
                  <a:pt x="36092" y="33385"/>
                  <a:pt x="35138" y="34185"/>
                </a:quadBezTo>
                <a:lnTo>
                  <a:pt x="26362" y="42369"/>
                </a:lnTo>
                <a:quadBezTo>
                  <a:pt x="28823" y="46838"/>
                  <a:pt x="31804" y="50673"/>
                </a:quadBezTo>
                <a:quadBezTo>
                  <a:pt x="34785" y="54508"/>
                  <a:pt x="38162" y="57938"/>
                </a:quadBezTo>
                <a:quadBezTo>
                  <a:pt x="41646" y="61423"/>
                  <a:pt x="45662" y="64419"/>
                </a:quadBezTo>
                <a:quadBezTo>
                  <a:pt x="49677" y="67415"/>
                  <a:pt x="54477" y="70077"/>
                </a:quadBezTo>
                <a:lnTo>
                  <a:pt x="63031" y="61369"/>
                </a:lnTo>
                <a:quadBezTo>
                  <a:pt x="64008" y="60315"/>
                  <a:pt x="65227" y="59981"/>
                </a:quadBezTo>
                <a:quadBezTo>
                  <a:pt x="66446" y="59646"/>
                  <a:pt x="67923" y="59846"/>
                </a:quadBezTo>
                <a:lnTo>
                  <a:pt x="76338" y="61569"/>
                </a:lnTo>
                <a:quadBezTo>
                  <a:pt x="77969" y="61969"/>
                  <a:pt x="78985" y="63212"/>
                </a:quadBezTo>
                <a:quadBezTo>
                  <a:pt x="80000" y="64454"/>
                  <a:pt x="80000" y="66062"/>
                </a:quadBezTo>
                <a:lnTo>
                  <a:pt x="80000" y="75800"/>
                </a:lnTo>
                <a:quadBezTo>
                  <a:pt x="80000" y="77600"/>
                  <a:pt x="78778" y="78800"/>
                </a:quadBezTo>
                <a:quadBezTo>
                  <a:pt x="77556" y="80000"/>
                  <a:pt x="75723" y="80000"/>
                </a:quadBezTo>
                <a:close/>
                <a:moveTo>
                  <a:pt x="24485" y="38615"/>
                </a:moveTo>
                <a:lnTo>
                  <a:pt x="32162" y="31554"/>
                </a:lnTo>
                <a:quadBezTo>
                  <a:pt x="32546" y="31246"/>
                  <a:pt x="32662" y="30708"/>
                </a:quadBezTo>
                <a:quadBezTo>
                  <a:pt x="32777" y="30169"/>
                  <a:pt x="32623" y="29708"/>
                </a:quadBezTo>
                <a:lnTo>
                  <a:pt x="30846" y="21231"/>
                </a:lnTo>
                <a:quadBezTo>
                  <a:pt x="30692" y="20615"/>
                  <a:pt x="30308" y="20308"/>
                </a:quadBezTo>
                <a:quadBezTo>
                  <a:pt x="29923" y="20000"/>
                  <a:pt x="29308" y="20000"/>
                </a:quadBezTo>
                <a:lnTo>
                  <a:pt x="21100" y="20000"/>
                </a:lnTo>
                <a:quadBezTo>
                  <a:pt x="20638" y="20000"/>
                  <a:pt x="20331" y="20308"/>
                </a:quadBezTo>
                <a:quadBezTo>
                  <a:pt x="20023" y="20615"/>
                  <a:pt x="20023" y="21077"/>
                </a:quadBezTo>
                <a:quadBezTo>
                  <a:pt x="20138" y="25177"/>
                  <a:pt x="21308" y="29638"/>
                </a:quadBezTo>
                <a:quadBezTo>
                  <a:pt x="22477" y="34100"/>
                  <a:pt x="24485" y="38615"/>
                </a:quadBezTo>
                <a:close/>
                <a:moveTo>
                  <a:pt x="58285" y="71954"/>
                </a:moveTo>
                <a:quadBezTo>
                  <a:pt x="62338" y="73962"/>
                  <a:pt x="66927" y="74923"/>
                </a:quadBezTo>
                <a:quadBezTo>
                  <a:pt x="71515" y="75885"/>
                  <a:pt x="74923" y="75954"/>
                </a:quadBezTo>
                <a:quadBezTo>
                  <a:pt x="75385" y="75954"/>
                  <a:pt x="75692" y="75646"/>
                </a:quadBezTo>
                <a:quadBezTo>
                  <a:pt x="76000" y="75338"/>
                  <a:pt x="76000" y="74877"/>
                </a:quadBezTo>
                <a:lnTo>
                  <a:pt x="76000" y="66846"/>
                </a:lnTo>
                <a:quadBezTo>
                  <a:pt x="76000" y="66231"/>
                  <a:pt x="75692" y="65846"/>
                </a:quadBezTo>
                <a:quadBezTo>
                  <a:pt x="75385" y="65462"/>
                  <a:pt x="74769" y="65308"/>
                </a:quadBezTo>
                <a:lnTo>
                  <a:pt x="67369" y="63792"/>
                </a:lnTo>
                <a:quadBezTo>
                  <a:pt x="66908" y="63638"/>
                  <a:pt x="66562" y="63754"/>
                </a:quadBezTo>
                <a:quadBezTo>
                  <a:pt x="66215" y="63869"/>
                  <a:pt x="65831" y="64254"/>
                </a:quadBezTo>
                <a:lnTo>
                  <a:pt x="58285" y="71954"/>
                </a:lnTo>
                <a:close/>
                <a:moveTo>
                  <a:pt x="24485" y="38615"/>
                </a:moveTo>
                <a:close/>
                <a:moveTo>
                  <a:pt x="58285" y="71954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1" name="TextBox 30"/>
          <p:cNvSpPr txBox="1"/>
          <p:nvPr/>
        </p:nvSpPr>
        <p:spPr>
          <a:xfrm>
            <a:off x="10973503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call</a:t>
            </a:r>
          </a:p>
        </p:txBody>
      </p:sp>
      <p:sp>
        <p:nvSpPr>
          <p:cNvPr id="32" name="Icon campaign"/>
          <p:cNvSpPr/>
          <p:nvPr/>
        </p:nvSpPr>
        <p:spPr>
          <a:xfrm>
            <a:off x="644300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1692" y="50000"/>
                </a:moveTo>
                <a:lnTo>
                  <a:pt x="71692" y="46000"/>
                </a:lnTo>
                <a:lnTo>
                  <a:pt x="84615" y="46000"/>
                </a:lnTo>
                <a:lnTo>
                  <a:pt x="84615" y="50000"/>
                </a:lnTo>
                <a:lnTo>
                  <a:pt x="71692" y="50000"/>
                </a:lnTo>
                <a:close/>
                <a:moveTo>
                  <a:pt x="76031" y="75846"/>
                </a:moveTo>
                <a:lnTo>
                  <a:pt x="65692" y="68092"/>
                </a:lnTo>
                <a:lnTo>
                  <a:pt x="68185" y="64923"/>
                </a:lnTo>
                <a:lnTo>
                  <a:pt x="78523" y="72677"/>
                </a:lnTo>
                <a:lnTo>
                  <a:pt x="76031" y="75846"/>
                </a:lnTo>
                <a:close/>
                <a:moveTo>
                  <a:pt x="67877" y="30769"/>
                </a:moveTo>
                <a:lnTo>
                  <a:pt x="65385" y="27600"/>
                </a:lnTo>
                <a:lnTo>
                  <a:pt x="75723" y="19846"/>
                </a:lnTo>
                <a:lnTo>
                  <a:pt x="78215" y="23015"/>
                </a:lnTo>
                <a:lnTo>
                  <a:pt x="67877" y="30769"/>
                </a:lnTo>
                <a:close/>
                <a:moveTo>
                  <a:pt x="22000" y="71846"/>
                </a:moveTo>
                <a:lnTo>
                  <a:pt x="22000" y="56615"/>
                </a:lnTo>
                <a:lnTo>
                  <a:pt x="17846" y="56615"/>
                </a:lnTo>
                <a:quadBezTo>
                  <a:pt x="15162" y="56615"/>
                  <a:pt x="13273" y="54727"/>
                </a:quadBezTo>
                <a:quadBezTo>
                  <a:pt x="11385" y="52838"/>
                  <a:pt x="11385" y="50154"/>
                </a:quadBezTo>
                <a:lnTo>
                  <a:pt x="11385" y="45846"/>
                </a:lnTo>
                <a:quadBezTo>
                  <a:pt x="11385" y="43162"/>
                  <a:pt x="13273" y="41273"/>
                </a:quadBezTo>
                <a:quadBezTo>
                  <a:pt x="15162" y="39385"/>
                  <a:pt x="17846" y="39385"/>
                </a:quadBezTo>
                <a:lnTo>
                  <a:pt x="32769" y="39385"/>
                </a:lnTo>
                <a:lnTo>
                  <a:pt x="48615" y="30000"/>
                </a:lnTo>
                <a:lnTo>
                  <a:pt x="48615" y="66000"/>
                </a:lnTo>
                <a:lnTo>
                  <a:pt x="32769" y="56615"/>
                </a:lnTo>
                <a:lnTo>
                  <a:pt x="26000" y="56615"/>
                </a:lnTo>
                <a:lnTo>
                  <a:pt x="26000" y="71846"/>
                </a:lnTo>
                <a:lnTo>
                  <a:pt x="22000" y="71846"/>
                </a:lnTo>
                <a:close/>
                <a:moveTo>
                  <a:pt x="44615" y="58877"/>
                </a:moveTo>
                <a:lnTo>
                  <a:pt x="44615" y="37123"/>
                </a:lnTo>
                <a:lnTo>
                  <a:pt x="33892" y="43385"/>
                </a:lnTo>
                <a:lnTo>
                  <a:pt x="17846" y="43385"/>
                </a:lnTo>
                <a:quadBezTo>
                  <a:pt x="16923" y="43385"/>
                  <a:pt x="16154" y="44154"/>
                </a:quadBezTo>
                <a:quadBezTo>
                  <a:pt x="15385" y="44923"/>
                  <a:pt x="15385" y="45846"/>
                </a:quadBezTo>
                <a:lnTo>
                  <a:pt x="15385" y="50154"/>
                </a:lnTo>
                <a:quadBezTo>
                  <a:pt x="15385" y="51077"/>
                  <a:pt x="16154" y="51846"/>
                </a:quadBezTo>
                <a:quadBezTo>
                  <a:pt x="16923" y="52615"/>
                  <a:pt x="17846" y="52615"/>
                </a:quadBezTo>
                <a:lnTo>
                  <a:pt x="33892" y="52615"/>
                </a:lnTo>
                <a:lnTo>
                  <a:pt x="44615" y="58877"/>
                </a:lnTo>
                <a:close/>
                <a:moveTo>
                  <a:pt x="55692" y="59554"/>
                </a:moveTo>
                <a:lnTo>
                  <a:pt x="55692" y="36446"/>
                </a:lnTo>
                <a:quadBezTo>
                  <a:pt x="57700" y="38308"/>
                  <a:pt x="58927" y="41335"/>
                </a:quadBezTo>
                <a:quadBezTo>
                  <a:pt x="60154" y="44362"/>
                  <a:pt x="60154" y="48000"/>
                </a:quadBezTo>
                <a:quadBezTo>
                  <a:pt x="60154" y="51638"/>
                  <a:pt x="58927" y="54665"/>
                </a:quadBezTo>
                <a:quadBezTo>
                  <a:pt x="57700" y="57692"/>
                  <a:pt x="55692" y="59554"/>
                </a:quadBezTo>
                <a:close/>
                <a:moveTo>
                  <a:pt x="30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3" name="TextBox 32"/>
          <p:cNvSpPr txBox="1"/>
          <p:nvPr/>
        </p:nvSpPr>
        <p:spPr>
          <a:xfrm>
            <a:off x="338328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campaign</a:t>
            </a:r>
          </a:p>
        </p:txBody>
      </p:sp>
      <p:sp>
        <p:nvSpPr>
          <p:cNvPr id="34" name="Icon cancel"/>
          <p:cNvSpPr/>
          <p:nvPr/>
        </p:nvSpPr>
        <p:spPr>
          <a:xfrm>
            <a:off x="1530564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5" name="TextBox 34"/>
          <p:cNvSpPr txBox="1"/>
          <p:nvPr/>
        </p:nvSpPr>
        <p:spPr>
          <a:xfrm>
            <a:off x="1224592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cancel</a:t>
            </a:r>
          </a:p>
        </p:txBody>
      </p:sp>
      <p:sp>
        <p:nvSpPr>
          <p:cNvPr id="36" name="Icon chat"/>
          <p:cNvSpPr/>
          <p:nvPr/>
        </p:nvSpPr>
        <p:spPr>
          <a:xfrm>
            <a:off x="2416829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6000" y="54000"/>
                </a:moveTo>
                <a:lnTo>
                  <a:pt x="54000" y="54000"/>
                </a:lnTo>
                <a:lnTo>
                  <a:pt x="54000" y="50000"/>
                </a:lnTo>
                <a:lnTo>
                  <a:pt x="26000" y="50000"/>
                </a:lnTo>
                <a:lnTo>
                  <a:pt x="26000" y="54000"/>
                </a:lnTo>
                <a:close/>
                <a:moveTo>
                  <a:pt x="26000" y="42000"/>
                </a:moveTo>
                <a:lnTo>
                  <a:pt x="70000" y="42000"/>
                </a:lnTo>
                <a:lnTo>
                  <a:pt x="70000" y="38000"/>
                </a:lnTo>
                <a:lnTo>
                  <a:pt x="26000" y="38000"/>
                </a:lnTo>
                <a:lnTo>
                  <a:pt x="26000" y="42000"/>
                </a:lnTo>
                <a:close/>
                <a:moveTo>
                  <a:pt x="26000" y="30000"/>
                </a:moveTo>
                <a:lnTo>
                  <a:pt x="70000" y="30000"/>
                </a:lnTo>
                <a:lnTo>
                  <a:pt x="70000" y="26000"/>
                </a:lnTo>
                <a:lnTo>
                  <a:pt x="26000" y="26000"/>
                </a:lnTo>
                <a:lnTo>
                  <a:pt x="26000" y="30000"/>
                </a:lnTo>
                <a:close/>
                <a:moveTo>
                  <a:pt x="12000" y="80308"/>
                </a:moveTo>
                <a:lnTo>
                  <a:pt x="12000" y="18462"/>
                </a:lnTo>
                <a:quadBezTo>
                  <a:pt x="12000" y="15700"/>
                  <a:pt x="13850" y="13850"/>
                </a:quadBezTo>
                <a:quadBezTo>
                  <a:pt x="15700" y="12000"/>
                  <a:pt x="18462" y="12000"/>
                </a:quadBezTo>
                <a:lnTo>
                  <a:pt x="77538" y="12000"/>
                </a:lnTo>
                <a:quadBezTo>
                  <a:pt x="80300" y="12000"/>
                  <a:pt x="82150" y="13850"/>
                </a:quadBezTo>
                <a:quadBezTo>
                  <a:pt x="84000" y="15700"/>
                  <a:pt x="84000" y="18462"/>
                </a:quadBezTo>
                <a:lnTo>
                  <a:pt x="84000" y="61538"/>
                </a:lnTo>
                <a:quadBezTo>
                  <a:pt x="84000" y="64300"/>
                  <a:pt x="82150" y="66150"/>
                </a:quadBezTo>
                <a:quadBezTo>
                  <a:pt x="80300" y="68000"/>
                  <a:pt x="77538" y="68000"/>
                </a:quadBezTo>
                <a:lnTo>
                  <a:pt x="24308" y="68000"/>
                </a:lnTo>
                <a:lnTo>
                  <a:pt x="12000" y="80308"/>
                </a:lnTo>
                <a:close/>
                <a:moveTo>
                  <a:pt x="22600" y="64000"/>
                </a:moveTo>
                <a:lnTo>
                  <a:pt x="77538" y="64000"/>
                </a:lnTo>
                <a:quadBezTo>
                  <a:pt x="78462" y="64000"/>
                  <a:pt x="79231" y="63231"/>
                </a:quadBezTo>
                <a:quadBezTo>
                  <a:pt x="80000" y="62462"/>
                  <a:pt x="80000" y="61538"/>
                </a:quadBezTo>
                <a:lnTo>
                  <a:pt x="80000" y="18462"/>
                </a:lnTo>
                <a:quadBezTo>
                  <a:pt x="80000" y="17538"/>
                  <a:pt x="79231" y="16769"/>
                </a:quadBezTo>
                <a:quadBezTo>
                  <a:pt x="78462" y="16000"/>
                  <a:pt x="77538" y="16000"/>
                </a:quadBezTo>
                <a:lnTo>
                  <a:pt x="18462" y="16000"/>
                </a:lnTo>
                <a:quadBezTo>
                  <a:pt x="17538" y="16000"/>
                  <a:pt x="16769" y="16769"/>
                </a:quadBezTo>
                <a:quadBezTo>
                  <a:pt x="16000" y="17538"/>
                  <a:pt x="16000" y="18462"/>
                </a:quadBezTo>
                <a:lnTo>
                  <a:pt x="16000" y="70577"/>
                </a:lnTo>
                <a:lnTo>
                  <a:pt x="22600" y="64000"/>
                </a:lnTo>
                <a:close/>
                <a:moveTo>
                  <a:pt x="16000" y="64000"/>
                </a:moveTo>
                <a:lnTo>
                  <a:pt x="16000" y="16000"/>
                </a:lnTo>
                <a:lnTo>
                  <a:pt x="16000" y="64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7" name="TextBox 36"/>
          <p:cNvSpPr txBox="1"/>
          <p:nvPr/>
        </p:nvSpPr>
        <p:spPr>
          <a:xfrm>
            <a:off x="2110857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chat</a:t>
            </a:r>
          </a:p>
        </p:txBody>
      </p:sp>
      <p:sp>
        <p:nvSpPr>
          <p:cNvPr id="38" name="Icon check_circle"/>
          <p:cNvSpPr/>
          <p:nvPr/>
        </p:nvSpPr>
        <p:spPr>
          <a:xfrm>
            <a:off x="3303094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9" name="TextBox 38"/>
          <p:cNvSpPr txBox="1"/>
          <p:nvPr/>
        </p:nvSpPr>
        <p:spPr>
          <a:xfrm>
            <a:off x="2997121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check circle</a:t>
            </a:r>
          </a:p>
        </p:txBody>
      </p:sp>
      <p:sp>
        <p:nvSpPr>
          <p:cNvPr id="40" name="Icon checklist"/>
          <p:cNvSpPr/>
          <p:nvPr/>
        </p:nvSpPr>
        <p:spPr>
          <a:xfrm>
            <a:off x="4189358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354" y="71615"/>
                </a:moveTo>
                <a:lnTo>
                  <a:pt x="12000" y="60262"/>
                </a:lnTo>
                <a:lnTo>
                  <a:pt x="14754" y="57508"/>
                </a:lnTo>
                <a:lnTo>
                  <a:pt x="23254" y="66008"/>
                </a:lnTo>
                <a:lnTo>
                  <a:pt x="40254" y="49008"/>
                </a:lnTo>
                <a:lnTo>
                  <a:pt x="43008" y="51862"/>
                </a:lnTo>
                <a:lnTo>
                  <a:pt x="23354" y="71615"/>
                </a:lnTo>
                <a:close/>
                <a:moveTo>
                  <a:pt x="23354" y="42692"/>
                </a:moveTo>
                <a:lnTo>
                  <a:pt x="12000" y="31338"/>
                </a:lnTo>
                <a:lnTo>
                  <a:pt x="14754" y="28585"/>
                </a:lnTo>
                <a:lnTo>
                  <a:pt x="23254" y="37085"/>
                </a:lnTo>
                <a:lnTo>
                  <a:pt x="40254" y="20085"/>
                </a:lnTo>
                <a:lnTo>
                  <a:pt x="43008" y="22938"/>
                </a:lnTo>
                <a:lnTo>
                  <a:pt x="23354" y="42692"/>
                </a:lnTo>
                <a:close/>
                <a:moveTo>
                  <a:pt x="52077" y="64462"/>
                </a:moveTo>
                <a:lnTo>
                  <a:pt x="52077" y="60462"/>
                </a:lnTo>
                <a:lnTo>
                  <a:pt x="84077" y="60462"/>
                </a:lnTo>
                <a:lnTo>
                  <a:pt x="84077" y="64462"/>
                </a:lnTo>
                <a:lnTo>
                  <a:pt x="52077" y="64462"/>
                </a:lnTo>
                <a:close/>
                <a:moveTo>
                  <a:pt x="52077" y="35538"/>
                </a:moveTo>
                <a:lnTo>
                  <a:pt x="52077" y="31538"/>
                </a:lnTo>
                <a:lnTo>
                  <a:pt x="84077" y="31538"/>
                </a:lnTo>
                <a:lnTo>
                  <a:pt x="84077" y="35538"/>
                </a:lnTo>
                <a:lnTo>
                  <a:pt x="52077" y="35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1" name="TextBox 40"/>
          <p:cNvSpPr txBox="1"/>
          <p:nvPr/>
        </p:nvSpPr>
        <p:spPr>
          <a:xfrm>
            <a:off x="3883386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checklist</a:t>
            </a:r>
          </a:p>
        </p:txBody>
      </p:sp>
      <p:sp>
        <p:nvSpPr>
          <p:cNvPr id="42" name="Icon cloud"/>
          <p:cNvSpPr/>
          <p:nvPr/>
        </p:nvSpPr>
        <p:spPr>
          <a:xfrm>
            <a:off x="5075623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6000" y="76000"/>
                </a:moveTo>
                <a:quadBezTo>
                  <a:pt x="18515" y="76000"/>
                  <a:pt x="13258" y="70777"/>
                </a:quadBezTo>
                <a:quadBezTo>
                  <a:pt x="8000" y="65554"/>
                  <a:pt x="8000" y="58069"/>
                </a:quadBezTo>
                <a:quadBezTo>
                  <a:pt x="8000" y="51192"/>
                  <a:pt x="12700" y="45862"/>
                </a:quadBezTo>
                <a:quadBezTo>
                  <a:pt x="17400" y="40531"/>
                  <a:pt x="24385" y="40138"/>
                </a:quadBezTo>
                <a:quadBezTo>
                  <a:pt x="25731" y="31400"/>
                  <a:pt x="32423" y="25700"/>
                </a:quadBezTo>
                <a:quadBezTo>
                  <a:pt x="39115" y="20000"/>
                  <a:pt x="48000" y="20000"/>
                </a:quadBezTo>
                <a:quadBezTo>
                  <a:pt x="58008" y="20000"/>
                  <a:pt x="65004" y="26996"/>
                </a:quadBezTo>
                <a:quadBezTo>
                  <a:pt x="72000" y="33992"/>
                  <a:pt x="72000" y="44000"/>
                </a:quadBezTo>
                <a:lnTo>
                  <a:pt x="72000" y="48000"/>
                </a:lnTo>
                <a:lnTo>
                  <a:pt x="74462" y="48000"/>
                </a:lnTo>
                <a:quadBezTo>
                  <a:pt x="80208" y="48185"/>
                  <a:pt x="84104" y="52219"/>
                </a:quadBezTo>
                <a:quadBezTo>
                  <a:pt x="88000" y="56254"/>
                  <a:pt x="88000" y="62000"/>
                </a:quadBezTo>
                <a:quadBezTo>
                  <a:pt x="88000" y="67885"/>
                  <a:pt x="83942" y="71942"/>
                </a:quadBezTo>
                <a:quadBezTo>
                  <a:pt x="79885" y="76000"/>
                  <a:pt x="74000" y="76000"/>
                </a:quadBezTo>
                <a:lnTo>
                  <a:pt x="26000" y="76000"/>
                </a:lnTo>
                <a:close/>
                <a:moveTo>
                  <a:pt x="26000" y="72000"/>
                </a:moveTo>
                <a:lnTo>
                  <a:pt x="74000" y="72000"/>
                </a:lnTo>
                <a:quadBezTo>
                  <a:pt x="78200" y="72000"/>
                  <a:pt x="81100" y="69100"/>
                </a:quadBezTo>
                <a:quadBezTo>
                  <a:pt x="84000" y="66200"/>
                  <a:pt x="84000" y="62000"/>
                </a:quadBezTo>
                <a:quadBezTo>
                  <a:pt x="84000" y="57800"/>
                  <a:pt x="81100" y="54900"/>
                </a:quadBezTo>
                <a:quadBezTo>
                  <a:pt x="78200" y="52000"/>
                  <a:pt x="74000" y="52000"/>
                </a:quadBezTo>
                <a:lnTo>
                  <a:pt x="68000" y="52000"/>
                </a:lnTo>
                <a:lnTo>
                  <a:pt x="68000" y="44000"/>
                </a:lnTo>
                <a:quadBezTo>
                  <a:pt x="68000" y="35700"/>
                  <a:pt x="62150" y="29850"/>
                </a:quadBezTo>
                <a:quadBezTo>
                  <a:pt x="56300" y="24000"/>
                  <a:pt x="48000" y="24000"/>
                </a:quadBezTo>
                <a:quadBezTo>
                  <a:pt x="39700" y="24000"/>
                  <a:pt x="33850" y="29850"/>
                </a:quadBezTo>
                <a:quadBezTo>
                  <a:pt x="28000" y="35700"/>
                  <a:pt x="28000" y="44000"/>
                </a:quadBezTo>
                <a:lnTo>
                  <a:pt x="26000" y="44000"/>
                </a:lnTo>
                <a:quadBezTo>
                  <a:pt x="20200" y="44000"/>
                  <a:pt x="16100" y="48100"/>
                </a:quadBezTo>
                <a:quadBezTo>
                  <a:pt x="12000" y="52200"/>
                  <a:pt x="12000" y="58000"/>
                </a:quadBezTo>
                <a:quadBezTo>
                  <a:pt x="12000" y="63800"/>
                  <a:pt x="16100" y="67900"/>
                </a:quadBezTo>
                <a:quadBezTo>
                  <a:pt x="20200" y="72000"/>
                  <a:pt x="26000" y="72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3" name="TextBox 42"/>
          <p:cNvSpPr txBox="1"/>
          <p:nvPr/>
        </p:nvSpPr>
        <p:spPr>
          <a:xfrm>
            <a:off x="4769651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cloud</a:t>
            </a:r>
          </a:p>
        </p:txBody>
      </p:sp>
      <p:sp>
        <p:nvSpPr>
          <p:cNvPr id="44" name="Icon code"/>
          <p:cNvSpPr/>
          <p:nvPr/>
        </p:nvSpPr>
        <p:spPr>
          <a:xfrm>
            <a:off x="5961888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2000" y="69231"/>
                </a:moveTo>
                <a:lnTo>
                  <a:pt x="10769" y="48000"/>
                </a:lnTo>
                <a:lnTo>
                  <a:pt x="32000" y="26769"/>
                </a:lnTo>
                <a:lnTo>
                  <a:pt x="34854" y="29623"/>
                </a:lnTo>
                <a:lnTo>
                  <a:pt x="16454" y="48023"/>
                </a:lnTo>
                <a:lnTo>
                  <a:pt x="34831" y="66400"/>
                </a:lnTo>
                <a:lnTo>
                  <a:pt x="32000" y="69231"/>
                </a:lnTo>
                <a:close/>
                <a:moveTo>
                  <a:pt x="64000" y="69231"/>
                </a:moveTo>
                <a:lnTo>
                  <a:pt x="61146" y="66377"/>
                </a:lnTo>
                <a:lnTo>
                  <a:pt x="79546" y="47977"/>
                </a:lnTo>
                <a:lnTo>
                  <a:pt x="61169" y="29600"/>
                </a:lnTo>
                <a:lnTo>
                  <a:pt x="64000" y="26769"/>
                </a:lnTo>
                <a:lnTo>
                  <a:pt x="85231" y="48000"/>
                </a:lnTo>
                <a:lnTo>
                  <a:pt x="64000" y="692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5" name="TextBox 44"/>
          <p:cNvSpPr txBox="1"/>
          <p:nvPr/>
        </p:nvSpPr>
        <p:spPr>
          <a:xfrm>
            <a:off x="5655915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code</a:t>
            </a:r>
          </a:p>
        </p:txBody>
      </p:sp>
      <p:sp>
        <p:nvSpPr>
          <p:cNvPr id="46" name="Icon compare_arrows"/>
          <p:cNvSpPr/>
          <p:nvPr/>
        </p:nvSpPr>
        <p:spPr>
          <a:xfrm>
            <a:off x="6848152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2000" y="75923"/>
                </a:moveTo>
                <a:lnTo>
                  <a:pt x="29169" y="73069"/>
                </a:lnTo>
                <a:lnTo>
                  <a:pt x="41546" y="60692"/>
                </a:lnTo>
                <a:lnTo>
                  <a:pt x="12000" y="60692"/>
                </a:lnTo>
                <a:lnTo>
                  <a:pt x="12000" y="56692"/>
                </a:lnTo>
                <a:lnTo>
                  <a:pt x="41546" y="56692"/>
                </a:lnTo>
                <a:lnTo>
                  <a:pt x="29169" y="44315"/>
                </a:lnTo>
                <a:lnTo>
                  <a:pt x="32000" y="41462"/>
                </a:lnTo>
                <a:lnTo>
                  <a:pt x="49231" y="58692"/>
                </a:lnTo>
                <a:lnTo>
                  <a:pt x="32000" y="75923"/>
                </a:lnTo>
                <a:close/>
                <a:moveTo>
                  <a:pt x="64000" y="54462"/>
                </a:moveTo>
                <a:lnTo>
                  <a:pt x="46769" y="37231"/>
                </a:lnTo>
                <a:lnTo>
                  <a:pt x="64000" y="20000"/>
                </a:lnTo>
                <a:lnTo>
                  <a:pt x="66831" y="22854"/>
                </a:lnTo>
                <a:lnTo>
                  <a:pt x="54454" y="35231"/>
                </a:lnTo>
                <a:lnTo>
                  <a:pt x="84000" y="35231"/>
                </a:lnTo>
                <a:lnTo>
                  <a:pt x="84000" y="39231"/>
                </a:lnTo>
                <a:lnTo>
                  <a:pt x="54454" y="39231"/>
                </a:lnTo>
                <a:lnTo>
                  <a:pt x="66831" y="51608"/>
                </a:lnTo>
                <a:lnTo>
                  <a:pt x="64000" y="5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7" name="TextBox 46"/>
          <p:cNvSpPr txBox="1"/>
          <p:nvPr/>
        </p:nvSpPr>
        <p:spPr>
          <a:xfrm>
            <a:off x="6542180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compare arrows</a:t>
            </a:r>
          </a:p>
        </p:txBody>
      </p:sp>
      <p:sp>
        <p:nvSpPr>
          <p:cNvPr id="48" name="Icon conveyor_belt"/>
          <p:cNvSpPr/>
          <p:nvPr/>
        </p:nvSpPr>
        <p:spPr>
          <a:xfrm>
            <a:off x="7734417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000" y="76000"/>
                </a:moveTo>
                <a:quadBezTo>
                  <a:pt x="16615" y="76000"/>
                  <a:pt x="14308" y="73692"/>
                </a:quadBezTo>
                <a:quadBezTo>
                  <a:pt x="12000" y="71385"/>
                  <a:pt x="12000" y="68000"/>
                </a:quadBezTo>
                <a:quadBezTo>
                  <a:pt x="12000" y="64615"/>
                  <a:pt x="14308" y="62308"/>
                </a:quadBezTo>
                <a:quadBezTo>
                  <a:pt x="16615" y="60000"/>
                  <a:pt x="20000" y="60000"/>
                </a:quadBezTo>
                <a:lnTo>
                  <a:pt x="76000" y="60000"/>
                </a:lnTo>
                <a:quadBezTo>
                  <a:pt x="79385" y="60000"/>
                  <a:pt x="81692" y="62308"/>
                </a:quadBezTo>
                <a:quadBezTo>
                  <a:pt x="84000" y="64615"/>
                  <a:pt x="84000" y="68000"/>
                </a:quadBezTo>
                <a:quadBezTo>
                  <a:pt x="84000" y="71385"/>
                  <a:pt x="81692" y="73692"/>
                </a:quadBezTo>
                <a:quadBezTo>
                  <a:pt x="79385" y="76000"/>
                  <a:pt x="76000" y="76000"/>
                </a:quadBezTo>
                <a:lnTo>
                  <a:pt x="20000" y="76000"/>
                </a:lnTo>
                <a:close/>
                <a:moveTo>
                  <a:pt x="20000" y="72000"/>
                </a:moveTo>
                <a:lnTo>
                  <a:pt x="76000" y="72000"/>
                </a:lnTo>
                <a:quadBezTo>
                  <a:pt x="77700" y="72000"/>
                  <a:pt x="78850" y="70850"/>
                </a:quadBezTo>
                <a:quadBezTo>
                  <a:pt x="80000" y="69700"/>
                  <a:pt x="80000" y="68000"/>
                </a:quadBezTo>
                <a:quadBezTo>
                  <a:pt x="80000" y="66300"/>
                  <a:pt x="78850" y="65150"/>
                </a:quadBezTo>
                <a:quadBezTo>
                  <a:pt x="77700" y="64000"/>
                  <a:pt x="76000" y="64000"/>
                </a:quadBezTo>
                <a:lnTo>
                  <a:pt x="20000" y="64000"/>
                </a:lnTo>
                <a:quadBezTo>
                  <a:pt x="18300" y="64000"/>
                  <a:pt x="17150" y="65150"/>
                </a:quadBezTo>
                <a:quadBezTo>
                  <a:pt x="16000" y="66300"/>
                  <a:pt x="16000" y="68000"/>
                </a:quadBezTo>
                <a:quadBezTo>
                  <a:pt x="16000" y="69700"/>
                  <a:pt x="17150" y="70850"/>
                </a:quadBezTo>
                <a:quadBezTo>
                  <a:pt x="18300" y="72000"/>
                  <a:pt x="20000" y="72000"/>
                </a:quadBezTo>
                <a:close/>
                <a:moveTo>
                  <a:pt x="47045" y="52000"/>
                </a:moveTo>
                <a:quadBezTo>
                  <a:pt x="45685" y="52000"/>
                  <a:pt x="44765" y="51080"/>
                </a:quadBezTo>
                <a:quadBezTo>
                  <a:pt x="43846" y="50160"/>
                  <a:pt x="43846" y="48800"/>
                </a:quadBezTo>
                <a:lnTo>
                  <a:pt x="43846" y="23198"/>
                </a:lnTo>
                <a:quadBezTo>
                  <a:pt x="43846" y="21838"/>
                  <a:pt x="44766" y="20919"/>
                </a:quadBezTo>
                <a:quadBezTo>
                  <a:pt x="45686" y="20000"/>
                  <a:pt x="47046" y="20000"/>
                </a:quadBezTo>
                <a:lnTo>
                  <a:pt x="72648" y="20000"/>
                </a:lnTo>
                <a:quadBezTo>
                  <a:pt x="74008" y="20000"/>
                  <a:pt x="74927" y="20920"/>
                </a:quadBezTo>
                <a:quadBezTo>
                  <a:pt x="75846" y="21840"/>
                  <a:pt x="75846" y="23200"/>
                </a:quadBezTo>
                <a:lnTo>
                  <a:pt x="75846" y="48801"/>
                </a:lnTo>
                <a:quadBezTo>
                  <a:pt x="75846" y="50162"/>
                  <a:pt x="74926" y="51081"/>
                </a:quadBezTo>
                <a:quadBezTo>
                  <a:pt x="74006" y="52000"/>
                  <a:pt x="72646" y="52000"/>
                </a:quadBezTo>
                <a:lnTo>
                  <a:pt x="47045" y="52000"/>
                </a:lnTo>
                <a:close/>
                <a:moveTo>
                  <a:pt x="47846" y="48000"/>
                </a:moveTo>
                <a:lnTo>
                  <a:pt x="71846" y="48000"/>
                </a:lnTo>
                <a:lnTo>
                  <a:pt x="71846" y="24000"/>
                </a:lnTo>
                <a:lnTo>
                  <a:pt x="47846" y="24000"/>
                </a:lnTo>
                <a:lnTo>
                  <a:pt x="47846" y="48000"/>
                </a:lnTo>
                <a:close/>
                <a:moveTo>
                  <a:pt x="12000" y="45954"/>
                </a:moveTo>
                <a:lnTo>
                  <a:pt x="12000" y="42023"/>
                </a:lnTo>
                <a:lnTo>
                  <a:pt x="35777" y="42023"/>
                </a:lnTo>
                <a:lnTo>
                  <a:pt x="35777" y="45954"/>
                </a:lnTo>
                <a:lnTo>
                  <a:pt x="12000" y="45954"/>
                </a:lnTo>
                <a:close/>
                <a:moveTo>
                  <a:pt x="51846" y="34000"/>
                </a:moveTo>
                <a:lnTo>
                  <a:pt x="67846" y="34000"/>
                </a:lnTo>
                <a:lnTo>
                  <a:pt x="67846" y="30023"/>
                </a:lnTo>
                <a:lnTo>
                  <a:pt x="51846" y="30023"/>
                </a:lnTo>
                <a:lnTo>
                  <a:pt x="51846" y="34000"/>
                </a:lnTo>
                <a:close/>
                <a:moveTo>
                  <a:pt x="20000" y="34000"/>
                </a:moveTo>
                <a:lnTo>
                  <a:pt x="35777" y="34000"/>
                </a:lnTo>
                <a:lnTo>
                  <a:pt x="35777" y="30023"/>
                </a:lnTo>
                <a:lnTo>
                  <a:pt x="20000" y="30023"/>
                </a:lnTo>
                <a:lnTo>
                  <a:pt x="20000" y="34000"/>
                </a:lnTo>
                <a:close/>
                <a:moveTo>
                  <a:pt x="47846" y="48000"/>
                </a:moveTo>
                <a:lnTo>
                  <a:pt x="47846" y="24000"/>
                </a:lnTo>
                <a:lnTo>
                  <a:pt x="47846" y="4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9" name="TextBox 48"/>
          <p:cNvSpPr txBox="1"/>
          <p:nvPr/>
        </p:nvSpPr>
        <p:spPr>
          <a:xfrm>
            <a:off x="7428444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conveyor belt</a:t>
            </a:r>
          </a:p>
        </p:txBody>
      </p:sp>
      <p:sp>
        <p:nvSpPr>
          <p:cNvPr id="50" name="Icon currency_exchange"/>
          <p:cNvSpPr/>
          <p:nvPr/>
        </p:nvSpPr>
        <p:spPr>
          <a:xfrm>
            <a:off x="8620681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8000"/>
                </a:moveTo>
                <a:quadBezTo>
                  <a:pt x="35800" y="88000"/>
                  <a:pt x="26131" y="81515"/>
                </a:quadBezTo>
                <a:quadBezTo>
                  <a:pt x="16462" y="75031"/>
                  <a:pt x="11615" y="64069"/>
                </a:quadBezTo>
                <a:lnTo>
                  <a:pt x="11615" y="77231"/>
                </a:lnTo>
                <a:lnTo>
                  <a:pt x="7615" y="77231"/>
                </a:lnTo>
                <a:lnTo>
                  <a:pt x="7615" y="57231"/>
                </a:lnTo>
                <a:lnTo>
                  <a:pt x="27615" y="57231"/>
                </a:lnTo>
                <a:lnTo>
                  <a:pt x="27615" y="61231"/>
                </a:lnTo>
                <a:lnTo>
                  <a:pt x="14792" y="61231"/>
                </a:lnTo>
                <a:quadBezTo>
                  <a:pt x="18669" y="71508"/>
                  <a:pt x="27788" y="77754"/>
                </a:quadBezTo>
                <a:quadBezTo>
                  <a:pt x="36908" y="84000"/>
                  <a:pt x="48000" y="84000"/>
                </a:quadBezTo>
                <a:quadBezTo>
                  <a:pt x="55192" y="84000"/>
                  <a:pt x="61512" y="81419"/>
                </a:quadBezTo>
                <a:quadBezTo>
                  <a:pt x="67831" y="78838"/>
                  <a:pt x="72642" y="74296"/>
                </a:quadBezTo>
                <a:quadBezTo>
                  <a:pt x="77454" y="69754"/>
                  <a:pt x="80458" y="63512"/>
                </a:quadBezTo>
                <a:quadBezTo>
                  <a:pt x="83462" y="57269"/>
                  <a:pt x="83923" y="50000"/>
                </a:quadBezTo>
                <a:lnTo>
                  <a:pt x="87923" y="50000"/>
                </a:lnTo>
                <a:quadBezTo>
                  <a:pt x="87538" y="57946"/>
                  <a:pt x="84242" y="64869"/>
                </a:quadBezTo>
                <a:quadBezTo>
                  <a:pt x="80946" y="71792"/>
                  <a:pt x="75600" y="76946"/>
                </a:quadBezTo>
                <a:quadBezTo>
                  <a:pt x="70254" y="82100"/>
                  <a:pt x="63138" y="85050"/>
                </a:quadBezTo>
                <a:quadBezTo>
                  <a:pt x="56023" y="88000"/>
                  <a:pt x="48000" y="88000"/>
                </a:quadBezTo>
                <a:close/>
                <a:moveTo>
                  <a:pt x="45938" y="74462"/>
                </a:moveTo>
                <a:lnTo>
                  <a:pt x="45938" y="69569"/>
                </a:lnTo>
                <a:quadBezTo>
                  <a:pt x="41854" y="68623"/>
                  <a:pt x="38981" y="66327"/>
                </a:quadBezTo>
                <a:quadBezTo>
                  <a:pt x="36108" y="64031"/>
                  <a:pt x="34400" y="59923"/>
                </a:quadBezTo>
                <a:lnTo>
                  <a:pt x="37923" y="58400"/>
                </a:lnTo>
                <a:quadBezTo>
                  <a:pt x="39585" y="62115"/>
                  <a:pt x="42365" y="64127"/>
                </a:quadBezTo>
                <a:quadBezTo>
                  <a:pt x="45146" y="66138"/>
                  <a:pt x="48600" y="66138"/>
                </a:quadBezTo>
                <a:quadBezTo>
                  <a:pt x="52131" y="66138"/>
                  <a:pt x="55212" y="64281"/>
                </a:quadBezTo>
                <a:quadBezTo>
                  <a:pt x="58292" y="62423"/>
                  <a:pt x="58292" y="58200"/>
                </a:quadBezTo>
                <a:quadBezTo>
                  <a:pt x="58292" y="54838"/>
                  <a:pt x="56073" y="52923"/>
                </a:quadBezTo>
                <a:quadBezTo>
                  <a:pt x="53854" y="51008"/>
                  <a:pt x="47400" y="48631"/>
                </a:quadBezTo>
                <a:quadBezTo>
                  <a:pt x="40962" y="46300"/>
                  <a:pt x="38250" y="43708"/>
                </a:quadBezTo>
                <a:quadBezTo>
                  <a:pt x="35538" y="41115"/>
                  <a:pt x="35538" y="36800"/>
                </a:quadBezTo>
                <a:quadBezTo>
                  <a:pt x="35538" y="33162"/>
                  <a:pt x="38273" y="30081"/>
                </a:quadBezTo>
                <a:quadBezTo>
                  <a:pt x="41008" y="27000"/>
                  <a:pt x="46138" y="26231"/>
                </a:quadBezTo>
                <a:lnTo>
                  <a:pt x="46138" y="21538"/>
                </a:lnTo>
                <a:lnTo>
                  <a:pt x="50062" y="21538"/>
                </a:lnTo>
                <a:lnTo>
                  <a:pt x="50062" y="26231"/>
                </a:lnTo>
                <a:quadBezTo>
                  <a:pt x="53200" y="26454"/>
                  <a:pt x="55919" y="28400"/>
                </a:quadBezTo>
                <a:quadBezTo>
                  <a:pt x="58638" y="30346"/>
                  <a:pt x="60046" y="33231"/>
                </a:quadBezTo>
                <a:lnTo>
                  <a:pt x="56569" y="34600"/>
                </a:lnTo>
                <a:quadBezTo>
                  <a:pt x="55308" y="32454"/>
                  <a:pt x="53277" y="31058"/>
                </a:quadBezTo>
                <a:quadBezTo>
                  <a:pt x="51246" y="29662"/>
                  <a:pt x="48200" y="29662"/>
                </a:quadBezTo>
                <a:quadBezTo>
                  <a:pt x="44238" y="29662"/>
                  <a:pt x="41850" y="31700"/>
                </a:quadBezTo>
                <a:quadBezTo>
                  <a:pt x="39462" y="33738"/>
                  <a:pt x="39462" y="36800"/>
                </a:quadBezTo>
                <a:quadBezTo>
                  <a:pt x="39462" y="39862"/>
                  <a:pt x="41300" y="41515"/>
                </a:quadBezTo>
                <a:quadBezTo>
                  <a:pt x="43138" y="43169"/>
                  <a:pt x="49754" y="45477"/>
                </a:quadBezTo>
                <a:quadBezTo>
                  <a:pt x="56954" y="48077"/>
                  <a:pt x="59508" y="51038"/>
                </a:quadBezTo>
                <a:quadBezTo>
                  <a:pt x="62062" y="54000"/>
                  <a:pt x="62062" y="58200"/>
                </a:quadBezTo>
                <a:quadBezTo>
                  <a:pt x="62062" y="61023"/>
                  <a:pt x="60946" y="63146"/>
                </a:quadBezTo>
                <a:quadBezTo>
                  <a:pt x="59831" y="65269"/>
                  <a:pt x="58065" y="66665"/>
                </a:quadBezTo>
                <a:quadBezTo>
                  <a:pt x="56300" y="68062"/>
                  <a:pt x="54138" y="68819"/>
                </a:quadBezTo>
                <a:quadBezTo>
                  <a:pt x="51977" y="69577"/>
                  <a:pt x="49862" y="69769"/>
                </a:quadBezTo>
                <a:lnTo>
                  <a:pt x="49862" y="74462"/>
                </a:lnTo>
                <a:lnTo>
                  <a:pt x="45938" y="74462"/>
                </a:lnTo>
                <a:close/>
                <a:moveTo>
                  <a:pt x="8077" y="46000"/>
                </a:moveTo>
                <a:quadBezTo>
                  <a:pt x="8615" y="37669"/>
                  <a:pt x="11988" y="30708"/>
                </a:quadBezTo>
                <a:quadBezTo>
                  <a:pt x="15362" y="23746"/>
                  <a:pt x="20785" y="18669"/>
                </a:quadBezTo>
                <a:quadBezTo>
                  <a:pt x="26208" y="13592"/>
                  <a:pt x="33208" y="10796"/>
                </a:quadBezTo>
                <a:quadBezTo>
                  <a:pt x="40208" y="8000"/>
                  <a:pt x="48000" y="8000"/>
                </a:quadBezTo>
                <a:quadBezTo>
                  <a:pt x="59969" y="8000"/>
                  <a:pt x="69869" y="14523"/>
                </a:quadBezTo>
                <a:quadBezTo>
                  <a:pt x="79769" y="21046"/>
                  <a:pt x="84385" y="32238"/>
                </a:quadBezTo>
                <a:lnTo>
                  <a:pt x="84385" y="18769"/>
                </a:lnTo>
                <a:lnTo>
                  <a:pt x="88385" y="18769"/>
                </a:lnTo>
                <a:lnTo>
                  <a:pt x="88385" y="38769"/>
                </a:lnTo>
                <a:lnTo>
                  <a:pt x="68385" y="38769"/>
                </a:lnTo>
                <a:lnTo>
                  <a:pt x="68385" y="34769"/>
                </a:lnTo>
                <a:lnTo>
                  <a:pt x="81208" y="34769"/>
                </a:lnTo>
                <a:quadBezTo>
                  <a:pt x="77562" y="24800"/>
                  <a:pt x="68404" y="18400"/>
                </a:quadBezTo>
                <a:quadBezTo>
                  <a:pt x="59246" y="12000"/>
                  <a:pt x="48000" y="12000"/>
                </a:quadBezTo>
                <a:quadBezTo>
                  <a:pt x="41115" y="12000"/>
                  <a:pt x="34835" y="14504"/>
                </a:quadBezTo>
                <a:quadBezTo>
                  <a:pt x="28554" y="17008"/>
                  <a:pt x="23665" y="21473"/>
                </a:quadBezTo>
                <a:quadBezTo>
                  <a:pt x="18777" y="25938"/>
                  <a:pt x="15658" y="32181"/>
                </a:quadBezTo>
                <a:quadBezTo>
                  <a:pt x="12538" y="38423"/>
                  <a:pt x="12077" y="46000"/>
                </a:quadBezTo>
                <a:lnTo>
                  <a:pt x="8077" y="4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1" name="TextBox 50"/>
          <p:cNvSpPr txBox="1"/>
          <p:nvPr/>
        </p:nvSpPr>
        <p:spPr>
          <a:xfrm>
            <a:off x="8314709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currency exchange</a:t>
            </a:r>
          </a:p>
        </p:txBody>
      </p:sp>
      <p:sp>
        <p:nvSpPr>
          <p:cNvPr id="52" name="Icon cyclone"/>
          <p:cNvSpPr/>
          <p:nvPr/>
        </p:nvSpPr>
        <p:spPr>
          <a:xfrm>
            <a:off x="9506946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60000"/>
                </a:moveTo>
                <a:quadBezTo>
                  <a:pt x="43015" y="60000"/>
                  <a:pt x="39508" y="56492"/>
                </a:quadBezTo>
                <a:quadBezTo>
                  <a:pt x="36000" y="52985"/>
                  <a:pt x="36000" y="48000"/>
                </a:quadBezTo>
                <a:quadBezTo>
                  <a:pt x="36000" y="43015"/>
                  <a:pt x="39508" y="39508"/>
                </a:quadBezTo>
                <a:quadBezTo>
                  <a:pt x="43015" y="36000"/>
                  <a:pt x="48000" y="36000"/>
                </a:quadBezTo>
                <a:quadBezTo>
                  <a:pt x="52985" y="36000"/>
                  <a:pt x="56492" y="39508"/>
                </a:quadBezTo>
                <a:quadBezTo>
                  <a:pt x="60000" y="43015"/>
                  <a:pt x="60000" y="48000"/>
                </a:quadBezTo>
                <a:quadBezTo>
                  <a:pt x="60000" y="52985"/>
                  <a:pt x="56492" y="56492"/>
                </a:quadBezTo>
                <a:quadBezTo>
                  <a:pt x="52985" y="60000"/>
                  <a:pt x="48000" y="60000"/>
                </a:quadBezTo>
                <a:close/>
                <a:moveTo>
                  <a:pt x="48000" y="56000"/>
                </a:moveTo>
                <a:quadBezTo>
                  <a:pt x="51300" y="56000"/>
                  <a:pt x="53650" y="53650"/>
                </a:quadBezTo>
                <a:quadBezTo>
                  <a:pt x="56000" y="51300"/>
                  <a:pt x="56000" y="48000"/>
                </a:quadBezTo>
                <a:quadBezTo>
                  <a:pt x="56000" y="44700"/>
                  <a:pt x="53650" y="42350"/>
                </a:quadBezTo>
                <a:quadBezTo>
                  <a:pt x="51300" y="40000"/>
                  <a:pt x="48000" y="40000"/>
                </a:quadBezTo>
                <a:quadBezTo>
                  <a:pt x="44700" y="40000"/>
                  <a:pt x="42350" y="42350"/>
                </a:quadBezTo>
                <a:quadBezTo>
                  <a:pt x="40000" y="44700"/>
                  <a:pt x="40000" y="48000"/>
                </a:quadBezTo>
                <a:quadBezTo>
                  <a:pt x="40000" y="51300"/>
                  <a:pt x="42350" y="53650"/>
                </a:quadBezTo>
                <a:quadBezTo>
                  <a:pt x="44700" y="56000"/>
                  <a:pt x="48000" y="56000"/>
                </a:quadBezTo>
                <a:close/>
                <a:moveTo>
                  <a:pt x="68177" y="84462"/>
                </a:moveTo>
                <a:quadBezTo>
                  <a:pt x="69669" y="79015"/>
                  <a:pt x="70454" y="73615"/>
                </a:quadBezTo>
                <a:quadBezTo>
                  <a:pt x="71238" y="68215"/>
                  <a:pt x="71508" y="62923"/>
                </a:quadBezTo>
                <a:quadBezTo>
                  <a:pt x="67977" y="68739"/>
                  <a:pt x="61662" y="72369"/>
                </a:quadBezTo>
                <a:quadBezTo>
                  <a:pt x="55346" y="76000"/>
                  <a:pt x="48000" y="76000"/>
                </a:quadBezTo>
                <a:quadBezTo>
                  <a:pt x="32554" y="76000"/>
                  <a:pt x="24996" y="75073"/>
                </a:quadBezTo>
                <a:quadBezTo>
                  <a:pt x="17438" y="74146"/>
                  <a:pt x="11538" y="72446"/>
                </a:quadBezTo>
                <a:lnTo>
                  <a:pt x="11538" y="68177"/>
                </a:lnTo>
                <a:quadBezTo>
                  <a:pt x="17138" y="69900"/>
                  <a:pt x="22538" y="70646"/>
                </a:quadBezTo>
                <a:quadBezTo>
                  <a:pt x="27938" y="71392"/>
                  <a:pt x="33231" y="71508"/>
                </a:quadBezTo>
                <a:quadBezTo>
                  <a:pt x="27723" y="68515"/>
                  <a:pt x="23862" y="62085"/>
                </a:quadBezTo>
                <a:quadBezTo>
                  <a:pt x="20000" y="55654"/>
                  <a:pt x="20000" y="48000"/>
                </a:quadBezTo>
                <a:quadBezTo>
                  <a:pt x="20000" y="37608"/>
                  <a:pt x="21004" y="28138"/>
                </a:quadBezTo>
                <a:quadBezTo>
                  <a:pt x="22008" y="18669"/>
                  <a:pt x="23477" y="11538"/>
                </a:quadBezTo>
                <a:lnTo>
                  <a:pt x="27746" y="11538"/>
                </a:lnTo>
                <a:quadBezTo>
                  <a:pt x="26331" y="17908"/>
                  <a:pt x="25650" y="22962"/>
                </a:quadBezTo>
                <a:quadBezTo>
                  <a:pt x="24969" y="28015"/>
                  <a:pt x="24492" y="33231"/>
                </a:quadBezTo>
                <a:quadBezTo>
                  <a:pt x="27715" y="27492"/>
                  <a:pt x="34031" y="23746"/>
                </a:quadBezTo>
                <a:quadBezTo>
                  <a:pt x="40346" y="20000"/>
                  <a:pt x="48000" y="20000"/>
                </a:quadBezTo>
                <a:quadBezTo>
                  <a:pt x="60931" y="20000"/>
                  <a:pt x="69323" y="20927"/>
                </a:quadBezTo>
                <a:quadBezTo>
                  <a:pt x="77715" y="21854"/>
                  <a:pt x="84462" y="23477"/>
                </a:quadBezTo>
                <a:lnTo>
                  <a:pt x="84462" y="27746"/>
                </a:lnTo>
                <a:quadBezTo>
                  <a:pt x="78862" y="26254"/>
                  <a:pt x="73231" y="25458"/>
                </a:quadBezTo>
                <a:quadBezTo>
                  <a:pt x="67600" y="24662"/>
                  <a:pt x="62846" y="24415"/>
                </a:quadBezTo>
                <a:quadBezTo>
                  <a:pt x="68969" y="28177"/>
                  <a:pt x="72485" y="34531"/>
                </a:quadBezTo>
                <a:quadBezTo>
                  <a:pt x="76000" y="40885"/>
                  <a:pt x="76000" y="48000"/>
                </a:quadBezTo>
                <a:quadBezTo>
                  <a:pt x="76000" y="62085"/>
                  <a:pt x="74958" y="70323"/>
                </a:quadBezTo>
                <a:quadBezTo>
                  <a:pt x="73915" y="78562"/>
                  <a:pt x="72446" y="84462"/>
                </a:quadBezTo>
                <a:lnTo>
                  <a:pt x="68177" y="84462"/>
                </a:lnTo>
                <a:close/>
                <a:moveTo>
                  <a:pt x="48000" y="72000"/>
                </a:moveTo>
                <a:quadBezTo>
                  <a:pt x="58000" y="72000"/>
                  <a:pt x="65000" y="65000"/>
                </a:quadBezTo>
                <a:quadBezTo>
                  <a:pt x="72000" y="58000"/>
                  <a:pt x="72000" y="48000"/>
                </a:quadBezTo>
                <a:quadBezTo>
                  <a:pt x="72000" y="38000"/>
                  <a:pt x="65000" y="31000"/>
                </a:quadBezTo>
                <a:quadBezTo>
                  <a:pt x="58000" y="24000"/>
                  <a:pt x="48000" y="24000"/>
                </a:quadBezTo>
                <a:quadBezTo>
                  <a:pt x="38000" y="24000"/>
                  <a:pt x="31000" y="31000"/>
                </a:quadBezTo>
                <a:quadBezTo>
                  <a:pt x="24000" y="38000"/>
                  <a:pt x="24000" y="48000"/>
                </a:quadBezTo>
                <a:quadBezTo>
                  <a:pt x="24000" y="58000"/>
                  <a:pt x="31000" y="65000"/>
                </a:quadBezTo>
                <a:quadBezTo>
                  <a:pt x="38000" y="72000"/>
                  <a:pt x="48000" y="72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3" name="TextBox 52"/>
          <p:cNvSpPr txBox="1"/>
          <p:nvPr/>
        </p:nvSpPr>
        <p:spPr>
          <a:xfrm>
            <a:off x="9200974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cyclone</a:t>
            </a:r>
          </a:p>
        </p:txBody>
      </p:sp>
      <p:sp>
        <p:nvSpPr>
          <p:cNvPr id="54" name="Icon dashboard"/>
          <p:cNvSpPr/>
          <p:nvPr/>
        </p:nvSpPr>
        <p:spPr>
          <a:xfrm>
            <a:off x="10393211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4000" y="36000"/>
                </a:moveTo>
                <a:lnTo>
                  <a:pt x="54000" y="16000"/>
                </a:lnTo>
                <a:lnTo>
                  <a:pt x="80000" y="16000"/>
                </a:lnTo>
                <a:lnTo>
                  <a:pt x="80000" y="36000"/>
                </a:lnTo>
                <a:lnTo>
                  <a:pt x="54000" y="36000"/>
                </a:lnTo>
                <a:close/>
                <a:moveTo>
                  <a:pt x="16000" y="48000"/>
                </a:moveTo>
                <a:lnTo>
                  <a:pt x="16000" y="16000"/>
                </a:lnTo>
                <a:lnTo>
                  <a:pt x="42000" y="16000"/>
                </a:lnTo>
                <a:lnTo>
                  <a:pt x="42000" y="48000"/>
                </a:lnTo>
                <a:lnTo>
                  <a:pt x="16000" y="48000"/>
                </a:lnTo>
                <a:close/>
                <a:moveTo>
                  <a:pt x="54000" y="80000"/>
                </a:moveTo>
                <a:lnTo>
                  <a:pt x="54000" y="48000"/>
                </a:lnTo>
                <a:lnTo>
                  <a:pt x="80000" y="48000"/>
                </a:lnTo>
                <a:lnTo>
                  <a:pt x="80000" y="80000"/>
                </a:lnTo>
                <a:lnTo>
                  <a:pt x="54000" y="80000"/>
                </a:lnTo>
                <a:close/>
                <a:moveTo>
                  <a:pt x="16000" y="80000"/>
                </a:moveTo>
                <a:lnTo>
                  <a:pt x="16000" y="60000"/>
                </a:lnTo>
                <a:lnTo>
                  <a:pt x="42000" y="60000"/>
                </a:lnTo>
                <a:lnTo>
                  <a:pt x="42000" y="80000"/>
                </a:lnTo>
                <a:lnTo>
                  <a:pt x="16000" y="80000"/>
                </a:lnTo>
                <a:close/>
                <a:moveTo>
                  <a:pt x="20000" y="44000"/>
                </a:moveTo>
                <a:lnTo>
                  <a:pt x="38000" y="44000"/>
                </a:lnTo>
                <a:lnTo>
                  <a:pt x="38000" y="20000"/>
                </a:lnTo>
                <a:lnTo>
                  <a:pt x="20000" y="20000"/>
                </a:lnTo>
                <a:lnTo>
                  <a:pt x="20000" y="44000"/>
                </a:lnTo>
                <a:close/>
                <a:moveTo>
                  <a:pt x="58000" y="76000"/>
                </a:moveTo>
                <a:lnTo>
                  <a:pt x="76000" y="76000"/>
                </a:lnTo>
                <a:lnTo>
                  <a:pt x="76000" y="52000"/>
                </a:lnTo>
                <a:lnTo>
                  <a:pt x="58000" y="52000"/>
                </a:lnTo>
                <a:lnTo>
                  <a:pt x="58000" y="76000"/>
                </a:lnTo>
                <a:close/>
                <a:moveTo>
                  <a:pt x="58000" y="32000"/>
                </a:moveTo>
                <a:lnTo>
                  <a:pt x="76000" y="32000"/>
                </a:lnTo>
                <a:lnTo>
                  <a:pt x="76000" y="20000"/>
                </a:lnTo>
                <a:lnTo>
                  <a:pt x="58000" y="20000"/>
                </a:lnTo>
                <a:lnTo>
                  <a:pt x="58000" y="32000"/>
                </a:lnTo>
                <a:close/>
                <a:moveTo>
                  <a:pt x="20000" y="76000"/>
                </a:moveTo>
                <a:lnTo>
                  <a:pt x="38000" y="76000"/>
                </a:lnTo>
                <a:lnTo>
                  <a:pt x="38000" y="64000"/>
                </a:lnTo>
                <a:lnTo>
                  <a:pt x="20000" y="64000"/>
                </a:lnTo>
                <a:lnTo>
                  <a:pt x="20000" y="76000"/>
                </a:lnTo>
                <a:close/>
                <a:moveTo>
                  <a:pt x="38000" y="44000"/>
                </a:moveTo>
                <a:close/>
                <a:moveTo>
                  <a:pt x="58000" y="32000"/>
                </a:moveTo>
                <a:close/>
                <a:moveTo>
                  <a:pt x="58000" y="52000"/>
                </a:moveTo>
                <a:close/>
                <a:moveTo>
                  <a:pt x="38000" y="64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5" name="TextBox 54"/>
          <p:cNvSpPr txBox="1"/>
          <p:nvPr/>
        </p:nvSpPr>
        <p:spPr>
          <a:xfrm>
            <a:off x="10087238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dashboard</a:t>
            </a:r>
          </a:p>
        </p:txBody>
      </p:sp>
      <p:sp>
        <p:nvSpPr>
          <p:cNvPr id="56" name="Icon database"/>
          <p:cNvSpPr/>
          <p:nvPr/>
        </p:nvSpPr>
        <p:spPr>
          <a:xfrm>
            <a:off x="11279475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0000"/>
                </a:moveTo>
                <a:quadBezTo>
                  <a:pt x="33977" y="80000"/>
                  <a:pt x="24988" y="76427"/>
                </a:quadBezTo>
                <a:quadBezTo>
                  <a:pt x="16000" y="72854"/>
                  <a:pt x="16000" y="67231"/>
                </a:quadBezTo>
                <a:lnTo>
                  <a:pt x="16000" y="28000"/>
                </a:lnTo>
                <a:quadBezTo>
                  <a:pt x="16000" y="23015"/>
                  <a:pt x="25358" y="19508"/>
                </a:quadBezTo>
                <a:quadBezTo>
                  <a:pt x="34715" y="16000"/>
                  <a:pt x="48000" y="16000"/>
                </a:quadBezTo>
                <a:quadBezTo>
                  <a:pt x="61285" y="16000"/>
                  <a:pt x="70642" y="19508"/>
                </a:quadBezTo>
                <a:quadBezTo>
                  <a:pt x="80000" y="23015"/>
                  <a:pt x="80000" y="28000"/>
                </a:quadBezTo>
                <a:lnTo>
                  <a:pt x="80000" y="67231"/>
                </a:lnTo>
                <a:quadBezTo>
                  <a:pt x="80000" y="72854"/>
                  <a:pt x="71012" y="76427"/>
                </a:quadBezTo>
                <a:quadBezTo>
                  <a:pt x="62023" y="80000"/>
                  <a:pt x="48000" y="80000"/>
                </a:quadBezTo>
                <a:close/>
                <a:moveTo>
                  <a:pt x="48000" y="35562"/>
                </a:moveTo>
                <a:quadBezTo>
                  <a:pt x="56592" y="35562"/>
                  <a:pt x="65323" y="33165"/>
                </a:quadBezTo>
                <a:quadBezTo>
                  <a:pt x="74054" y="30769"/>
                  <a:pt x="75769" y="27946"/>
                </a:quadBezTo>
                <a:quadBezTo>
                  <a:pt x="74131" y="24969"/>
                  <a:pt x="65488" y="22485"/>
                </a:quadBezTo>
                <a:quadBezTo>
                  <a:pt x="56846" y="20000"/>
                  <a:pt x="48000" y="20000"/>
                </a:quadBezTo>
                <a:quadBezTo>
                  <a:pt x="39285" y="20000"/>
                  <a:pt x="30535" y="22396"/>
                </a:quadBezTo>
                <a:quadBezTo>
                  <a:pt x="21785" y="24792"/>
                  <a:pt x="20077" y="27638"/>
                </a:quadBezTo>
                <a:quadBezTo>
                  <a:pt x="21708" y="30638"/>
                  <a:pt x="30381" y="33100"/>
                </a:quadBezTo>
                <a:quadBezTo>
                  <a:pt x="39054" y="35562"/>
                  <a:pt x="48000" y="35562"/>
                </a:quadBezTo>
                <a:close/>
                <a:moveTo>
                  <a:pt x="48000" y="55692"/>
                </a:moveTo>
                <a:quadBezTo>
                  <a:pt x="52123" y="55692"/>
                  <a:pt x="56100" y="55292"/>
                </a:quadBezTo>
                <a:quadBezTo>
                  <a:pt x="60077" y="54892"/>
                  <a:pt x="63704" y="54104"/>
                </a:quadBezTo>
                <a:quadBezTo>
                  <a:pt x="67331" y="53315"/>
                  <a:pt x="70442" y="52138"/>
                </a:quadBezTo>
                <a:quadBezTo>
                  <a:pt x="73554" y="50962"/>
                  <a:pt x="76000" y="49485"/>
                </a:quadBezTo>
                <a:lnTo>
                  <a:pt x="76000" y="33100"/>
                </a:lnTo>
                <a:quadBezTo>
                  <a:pt x="73554" y="34577"/>
                  <a:pt x="70442" y="35754"/>
                </a:quadBezTo>
                <a:quadBezTo>
                  <a:pt x="67331" y="36931"/>
                  <a:pt x="63704" y="37719"/>
                </a:quadBezTo>
                <a:quadBezTo>
                  <a:pt x="60077" y="38508"/>
                  <a:pt x="56100" y="38908"/>
                </a:quadBezTo>
                <a:quadBezTo>
                  <a:pt x="52123" y="39308"/>
                  <a:pt x="48000" y="39308"/>
                </a:quadBezTo>
                <a:quadBezTo>
                  <a:pt x="43723" y="39308"/>
                  <a:pt x="39685" y="38869"/>
                </a:quadBezTo>
                <a:quadBezTo>
                  <a:pt x="35646" y="38431"/>
                  <a:pt x="32058" y="37642"/>
                </a:quadBezTo>
                <a:quadBezTo>
                  <a:pt x="28469" y="36854"/>
                  <a:pt x="25408" y="35715"/>
                </a:quadBezTo>
                <a:quadBezTo>
                  <a:pt x="22346" y="34577"/>
                  <a:pt x="20000" y="33100"/>
                </a:quadBezTo>
                <a:lnTo>
                  <a:pt x="20000" y="49485"/>
                </a:lnTo>
                <a:quadBezTo>
                  <a:pt x="22346" y="50962"/>
                  <a:pt x="25408" y="52100"/>
                </a:quadBezTo>
                <a:quadBezTo>
                  <a:pt x="28469" y="53238"/>
                  <a:pt x="32058" y="54027"/>
                </a:quadBezTo>
                <a:quadBezTo>
                  <a:pt x="35646" y="54815"/>
                  <a:pt x="39685" y="55254"/>
                </a:quadBezTo>
                <a:quadBezTo>
                  <a:pt x="43723" y="55692"/>
                  <a:pt x="48000" y="55692"/>
                </a:quadBezTo>
                <a:close/>
                <a:moveTo>
                  <a:pt x="48000" y="76000"/>
                </a:moveTo>
                <a:quadBezTo>
                  <a:pt x="53138" y="76000"/>
                  <a:pt x="57773" y="75415"/>
                </a:quadBezTo>
                <a:quadBezTo>
                  <a:pt x="62408" y="74831"/>
                  <a:pt x="66100" y="73758"/>
                </a:quadBezTo>
                <a:quadBezTo>
                  <a:pt x="69792" y="72685"/>
                  <a:pt x="72377" y="71196"/>
                </a:quadBezTo>
                <a:quadBezTo>
                  <a:pt x="74962" y="69708"/>
                  <a:pt x="76000" y="67977"/>
                </a:quadBezTo>
                <a:lnTo>
                  <a:pt x="76000" y="53485"/>
                </a:lnTo>
                <a:quadBezTo>
                  <a:pt x="73554" y="54962"/>
                  <a:pt x="70442" y="56138"/>
                </a:quadBezTo>
                <a:quadBezTo>
                  <a:pt x="67331" y="57315"/>
                  <a:pt x="63704" y="58104"/>
                </a:quadBezTo>
                <a:quadBezTo>
                  <a:pt x="60077" y="58892"/>
                  <a:pt x="56100" y="59292"/>
                </a:quadBezTo>
                <a:quadBezTo>
                  <a:pt x="52123" y="59692"/>
                  <a:pt x="48000" y="59692"/>
                </a:quadBezTo>
                <a:quadBezTo>
                  <a:pt x="43723" y="59692"/>
                  <a:pt x="39685" y="59254"/>
                </a:quadBezTo>
                <a:quadBezTo>
                  <a:pt x="35646" y="58815"/>
                  <a:pt x="32058" y="58027"/>
                </a:quadBezTo>
                <a:quadBezTo>
                  <a:pt x="28469" y="57238"/>
                  <a:pt x="25408" y="56100"/>
                </a:quadBezTo>
                <a:quadBezTo>
                  <a:pt x="22346" y="54962"/>
                  <a:pt x="20000" y="53485"/>
                </a:quadBezTo>
                <a:lnTo>
                  <a:pt x="20000" y="68000"/>
                </a:lnTo>
                <a:quadBezTo>
                  <a:pt x="21038" y="69808"/>
                  <a:pt x="23612" y="71246"/>
                </a:quadBezTo>
                <a:quadBezTo>
                  <a:pt x="26185" y="72685"/>
                  <a:pt x="29877" y="73758"/>
                </a:quadBezTo>
                <a:quadBezTo>
                  <a:pt x="33569" y="74831"/>
                  <a:pt x="38215" y="75415"/>
                </a:quadBezTo>
                <a:quadBezTo>
                  <a:pt x="42862" y="76000"/>
                  <a:pt x="48000" y="76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7" name="TextBox 56"/>
          <p:cNvSpPr txBox="1"/>
          <p:nvPr/>
        </p:nvSpPr>
        <p:spPr>
          <a:xfrm>
            <a:off x="10973503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database</a:t>
            </a:r>
          </a:p>
        </p:txBody>
      </p:sp>
      <p:sp>
        <p:nvSpPr>
          <p:cNvPr id="58" name="Icon delete"/>
          <p:cNvSpPr/>
          <p:nvPr/>
        </p:nvSpPr>
        <p:spPr>
          <a:xfrm>
            <a:off x="644300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0462" y="80000"/>
                </a:moveTo>
                <a:quadBezTo>
                  <a:pt x="27777" y="80000"/>
                  <a:pt x="25888" y="78112"/>
                </a:quadBezTo>
                <a:quadBezTo>
                  <a:pt x="24000" y="76223"/>
                  <a:pt x="24000" y="73538"/>
                </a:quadBezTo>
                <a:lnTo>
                  <a:pt x="24000" y="24000"/>
                </a:lnTo>
                <a:lnTo>
                  <a:pt x="20000" y="24000"/>
                </a:lnTo>
                <a:lnTo>
                  <a:pt x="20000" y="20000"/>
                </a:lnTo>
                <a:lnTo>
                  <a:pt x="36000" y="20000"/>
                </a:lnTo>
                <a:lnTo>
                  <a:pt x="36000" y="16923"/>
                </a:lnTo>
                <a:lnTo>
                  <a:pt x="60000" y="16923"/>
                </a:lnTo>
                <a:lnTo>
                  <a:pt x="60000" y="20000"/>
                </a:lnTo>
                <a:lnTo>
                  <a:pt x="76000" y="20000"/>
                </a:lnTo>
                <a:lnTo>
                  <a:pt x="76000" y="24000"/>
                </a:lnTo>
                <a:lnTo>
                  <a:pt x="72000" y="24000"/>
                </a:lnTo>
                <a:lnTo>
                  <a:pt x="72000" y="73538"/>
                </a:lnTo>
                <a:quadBezTo>
                  <a:pt x="72000" y="76300"/>
                  <a:pt x="70150" y="78150"/>
                </a:quadBezTo>
                <a:quadBezTo>
                  <a:pt x="68300" y="80000"/>
                  <a:pt x="65538" y="80000"/>
                </a:quadBezTo>
                <a:lnTo>
                  <a:pt x="30462" y="80000"/>
                </a:lnTo>
                <a:close/>
                <a:moveTo>
                  <a:pt x="68000" y="24000"/>
                </a:moveTo>
                <a:lnTo>
                  <a:pt x="28000" y="24000"/>
                </a:lnTo>
                <a:lnTo>
                  <a:pt x="28000" y="73538"/>
                </a:lnTo>
                <a:quadBezTo>
                  <a:pt x="28000" y="74615"/>
                  <a:pt x="28692" y="75308"/>
                </a:quadBezTo>
                <a:quadBezTo>
                  <a:pt x="29385" y="76000"/>
                  <a:pt x="30462" y="76000"/>
                </a:quadBezTo>
                <a:lnTo>
                  <a:pt x="65538" y="76000"/>
                </a:lnTo>
                <a:quadBezTo>
                  <a:pt x="66462" y="76000"/>
                  <a:pt x="67231" y="75231"/>
                </a:quadBezTo>
                <a:quadBezTo>
                  <a:pt x="68000" y="74462"/>
                  <a:pt x="68000" y="73538"/>
                </a:quadBezTo>
                <a:lnTo>
                  <a:pt x="68000" y="24000"/>
                </a:lnTo>
                <a:close/>
                <a:moveTo>
                  <a:pt x="39231" y="68000"/>
                </a:moveTo>
                <a:lnTo>
                  <a:pt x="43231" y="68000"/>
                </a:lnTo>
                <a:lnTo>
                  <a:pt x="43231" y="32000"/>
                </a:lnTo>
                <a:lnTo>
                  <a:pt x="39231" y="32000"/>
                </a:lnTo>
                <a:lnTo>
                  <a:pt x="39231" y="68000"/>
                </a:lnTo>
                <a:close/>
                <a:moveTo>
                  <a:pt x="52769" y="68000"/>
                </a:moveTo>
                <a:lnTo>
                  <a:pt x="56769" y="68000"/>
                </a:lnTo>
                <a:lnTo>
                  <a:pt x="56769" y="32000"/>
                </a:lnTo>
                <a:lnTo>
                  <a:pt x="52769" y="32000"/>
                </a:lnTo>
                <a:lnTo>
                  <a:pt x="52769" y="68000"/>
                </a:lnTo>
                <a:close/>
                <a:moveTo>
                  <a:pt x="28000" y="24000"/>
                </a:moveTo>
                <a:lnTo>
                  <a:pt x="28000" y="76000"/>
                </a:lnTo>
                <a:lnTo>
                  <a:pt x="28000" y="24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9" name="TextBox 58"/>
          <p:cNvSpPr txBox="1"/>
          <p:nvPr/>
        </p:nvSpPr>
        <p:spPr>
          <a:xfrm>
            <a:off x="338328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delete</a:t>
            </a:r>
          </a:p>
        </p:txBody>
      </p:sp>
      <p:sp>
        <p:nvSpPr>
          <p:cNvPr id="60" name="Icon description"/>
          <p:cNvSpPr/>
          <p:nvPr/>
        </p:nvSpPr>
        <p:spPr>
          <a:xfrm>
            <a:off x="1530564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4000" y="70000"/>
                </a:moveTo>
                <a:lnTo>
                  <a:pt x="62000" y="70000"/>
                </a:lnTo>
                <a:lnTo>
                  <a:pt x="62000" y="66000"/>
                </a:lnTo>
                <a:lnTo>
                  <a:pt x="34000" y="66000"/>
                </a:lnTo>
                <a:lnTo>
                  <a:pt x="34000" y="70000"/>
                </a:lnTo>
                <a:close/>
                <a:moveTo>
                  <a:pt x="34000" y="54000"/>
                </a:moveTo>
                <a:lnTo>
                  <a:pt x="62000" y="54000"/>
                </a:lnTo>
                <a:lnTo>
                  <a:pt x="62000" y="50000"/>
                </a:lnTo>
                <a:lnTo>
                  <a:pt x="34000" y="50000"/>
                </a:lnTo>
                <a:lnTo>
                  <a:pt x="34000" y="54000"/>
                </a:lnTo>
                <a:close/>
                <a:moveTo>
                  <a:pt x="26462" y="84000"/>
                </a:moveTo>
                <a:quadBezTo>
                  <a:pt x="23700" y="84000"/>
                  <a:pt x="21850" y="82150"/>
                </a:quadBezTo>
                <a:quadBezTo>
                  <a:pt x="20000" y="80300"/>
                  <a:pt x="20000" y="77538"/>
                </a:quadBezTo>
                <a:lnTo>
                  <a:pt x="20000" y="18462"/>
                </a:lnTo>
                <a:quadBezTo>
                  <a:pt x="20000" y="15700"/>
                  <a:pt x="21850" y="13850"/>
                </a:quadBezTo>
                <a:quadBezTo>
                  <a:pt x="23700" y="12000"/>
                  <a:pt x="26462" y="12000"/>
                </a:quadBezTo>
                <a:lnTo>
                  <a:pt x="58000" y="12000"/>
                </a:lnTo>
                <a:lnTo>
                  <a:pt x="76000" y="30000"/>
                </a:lnTo>
                <a:lnTo>
                  <a:pt x="76000" y="77538"/>
                </a:lnTo>
                <a:quadBezTo>
                  <a:pt x="76000" y="80300"/>
                  <a:pt x="74150" y="82150"/>
                </a:quadBezTo>
                <a:quadBezTo>
                  <a:pt x="72300" y="84000"/>
                  <a:pt x="69538" y="84000"/>
                </a:quadBezTo>
                <a:lnTo>
                  <a:pt x="26462" y="84000"/>
                </a:lnTo>
                <a:close/>
                <a:moveTo>
                  <a:pt x="56000" y="32000"/>
                </a:moveTo>
                <a:lnTo>
                  <a:pt x="56000" y="16000"/>
                </a:lnTo>
                <a:lnTo>
                  <a:pt x="26462" y="16000"/>
                </a:lnTo>
                <a:quadBezTo>
                  <a:pt x="25538" y="16000"/>
                  <a:pt x="24769" y="16769"/>
                </a:quadBezTo>
                <a:quadBezTo>
                  <a:pt x="24000" y="17538"/>
                  <a:pt x="24000" y="18462"/>
                </a:quadBezTo>
                <a:lnTo>
                  <a:pt x="24000" y="77538"/>
                </a:lnTo>
                <a:quadBezTo>
                  <a:pt x="24000" y="78462"/>
                  <a:pt x="24769" y="79231"/>
                </a:quadBezTo>
                <a:quadBezTo>
                  <a:pt x="25538" y="80000"/>
                  <a:pt x="26462" y="80000"/>
                </a:quadBezTo>
                <a:lnTo>
                  <a:pt x="69538" y="80000"/>
                </a:lnTo>
                <a:quadBezTo>
                  <a:pt x="70462" y="80000"/>
                  <a:pt x="71231" y="79231"/>
                </a:quadBezTo>
                <a:quadBezTo>
                  <a:pt x="72000" y="78462"/>
                  <a:pt x="72000" y="77538"/>
                </a:quadBezTo>
                <a:lnTo>
                  <a:pt x="72000" y="32000"/>
                </a:lnTo>
                <a:lnTo>
                  <a:pt x="56000" y="32000"/>
                </a:lnTo>
                <a:close/>
                <a:moveTo>
                  <a:pt x="24000" y="16000"/>
                </a:moveTo>
                <a:lnTo>
                  <a:pt x="24000" y="32000"/>
                </a:lnTo>
                <a:lnTo>
                  <a:pt x="24000" y="16000"/>
                </a:lnTo>
                <a:lnTo>
                  <a:pt x="24000" y="80000"/>
                </a:lnTo>
                <a:lnTo>
                  <a:pt x="24000" y="1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1" name="TextBox 60"/>
          <p:cNvSpPr txBox="1"/>
          <p:nvPr/>
        </p:nvSpPr>
        <p:spPr>
          <a:xfrm>
            <a:off x="1224592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description</a:t>
            </a:r>
          </a:p>
        </p:txBody>
      </p:sp>
      <p:sp>
        <p:nvSpPr>
          <p:cNvPr id="62" name="Icon devices"/>
          <p:cNvSpPr/>
          <p:nvPr/>
        </p:nvSpPr>
        <p:spPr>
          <a:xfrm>
            <a:off x="2416829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000" y="76000"/>
                </a:moveTo>
                <a:lnTo>
                  <a:pt x="12000" y="70000"/>
                </a:lnTo>
                <a:lnTo>
                  <a:pt x="20000" y="70000"/>
                </a:lnTo>
                <a:lnTo>
                  <a:pt x="20000" y="26462"/>
                </a:lnTo>
                <a:quadBezTo>
                  <a:pt x="20000" y="23796"/>
                  <a:pt x="21898" y="21898"/>
                </a:quadBezTo>
                <a:quadBezTo>
                  <a:pt x="23796" y="20000"/>
                  <a:pt x="26462" y="20000"/>
                </a:quadBezTo>
                <a:lnTo>
                  <a:pt x="80000" y="20000"/>
                </a:lnTo>
                <a:lnTo>
                  <a:pt x="80000" y="24000"/>
                </a:lnTo>
                <a:lnTo>
                  <a:pt x="26462" y="24000"/>
                </a:lnTo>
                <a:quadBezTo>
                  <a:pt x="25385" y="24000"/>
                  <a:pt x="24692" y="24692"/>
                </a:quadBezTo>
                <a:quadBezTo>
                  <a:pt x="24000" y="25385"/>
                  <a:pt x="24000" y="26462"/>
                </a:quadBezTo>
                <a:lnTo>
                  <a:pt x="24000" y="70000"/>
                </a:lnTo>
                <a:lnTo>
                  <a:pt x="45923" y="70000"/>
                </a:lnTo>
                <a:lnTo>
                  <a:pt x="45923" y="76000"/>
                </a:lnTo>
                <a:lnTo>
                  <a:pt x="12000" y="76000"/>
                </a:lnTo>
                <a:close/>
                <a:moveTo>
                  <a:pt x="60231" y="76000"/>
                </a:moveTo>
                <a:quadBezTo>
                  <a:pt x="58858" y="76000"/>
                  <a:pt x="57929" y="75071"/>
                </a:quadBezTo>
                <a:quadBezTo>
                  <a:pt x="57000" y="74142"/>
                  <a:pt x="57000" y="72769"/>
                </a:quadBezTo>
                <a:lnTo>
                  <a:pt x="57000" y="36769"/>
                </a:lnTo>
                <a:quadBezTo>
                  <a:pt x="57000" y="35396"/>
                  <a:pt x="57929" y="34467"/>
                </a:quadBezTo>
                <a:quadBezTo>
                  <a:pt x="58858" y="33538"/>
                  <a:pt x="60231" y="33538"/>
                </a:quadBezTo>
                <a:lnTo>
                  <a:pt x="80846" y="33538"/>
                </a:lnTo>
                <a:quadBezTo>
                  <a:pt x="82219" y="33538"/>
                  <a:pt x="83148" y="34467"/>
                </a:quadBezTo>
                <a:quadBezTo>
                  <a:pt x="84077" y="35396"/>
                  <a:pt x="84077" y="36769"/>
                </a:quadBezTo>
                <a:lnTo>
                  <a:pt x="84077" y="72769"/>
                </a:lnTo>
                <a:quadBezTo>
                  <a:pt x="84077" y="74142"/>
                  <a:pt x="83148" y="75071"/>
                </a:quadBezTo>
                <a:quadBezTo>
                  <a:pt x="82219" y="76000"/>
                  <a:pt x="80846" y="76000"/>
                </a:quadBezTo>
                <a:lnTo>
                  <a:pt x="60231" y="76000"/>
                </a:lnTo>
                <a:close/>
                <a:moveTo>
                  <a:pt x="61000" y="70000"/>
                </a:moveTo>
                <a:lnTo>
                  <a:pt x="80077" y="70000"/>
                </a:lnTo>
                <a:lnTo>
                  <a:pt x="80077" y="37538"/>
                </a:lnTo>
                <a:lnTo>
                  <a:pt x="61000" y="37538"/>
                </a:lnTo>
                <a:lnTo>
                  <a:pt x="61000" y="70000"/>
                </a:lnTo>
                <a:close/>
                <a:moveTo>
                  <a:pt x="61000" y="70000"/>
                </a:moveTo>
                <a:lnTo>
                  <a:pt x="80077" y="70000"/>
                </a:lnTo>
                <a:lnTo>
                  <a:pt x="61000" y="7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3" name="TextBox 62"/>
          <p:cNvSpPr txBox="1"/>
          <p:nvPr/>
        </p:nvSpPr>
        <p:spPr>
          <a:xfrm>
            <a:off x="2110857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devices</a:t>
            </a:r>
          </a:p>
        </p:txBody>
      </p:sp>
      <p:sp>
        <p:nvSpPr>
          <p:cNvPr id="64" name="Icon diversity_3"/>
          <p:cNvSpPr/>
          <p:nvPr/>
        </p:nvSpPr>
        <p:spPr>
          <a:xfrm>
            <a:off x="3303094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8077" y="77538"/>
                </a:moveTo>
                <a:lnTo>
                  <a:pt x="8077" y="63538"/>
                </a:lnTo>
                <a:quadBezTo>
                  <a:pt x="8077" y="61138"/>
                  <a:pt x="9658" y="59415"/>
                </a:quadBezTo>
                <a:quadBezTo>
                  <a:pt x="11238" y="57692"/>
                  <a:pt x="13538" y="57538"/>
                </a:quadBezTo>
                <a:lnTo>
                  <a:pt x="25100" y="57538"/>
                </a:lnTo>
                <a:quadBezTo>
                  <a:pt x="26715" y="57538"/>
                  <a:pt x="28169" y="58308"/>
                </a:quadBezTo>
                <a:quadBezTo>
                  <a:pt x="29623" y="59077"/>
                  <a:pt x="30569" y="60546"/>
                </a:quadBezTo>
                <a:quadBezTo>
                  <a:pt x="33623" y="64831"/>
                  <a:pt x="38181" y="67185"/>
                </a:quadBezTo>
                <a:quadBezTo>
                  <a:pt x="42738" y="69538"/>
                  <a:pt x="48000" y="69538"/>
                </a:quadBezTo>
                <a:quadBezTo>
                  <a:pt x="53285" y="69538"/>
                  <a:pt x="57881" y="67185"/>
                </a:quadBezTo>
                <a:quadBezTo>
                  <a:pt x="62477" y="64831"/>
                  <a:pt x="65508" y="60546"/>
                </a:quadBezTo>
                <a:quadBezTo>
                  <a:pt x="66500" y="59077"/>
                  <a:pt x="67942" y="58308"/>
                </a:quadBezTo>
                <a:quadBezTo>
                  <a:pt x="69385" y="57538"/>
                  <a:pt x="70900" y="57538"/>
                </a:quadBezTo>
                <a:lnTo>
                  <a:pt x="82462" y="57538"/>
                </a:lnTo>
                <a:quadBezTo>
                  <a:pt x="84785" y="57692"/>
                  <a:pt x="86392" y="59415"/>
                </a:quadBezTo>
                <a:quadBezTo>
                  <a:pt x="88000" y="61138"/>
                  <a:pt x="88000" y="63538"/>
                </a:quadBezTo>
                <a:lnTo>
                  <a:pt x="88000" y="77538"/>
                </a:lnTo>
                <a:lnTo>
                  <a:pt x="64000" y="77538"/>
                </a:lnTo>
                <a:lnTo>
                  <a:pt x="64000" y="67823"/>
                </a:lnTo>
                <a:quadBezTo>
                  <a:pt x="60654" y="70554"/>
                  <a:pt x="56565" y="72046"/>
                </a:quadBezTo>
                <a:quadBezTo>
                  <a:pt x="52477" y="73538"/>
                  <a:pt x="48000" y="73538"/>
                </a:quadBezTo>
                <a:quadBezTo>
                  <a:pt x="43623" y="73538"/>
                  <a:pt x="39562" y="72073"/>
                </a:quadBezTo>
                <a:quadBezTo>
                  <a:pt x="35500" y="70608"/>
                  <a:pt x="32077" y="67877"/>
                </a:quadBezTo>
                <a:lnTo>
                  <a:pt x="32077" y="77538"/>
                </a:lnTo>
                <a:lnTo>
                  <a:pt x="8077" y="77538"/>
                </a:lnTo>
                <a:close/>
                <a:moveTo>
                  <a:pt x="48000" y="62462"/>
                </a:moveTo>
                <a:quadBezTo>
                  <a:pt x="44585" y="62462"/>
                  <a:pt x="41531" y="60865"/>
                </a:quadBezTo>
                <a:quadBezTo>
                  <a:pt x="38477" y="59269"/>
                  <a:pt x="36408" y="56477"/>
                </a:quadBezTo>
                <a:quadBezTo>
                  <a:pt x="35015" y="54515"/>
                  <a:pt x="33119" y="53142"/>
                </a:quadBezTo>
                <a:quadBezTo>
                  <a:pt x="31223" y="51769"/>
                  <a:pt x="28992" y="51154"/>
                </a:quadBezTo>
                <a:quadBezTo>
                  <a:pt x="31885" y="48608"/>
                  <a:pt x="37485" y="47304"/>
                </a:quadBezTo>
                <a:quadBezTo>
                  <a:pt x="43085" y="46000"/>
                  <a:pt x="48000" y="46000"/>
                </a:quadBezTo>
                <a:quadBezTo>
                  <a:pt x="52915" y="46000"/>
                  <a:pt x="58515" y="47304"/>
                </a:quadBezTo>
                <a:quadBezTo>
                  <a:pt x="64115" y="48608"/>
                  <a:pt x="67085" y="51154"/>
                </a:quadBezTo>
                <a:quadBezTo>
                  <a:pt x="64877" y="51769"/>
                  <a:pt x="62969" y="53142"/>
                </a:quadBezTo>
                <a:quadBezTo>
                  <a:pt x="61062" y="54515"/>
                  <a:pt x="59669" y="56477"/>
                </a:quadBezTo>
                <a:quadBezTo>
                  <a:pt x="57700" y="59369"/>
                  <a:pt x="54608" y="60915"/>
                </a:quadBezTo>
                <a:quadBezTo>
                  <a:pt x="51515" y="62462"/>
                  <a:pt x="48000" y="62462"/>
                </a:quadBezTo>
                <a:close/>
                <a:moveTo>
                  <a:pt x="18308" y="50462"/>
                </a:moveTo>
                <a:quadBezTo>
                  <a:pt x="14231" y="50462"/>
                  <a:pt x="11269" y="47500"/>
                </a:quadBezTo>
                <a:quadBezTo>
                  <a:pt x="8308" y="44538"/>
                  <a:pt x="8308" y="40462"/>
                </a:quadBezTo>
                <a:quadBezTo>
                  <a:pt x="8308" y="36285"/>
                  <a:pt x="11269" y="33373"/>
                </a:quadBezTo>
                <a:quadBezTo>
                  <a:pt x="14231" y="30462"/>
                  <a:pt x="18308" y="30462"/>
                </a:quadBezTo>
                <a:quadBezTo>
                  <a:pt x="22485" y="30462"/>
                  <a:pt x="25396" y="33373"/>
                </a:quadBezTo>
                <a:quadBezTo>
                  <a:pt x="28308" y="36285"/>
                  <a:pt x="28308" y="40462"/>
                </a:quadBezTo>
                <a:quadBezTo>
                  <a:pt x="28308" y="44538"/>
                  <a:pt x="25396" y="47500"/>
                </a:quadBezTo>
                <a:quadBezTo>
                  <a:pt x="22485" y="50462"/>
                  <a:pt x="18308" y="50462"/>
                </a:quadBezTo>
                <a:close/>
                <a:moveTo>
                  <a:pt x="77692" y="50462"/>
                </a:moveTo>
                <a:quadBezTo>
                  <a:pt x="73615" y="50462"/>
                  <a:pt x="70654" y="47500"/>
                </a:quadBezTo>
                <a:quadBezTo>
                  <a:pt x="67692" y="44538"/>
                  <a:pt x="67692" y="40462"/>
                </a:quadBezTo>
                <a:quadBezTo>
                  <a:pt x="67692" y="36285"/>
                  <a:pt x="70654" y="33373"/>
                </a:quadBezTo>
                <a:quadBezTo>
                  <a:pt x="73615" y="30462"/>
                  <a:pt x="77692" y="30462"/>
                </a:quadBezTo>
                <a:quadBezTo>
                  <a:pt x="81869" y="30462"/>
                  <a:pt x="84781" y="33373"/>
                </a:quadBezTo>
                <a:quadBezTo>
                  <a:pt x="87692" y="36285"/>
                  <a:pt x="87692" y="40462"/>
                </a:quadBezTo>
                <a:quadBezTo>
                  <a:pt x="87692" y="44538"/>
                  <a:pt x="84781" y="47500"/>
                </a:quadBezTo>
                <a:quadBezTo>
                  <a:pt x="81869" y="50462"/>
                  <a:pt x="77692" y="50462"/>
                </a:quadBezTo>
                <a:close/>
                <a:moveTo>
                  <a:pt x="48000" y="38462"/>
                </a:moveTo>
                <a:quadBezTo>
                  <a:pt x="43923" y="38462"/>
                  <a:pt x="40962" y="35500"/>
                </a:quadBezTo>
                <a:quadBezTo>
                  <a:pt x="38000" y="32538"/>
                  <a:pt x="38000" y="28462"/>
                </a:quadBezTo>
                <a:quadBezTo>
                  <a:pt x="38000" y="24285"/>
                  <a:pt x="40962" y="21373"/>
                </a:quadBezTo>
                <a:quadBezTo>
                  <a:pt x="43923" y="18462"/>
                  <a:pt x="48000" y="18462"/>
                </a:quadBezTo>
                <a:quadBezTo>
                  <a:pt x="52177" y="18462"/>
                  <a:pt x="55088" y="21373"/>
                </a:quadBezTo>
                <a:quadBezTo>
                  <a:pt x="58000" y="24285"/>
                  <a:pt x="58000" y="28462"/>
                </a:quadBezTo>
                <a:quadBezTo>
                  <a:pt x="58000" y="32538"/>
                  <a:pt x="55088" y="35500"/>
                </a:quadBezTo>
                <a:quadBezTo>
                  <a:pt x="52177" y="38462"/>
                  <a:pt x="48000" y="38462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5" name="TextBox 64"/>
          <p:cNvSpPr txBox="1"/>
          <p:nvPr/>
        </p:nvSpPr>
        <p:spPr>
          <a:xfrm>
            <a:off x="2997121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diversity 3</a:t>
            </a:r>
          </a:p>
        </p:txBody>
      </p:sp>
      <p:sp>
        <p:nvSpPr>
          <p:cNvPr id="66" name="Icon download"/>
          <p:cNvSpPr/>
          <p:nvPr/>
        </p:nvSpPr>
        <p:spPr>
          <a:xfrm>
            <a:off x="4189358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62308"/>
                </a:moveTo>
                <a:lnTo>
                  <a:pt x="33846" y="48154"/>
                </a:lnTo>
                <a:lnTo>
                  <a:pt x="36677" y="45277"/>
                </a:lnTo>
                <a:lnTo>
                  <a:pt x="46000" y="54600"/>
                </a:lnTo>
                <a:lnTo>
                  <a:pt x="46000" y="20000"/>
                </a:lnTo>
                <a:lnTo>
                  <a:pt x="50000" y="20000"/>
                </a:lnTo>
                <a:lnTo>
                  <a:pt x="50000" y="54600"/>
                </a:lnTo>
                <a:lnTo>
                  <a:pt x="59323" y="45277"/>
                </a:lnTo>
                <a:lnTo>
                  <a:pt x="62154" y="48154"/>
                </a:lnTo>
                <a:lnTo>
                  <a:pt x="48000" y="62308"/>
                </a:lnTo>
                <a:close/>
                <a:moveTo>
                  <a:pt x="26462" y="76000"/>
                </a:moveTo>
                <a:quadBezTo>
                  <a:pt x="23700" y="76000"/>
                  <a:pt x="21850" y="74150"/>
                </a:quadBezTo>
                <a:quadBezTo>
                  <a:pt x="20000" y="72300"/>
                  <a:pt x="20000" y="69538"/>
                </a:quadBezTo>
                <a:lnTo>
                  <a:pt x="20000" y="59846"/>
                </a:lnTo>
                <a:lnTo>
                  <a:pt x="24000" y="59846"/>
                </a:lnTo>
                <a:lnTo>
                  <a:pt x="24000" y="69538"/>
                </a:lnTo>
                <a:quadBezTo>
                  <a:pt x="24000" y="70462"/>
                  <a:pt x="24769" y="71231"/>
                </a:quadBezTo>
                <a:quadBezTo>
                  <a:pt x="25538" y="72000"/>
                  <a:pt x="26462" y="72000"/>
                </a:quadBezTo>
                <a:lnTo>
                  <a:pt x="69538" y="72000"/>
                </a:lnTo>
                <a:quadBezTo>
                  <a:pt x="70462" y="72000"/>
                  <a:pt x="71231" y="71231"/>
                </a:quadBezTo>
                <a:quadBezTo>
                  <a:pt x="72000" y="70462"/>
                  <a:pt x="72000" y="69538"/>
                </a:quadBezTo>
                <a:lnTo>
                  <a:pt x="72000" y="59846"/>
                </a:lnTo>
                <a:lnTo>
                  <a:pt x="76000" y="59846"/>
                </a:lnTo>
                <a:lnTo>
                  <a:pt x="76000" y="69538"/>
                </a:lnTo>
                <a:quadBezTo>
                  <a:pt x="76000" y="72300"/>
                  <a:pt x="74150" y="74150"/>
                </a:quadBezTo>
                <a:quadBezTo>
                  <a:pt x="72300" y="76000"/>
                  <a:pt x="69538" y="76000"/>
                </a:quadBezTo>
                <a:lnTo>
                  <a:pt x="26462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7" name="TextBox 66"/>
          <p:cNvSpPr txBox="1"/>
          <p:nvPr/>
        </p:nvSpPr>
        <p:spPr>
          <a:xfrm>
            <a:off x="3883386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download</a:t>
            </a:r>
          </a:p>
        </p:txBody>
      </p:sp>
      <p:sp>
        <p:nvSpPr>
          <p:cNvPr id="68" name="Icon eco"/>
          <p:cNvSpPr/>
          <p:nvPr/>
        </p:nvSpPr>
        <p:spPr>
          <a:xfrm>
            <a:off x="5075623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369" y="75592"/>
                </a:moveTo>
                <a:quadBezTo>
                  <a:pt x="20408" y="71592"/>
                  <a:pt x="18204" y="66445"/>
                </a:quadBezTo>
                <a:quadBezTo>
                  <a:pt x="16000" y="61297"/>
                  <a:pt x="16000" y="55800"/>
                </a:quadBezTo>
                <a:quadBezTo>
                  <a:pt x="16000" y="50269"/>
                  <a:pt x="18131" y="44773"/>
                </a:quadBezTo>
                <a:quadBezTo>
                  <a:pt x="20262" y="39277"/>
                  <a:pt x="24969" y="34569"/>
                </a:quadBezTo>
                <a:quadBezTo>
                  <a:pt x="28777" y="30762"/>
                  <a:pt x="34619" y="28531"/>
                </a:quadBezTo>
                <a:quadBezTo>
                  <a:pt x="40462" y="26300"/>
                  <a:pt x="47319" y="25273"/>
                </a:quadBezTo>
                <a:quadBezTo>
                  <a:pt x="54177" y="24246"/>
                  <a:pt x="61535" y="24138"/>
                </a:quadBezTo>
                <a:quadBezTo>
                  <a:pt x="68892" y="24031"/>
                  <a:pt x="75708" y="24492"/>
                </a:quadBezTo>
                <a:quadBezTo>
                  <a:pt x="76200" y="31092"/>
                  <a:pt x="76092" y="38415"/>
                </a:quadBezTo>
                <a:quadBezTo>
                  <a:pt x="75985" y="45738"/>
                  <a:pt x="74904" y="52619"/>
                </a:quadBezTo>
                <a:quadBezTo>
                  <a:pt x="73823" y="59500"/>
                  <a:pt x="71604" y="65388"/>
                </a:quadBezTo>
                <a:quadBezTo>
                  <a:pt x="69385" y="71277"/>
                  <a:pt x="65631" y="75031"/>
                </a:quadBezTo>
                <a:quadBezTo>
                  <a:pt x="61023" y="79715"/>
                  <a:pt x="55688" y="81858"/>
                </a:quadBezTo>
                <a:quadBezTo>
                  <a:pt x="50354" y="84000"/>
                  <a:pt x="44980" y="84000"/>
                </a:quadBezTo>
                <a:quadBezTo>
                  <a:pt x="39346" y="84000"/>
                  <a:pt x="33838" y="81796"/>
                </a:quadBezTo>
                <a:quadBezTo>
                  <a:pt x="28331" y="79592"/>
                  <a:pt x="24369" y="75592"/>
                </a:quadBezTo>
                <a:close/>
                <a:moveTo>
                  <a:pt x="31108" y="75877"/>
                </a:moveTo>
                <a:quadBezTo>
                  <a:pt x="34238" y="77962"/>
                  <a:pt x="37904" y="78981"/>
                </a:quadBezTo>
                <a:quadBezTo>
                  <a:pt x="41569" y="80000"/>
                  <a:pt x="45000" y="80000"/>
                </a:quadBezTo>
                <a:quadBezTo>
                  <a:pt x="49652" y="80000"/>
                  <a:pt x="54203" y="78188"/>
                </a:quadBezTo>
                <a:quadBezTo>
                  <a:pt x="58754" y="76377"/>
                  <a:pt x="62777" y="72200"/>
                </a:quadBezTo>
                <a:quadBezTo>
                  <a:pt x="64563" y="70400"/>
                  <a:pt x="66398" y="67150"/>
                </a:quadBezTo>
                <a:quadBezTo>
                  <a:pt x="68233" y="63900"/>
                  <a:pt x="69572" y="58650"/>
                </a:quadBezTo>
                <a:quadBezTo>
                  <a:pt x="70911" y="53400"/>
                  <a:pt x="71606" y="45950"/>
                </a:quadBezTo>
                <a:quadBezTo>
                  <a:pt x="72300" y="38500"/>
                  <a:pt x="71954" y="28200"/>
                </a:quadBezTo>
                <a:quadBezTo>
                  <a:pt x="67054" y="28000"/>
                  <a:pt x="60827" y="28127"/>
                </a:quadBezTo>
                <a:quadBezTo>
                  <a:pt x="54600" y="28254"/>
                  <a:pt x="48385" y="29192"/>
                </a:quadBezTo>
                <a:quadBezTo>
                  <a:pt x="42169" y="30131"/>
                  <a:pt x="36708" y="32054"/>
                </a:quadBezTo>
                <a:quadBezTo>
                  <a:pt x="31246" y="33977"/>
                  <a:pt x="27977" y="37246"/>
                </a:quadBezTo>
                <a:quadBezTo>
                  <a:pt x="23554" y="41669"/>
                  <a:pt x="21777" y="46415"/>
                </a:quadBezTo>
                <a:quadBezTo>
                  <a:pt x="20000" y="51162"/>
                  <a:pt x="20000" y="55262"/>
                </a:quadBezTo>
                <a:quadBezTo>
                  <a:pt x="20000" y="60700"/>
                  <a:pt x="22173" y="65419"/>
                </a:quadBezTo>
                <a:quadBezTo>
                  <a:pt x="24346" y="70138"/>
                  <a:pt x="27431" y="72785"/>
                </a:quadBezTo>
                <a:quadBezTo>
                  <a:pt x="29938" y="65708"/>
                  <a:pt x="35185" y="59204"/>
                </a:quadBezTo>
                <a:quadBezTo>
                  <a:pt x="40431" y="52700"/>
                  <a:pt x="49862" y="47077"/>
                </a:quadBezTo>
                <a:quadBezTo>
                  <a:pt x="42969" y="53069"/>
                  <a:pt x="38273" y="59827"/>
                </a:quadBezTo>
                <a:quadBezTo>
                  <a:pt x="33577" y="66585"/>
                  <a:pt x="31108" y="75877"/>
                </a:quadBezTo>
                <a:close/>
                <a:moveTo>
                  <a:pt x="31108" y="75877"/>
                </a:moveTo>
                <a:close/>
                <a:moveTo>
                  <a:pt x="31108" y="75877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9" name="TextBox 68"/>
          <p:cNvSpPr txBox="1"/>
          <p:nvPr/>
        </p:nvSpPr>
        <p:spPr>
          <a:xfrm>
            <a:off x="4769651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eco</a:t>
            </a:r>
          </a:p>
        </p:txBody>
      </p:sp>
      <p:sp>
        <p:nvSpPr>
          <p:cNvPr id="70" name="Icon edit"/>
          <p:cNvSpPr/>
          <p:nvPr/>
        </p:nvSpPr>
        <p:spPr>
          <a:xfrm>
            <a:off x="5961888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000" y="76000"/>
                </a:moveTo>
                <a:lnTo>
                  <a:pt x="24392" y="76000"/>
                </a:lnTo>
                <a:lnTo>
                  <a:pt x="67185" y="33208"/>
                </a:lnTo>
                <a:lnTo>
                  <a:pt x="62792" y="28815"/>
                </a:lnTo>
                <a:lnTo>
                  <a:pt x="20000" y="71608"/>
                </a:lnTo>
                <a:lnTo>
                  <a:pt x="20000" y="76000"/>
                </a:lnTo>
                <a:close/>
                <a:moveTo>
                  <a:pt x="16000" y="80000"/>
                </a:moveTo>
                <a:lnTo>
                  <a:pt x="16000" y="69923"/>
                </a:lnTo>
                <a:lnTo>
                  <a:pt x="68723" y="17146"/>
                </a:lnTo>
                <a:quadBezTo>
                  <a:pt x="69338" y="16598"/>
                  <a:pt x="70080" y="16299"/>
                </a:quadBezTo>
                <a:quadBezTo>
                  <a:pt x="70823" y="16000"/>
                  <a:pt x="71629" y="16000"/>
                </a:quadBezTo>
                <a:quadBezTo>
                  <a:pt x="72435" y="16000"/>
                  <a:pt x="73191" y="16254"/>
                </a:quadBezTo>
                <a:quadBezTo>
                  <a:pt x="73946" y="16508"/>
                  <a:pt x="74585" y="17169"/>
                </a:quadBezTo>
                <a:lnTo>
                  <a:pt x="78854" y="21462"/>
                </a:lnTo>
                <a:quadBezTo>
                  <a:pt x="79515" y="22100"/>
                  <a:pt x="79758" y="22862"/>
                </a:quadBezTo>
                <a:quadBezTo>
                  <a:pt x="80000" y="23625"/>
                  <a:pt x="80000" y="24387"/>
                </a:quadBezTo>
                <a:quadBezTo>
                  <a:pt x="80000" y="25200"/>
                  <a:pt x="79726" y="25943"/>
                </a:quadBezTo>
                <a:quadBezTo>
                  <a:pt x="79452" y="26685"/>
                  <a:pt x="78854" y="27300"/>
                </a:quadBezTo>
                <a:lnTo>
                  <a:pt x="26077" y="80000"/>
                </a:lnTo>
                <a:lnTo>
                  <a:pt x="16000" y="80000"/>
                </a:lnTo>
                <a:close/>
                <a:moveTo>
                  <a:pt x="76077" y="24369"/>
                </a:moveTo>
                <a:lnTo>
                  <a:pt x="71631" y="19923"/>
                </a:lnTo>
                <a:lnTo>
                  <a:pt x="76077" y="24369"/>
                </a:lnTo>
                <a:close/>
                <a:moveTo>
                  <a:pt x="64950" y="31050"/>
                </a:moveTo>
                <a:lnTo>
                  <a:pt x="62792" y="28815"/>
                </a:lnTo>
                <a:lnTo>
                  <a:pt x="67185" y="33208"/>
                </a:lnTo>
                <a:lnTo>
                  <a:pt x="64950" y="3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1" name="TextBox 70"/>
          <p:cNvSpPr txBox="1"/>
          <p:nvPr/>
        </p:nvSpPr>
        <p:spPr>
          <a:xfrm>
            <a:off x="5655915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edit</a:t>
            </a:r>
          </a:p>
        </p:txBody>
      </p:sp>
      <p:sp>
        <p:nvSpPr>
          <p:cNvPr id="72" name="Icon emoji_events"/>
          <p:cNvSpPr/>
          <p:nvPr/>
        </p:nvSpPr>
        <p:spPr>
          <a:xfrm>
            <a:off x="6848152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538" y="80000"/>
                </a:moveTo>
                <a:lnTo>
                  <a:pt x="33538" y="76000"/>
                </a:lnTo>
                <a:lnTo>
                  <a:pt x="46000" y="76000"/>
                </a:lnTo>
                <a:lnTo>
                  <a:pt x="46000" y="60985"/>
                </a:lnTo>
                <a:quadBezTo>
                  <a:pt x="40715" y="60038"/>
                  <a:pt x="36750" y="56565"/>
                </a:quadBezTo>
                <a:quadBezTo>
                  <a:pt x="32785" y="53092"/>
                  <a:pt x="31292" y="47954"/>
                </a:quadBezTo>
                <a:quadBezTo>
                  <a:pt x="24946" y="47208"/>
                  <a:pt x="20473" y="42750"/>
                </a:quadBezTo>
                <a:quadBezTo>
                  <a:pt x="16000" y="38292"/>
                  <a:pt x="16000" y="32000"/>
                </a:quadBezTo>
                <a:lnTo>
                  <a:pt x="16000" y="28000"/>
                </a:lnTo>
                <a:quadBezTo>
                  <a:pt x="16000" y="26392"/>
                  <a:pt x="17196" y="25196"/>
                </a:quadBezTo>
                <a:quadBezTo>
                  <a:pt x="18392" y="24000"/>
                  <a:pt x="20000" y="24000"/>
                </a:quadBezTo>
                <a:lnTo>
                  <a:pt x="30615" y="24000"/>
                </a:lnTo>
                <a:lnTo>
                  <a:pt x="30615" y="16000"/>
                </a:lnTo>
                <a:lnTo>
                  <a:pt x="65385" y="16000"/>
                </a:lnTo>
                <a:lnTo>
                  <a:pt x="65385" y="24000"/>
                </a:lnTo>
                <a:lnTo>
                  <a:pt x="76000" y="24000"/>
                </a:lnTo>
                <a:quadBezTo>
                  <a:pt x="77608" y="24000"/>
                  <a:pt x="78804" y="25196"/>
                </a:quadBezTo>
                <a:quadBezTo>
                  <a:pt x="80000" y="26392"/>
                  <a:pt x="80000" y="28000"/>
                </a:quadBezTo>
                <a:lnTo>
                  <a:pt x="80000" y="32000"/>
                </a:lnTo>
                <a:quadBezTo>
                  <a:pt x="80000" y="38292"/>
                  <a:pt x="75527" y="42750"/>
                </a:quadBezTo>
                <a:quadBezTo>
                  <a:pt x="71054" y="47208"/>
                  <a:pt x="64708" y="47954"/>
                </a:quadBezTo>
                <a:quadBezTo>
                  <a:pt x="63215" y="53092"/>
                  <a:pt x="59250" y="56565"/>
                </a:quadBezTo>
                <a:quadBezTo>
                  <a:pt x="55285" y="60038"/>
                  <a:pt x="50000" y="60985"/>
                </a:quadBezTo>
                <a:lnTo>
                  <a:pt x="50000" y="76000"/>
                </a:lnTo>
                <a:lnTo>
                  <a:pt x="62462" y="76000"/>
                </a:lnTo>
                <a:lnTo>
                  <a:pt x="62462" y="80000"/>
                </a:lnTo>
                <a:lnTo>
                  <a:pt x="33538" y="80000"/>
                </a:lnTo>
                <a:close/>
                <a:moveTo>
                  <a:pt x="30615" y="43662"/>
                </a:moveTo>
                <a:lnTo>
                  <a:pt x="30615" y="28000"/>
                </a:lnTo>
                <a:lnTo>
                  <a:pt x="20000" y="28000"/>
                </a:lnTo>
                <a:lnTo>
                  <a:pt x="20000" y="32000"/>
                </a:lnTo>
                <a:quadBezTo>
                  <a:pt x="20000" y="36569"/>
                  <a:pt x="23046" y="39850"/>
                </a:quadBezTo>
                <a:quadBezTo>
                  <a:pt x="26092" y="43131"/>
                  <a:pt x="30615" y="43662"/>
                </a:quadBezTo>
                <a:close/>
                <a:moveTo>
                  <a:pt x="48000" y="57077"/>
                </a:moveTo>
                <a:quadBezTo>
                  <a:pt x="53538" y="57077"/>
                  <a:pt x="57385" y="53231"/>
                </a:quadBezTo>
                <a:quadBezTo>
                  <a:pt x="61231" y="49385"/>
                  <a:pt x="61231" y="43846"/>
                </a:quadBezTo>
                <a:lnTo>
                  <a:pt x="61231" y="20000"/>
                </a:lnTo>
                <a:lnTo>
                  <a:pt x="34769" y="20000"/>
                </a:lnTo>
                <a:lnTo>
                  <a:pt x="34769" y="43846"/>
                </a:lnTo>
                <a:quadBezTo>
                  <a:pt x="34769" y="49385"/>
                  <a:pt x="38615" y="53231"/>
                </a:quadBezTo>
                <a:quadBezTo>
                  <a:pt x="42462" y="57077"/>
                  <a:pt x="48000" y="57077"/>
                </a:quadBezTo>
                <a:close/>
                <a:moveTo>
                  <a:pt x="65385" y="43662"/>
                </a:moveTo>
                <a:quadBezTo>
                  <a:pt x="69908" y="43131"/>
                  <a:pt x="72954" y="39850"/>
                </a:quadBezTo>
                <a:quadBezTo>
                  <a:pt x="76000" y="36569"/>
                  <a:pt x="76000" y="32000"/>
                </a:quadBezTo>
                <a:lnTo>
                  <a:pt x="76000" y="28000"/>
                </a:lnTo>
                <a:lnTo>
                  <a:pt x="65385" y="28000"/>
                </a:lnTo>
                <a:lnTo>
                  <a:pt x="65385" y="43662"/>
                </a:lnTo>
                <a:close/>
                <a:moveTo>
                  <a:pt x="48000" y="385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3" name="TextBox 72"/>
          <p:cNvSpPr txBox="1"/>
          <p:nvPr/>
        </p:nvSpPr>
        <p:spPr>
          <a:xfrm>
            <a:off x="6542180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emoji events</a:t>
            </a:r>
          </a:p>
        </p:txBody>
      </p:sp>
      <p:sp>
        <p:nvSpPr>
          <p:cNvPr id="74" name="Icon engineering"/>
          <p:cNvSpPr/>
          <p:nvPr/>
        </p:nvSpPr>
        <p:spPr>
          <a:xfrm>
            <a:off x="7734417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662" y="80769"/>
                </a:moveTo>
                <a:lnTo>
                  <a:pt x="7662" y="74185"/>
                </a:lnTo>
                <a:quadBezTo>
                  <a:pt x="7662" y="71577"/>
                  <a:pt x="9054" y="69523"/>
                </a:quadBezTo>
                <a:quadBezTo>
                  <a:pt x="10446" y="67469"/>
                  <a:pt x="12985" y="66200"/>
                </a:quadBezTo>
                <a:quadBezTo>
                  <a:pt x="17854" y="63754"/>
                  <a:pt x="23792" y="62262"/>
                </a:quadBezTo>
                <a:quadBezTo>
                  <a:pt x="29731" y="60769"/>
                  <a:pt x="35662" y="60769"/>
                </a:quadBezTo>
                <a:quadBezTo>
                  <a:pt x="41592" y="60769"/>
                  <a:pt x="47531" y="62262"/>
                </a:quadBezTo>
                <a:quadBezTo>
                  <a:pt x="53469" y="63754"/>
                  <a:pt x="58338" y="66200"/>
                </a:quadBezTo>
                <a:quadBezTo>
                  <a:pt x="60877" y="67469"/>
                  <a:pt x="62269" y="69523"/>
                </a:quadBezTo>
                <a:quadBezTo>
                  <a:pt x="63662" y="71577"/>
                  <a:pt x="63662" y="74185"/>
                </a:quadBezTo>
                <a:lnTo>
                  <a:pt x="63662" y="80769"/>
                </a:lnTo>
                <a:lnTo>
                  <a:pt x="7662" y="80769"/>
                </a:lnTo>
                <a:close/>
                <a:moveTo>
                  <a:pt x="11662" y="76769"/>
                </a:moveTo>
                <a:lnTo>
                  <a:pt x="59662" y="76769"/>
                </a:lnTo>
                <a:lnTo>
                  <a:pt x="59662" y="74185"/>
                </a:lnTo>
                <a:quadBezTo>
                  <a:pt x="59662" y="72546"/>
                  <a:pt x="58727" y="71492"/>
                </a:quadBezTo>
                <a:quadBezTo>
                  <a:pt x="57792" y="70438"/>
                  <a:pt x="56431" y="69708"/>
                </a:quadBezTo>
                <a:quadBezTo>
                  <a:pt x="52677" y="67754"/>
                  <a:pt x="47027" y="66262"/>
                </a:quadBezTo>
                <a:quadBezTo>
                  <a:pt x="41377" y="64769"/>
                  <a:pt x="35662" y="64769"/>
                </a:quadBezTo>
                <a:quadBezTo>
                  <a:pt x="29946" y="64769"/>
                  <a:pt x="24296" y="66262"/>
                </a:quadBezTo>
                <a:quadBezTo>
                  <a:pt x="18646" y="67754"/>
                  <a:pt x="14892" y="69708"/>
                </a:quadBezTo>
                <a:quadBezTo>
                  <a:pt x="13531" y="70438"/>
                  <a:pt x="12596" y="71492"/>
                </a:quadBezTo>
                <a:quadBezTo>
                  <a:pt x="11662" y="72546"/>
                  <a:pt x="11662" y="74185"/>
                </a:quadBezTo>
                <a:lnTo>
                  <a:pt x="11662" y="76769"/>
                </a:lnTo>
                <a:close/>
                <a:moveTo>
                  <a:pt x="35662" y="51846"/>
                </a:moveTo>
                <a:quadBezTo>
                  <a:pt x="30523" y="51846"/>
                  <a:pt x="27092" y="48415"/>
                </a:quadBezTo>
                <a:quadBezTo>
                  <a:pt x="23662" y="44985"/>
                  <a:pt x="23662" y="39385"/>
                </a:quadBezTo>
                <a:lnTo>
                  <a:pt x="22815" y="39385"/>
                </a:lnTo>
                <a:quadBezTo>
                  <a:pt x="22146" y="39385"/>
                  <a:pt x="21712" y="38950"/>
                </a:quadBezTo>
                <a:quadBezTo>
                  <a:pt x="21277" y="38515"/>
                  <a:pt x="21277" y="37846"/>
                </a:quadBezTo>
                <a:quadBezTo>
                  <a:pt x="21277" y="37177"/>
                  <a:pt x="21712" y="36742"/>
                </a:quadBezTo>
                <a:quadBezTo>
                  <a:pt x="22146" y="36308"/>
                  <a:pt x="22815" y="36308"/>
                </a:quadBezTo>
                <a:lnTo>
                  <a:pt x="23662" y="36308"/>
                </a:lnTo>
                <a:quadBezTo>
                  <a:pt x="23815" y="33269"/>
                  <a:pt x="24938" y="30785"/>
                </a:quadBezTo>
                <a:quadBezTo>
                  <a:pt x="26062" y="28300"/>
                  <a:pt x="28585" y="26046"/>
                </a:quadBezTo>
                <a:lnTo>
                  <a:pt x="28585" y="29846"/>
                </a:lnTo>
                <a:quadBezTo>
                  <a:pt x="28585" y="30515"/>
                  <a:pt x="29019" y="30950"/>
                </a:quadBezTo>
                <a:quadBezTo>
                  <a:pt x="29454" y="31385"/>
                  <a:pt x="30123" y="31385"/>
                </a:quadBezTo>
                <a:quadBezTo>
                  <a:pt x="30792" y="31385"/>
                  <a:pt x="31227" y="30950"/>
                </a:quadBezTo>
                <a:quadBezTo>
                  <a:pt x="31662" y="30515"/>
                  <a:pt x="31662" y="29846"/>
                </a:quadBezTo>
                <a:lnTo>
                  <a:pt x="31662" y="24600"/>
                </a:lnTo>
                <a:quadBezTo>
                  <a:pt x="32485" y="24300"/>
                  <a:pt x="33523" y="24073"/>
                </a:quadBezTo>
                <a:quadBezTo>
                  <a:pt x="34562" y="23846"/>
                  <a:pt x="35662" y="23846"/>
                </a:quadBezTo>
                <a:quadBezTo>
                  <a:pt x="36762" y="23846"/>
                  <a:pt x="37800" y="24073"/>
                </a:quadBezTo>
                <a:quadBezTo>
                  <a:pt x="38838" y="24300"/>
                  <a:pt x="39662" y="24600"/>
                </a:quadBezTo>
                <a:lnTo>
                  <a:pt x="39662" y="29846"/>
                </a:lnTo>
                <a:quadBezTo>
                  <a:pt x="39662" y="30515"/>
                  <a:pt x="40096" y="30950"/>
                </a:quadBezTo>
                <a:quadBezTo>
                  <a:pt x="40531" y="31385"/>
                  <a:pt x="41200" y="31385"/>
                </a:quadBezTo>
                <a:quadBezTo>
                  <a:pt x="41869" y="31385"/>
                  <a:pt x="42304" y="30950"/>
                </a:quadBezTo>
                <a:quadBezTo>
                  <a:pt x="42738" y="30515"/>
                  <a:pt x="42738" y="29846"/>
                </a:quadBezTo>
                <a:lnTo>
                  <a:pt x="42738" y="26046"/>
                </a:lnTo>
                <a:quadBezTo>
                  <a:pt x="45338" y="28300"/>
                  <a:pt x="46423" y="30785"/>
                </a:quadBezTo>
                <a:quadBezTo>
                  <a:pt x="47508" y="33269"/>
                  <a:pt x="47662" y="36308"/>
                </a:quadBezTo>
                <a:lnTo>
                  <a:pt x="48508" y="36308"/>
                </a:lnTo>
                <a:quadBezTo>
                  <a:pt x="49177" y="36308"/>
                  <a:pt x="49612" y="36742"/>
                </a:quadBezTo>
                <a:quadBezTo>
                  <a:pt x="50046" y="37177"/>
                  <a:pt x="50046" y="37846"/>
                </a:quadBezTo>
                <a:quadBezTo>
                  <a:pt x="50046" y="38515"/>
                  <a:pt x="49612" y="38950"/>
                </a:quadBezTo>
                <a:quadBezTo>
                  <a:pt x="49177" y="39385"/>
                  <a:pt x="48508" y="39385"/>
                </a:quadBezTo>
                <a:lnTo>
                  <a:pt x="47662" y="39385"/>
                </a:lnTo>
                <a:quadBezTo>
                  <a:pt x="47662" y="44985"/>
                  <a:pt x="44231" y="48415"/>
                </a:quadBezTo>
                <a:quadBezTo>
                  <a:pt x="40800" y="51846"/>
                  <a:pt x="35662" y="51846"/>
                </a:quadBezTo>
                <a:close/>
                <a:moveTo>
                  <a:pt x="35662" y="47846"/>
                </a:moveTo>
                <a:quadBezTo>
                  <a:pt x="39115" y="47846"/>
                  <a:pt x="41388" y="45573"/>
                </a:quadBezTo>
                <a:quadBezTo>
                  <a:pt x="43662" y="43300"/>
                  <a:pt x="43662" y="39846"/>
                </a:quadBezTo>
                <a:lnTo>
                  <a:pt x="27662" y="39846"/>
                </a:lnTo>
                <a:quadBezTo>
                  <a:pt x="27662" y="43300"/>
                  <a:pt x="29935" y="45573"/>
                </a:quadBezTo>
                <a:quadBezTo>
                  <a:pt x="32208" y="47846"/>
                  <a:pt x="35662" y="47846"/>
                </a:quadBezTo>
                <a:close/>
                <a:moveTo>
                  <a:pt x="65815" y="59385"/>
                </a:moveTo>
                <a:lnTo>
                  <a:pt x="65523" y="56538"/>
                </a:lnTo>
                <a:quadBezTo>
                  <a:pt x="64769" y="56338"/>
                  <a:pt x="63950" y="55896"/>
                </a:quadBezTo>
                <a:quadBezTo>
                  <a:pt x="63131" y="55454"/>
                  <a:pt x="62554" y="54877"/>
                </a:quadBezTo>
                <a:lnTo>
                  <a:pt x="59908" y="56031"/>
                </a:lnTo>
                <a:lnTo>
                  <a:pt x="58369" y="53354"/>
                </a:lnTo>
                <a:lnTo>
                  <a:pt x="60723" y="51662"/>
                </a:lnTo>
                <a:quadBezTo>
                  <a:pt x="60569" y="51208"/>
                  <a:pt x="60569" y="50831"/>
                </a:quadBezTo>
                <a:lnTo>
                  <a:pt x="60569" y="49208"/>
                </a:lnTo>
                <a:quadBezTo>
                  <a:pt x="60569" y="48869"/>
                  <a:pt x="60723" y="48338"/>
                </a:quadBezTo>
                <a:lnTo>
                  <a:pt x="58369" y="46646"/>
                </a:lnTo>
                <a:lnTo>
                  <a:pt x="59908" y="43969"/>
                </a:lnTo>
                <a:lnTo>
                  <a:pt x="62554" y="45123"/>
                </a:lnTo>
                <a:quadBezTo>
                  <a:pt x="63108" y="44569"/>
                  <a:pt x="63938" y="44115"/>
                </a:quadBezTo>
                <a:quadBezTo>
                  <a:pt x="64769" y="43662"/>
                  <a:pt x="65523" y="43462"/>
                </a:quadBezTo>
                <a:lnTo>
                  <a:pt x="65815" y="40615"/>
                </a:lnTo>
                <a:lnTo>
                  <a:pt x="68892" y="40615"/>
                </a:lnTo>
                <a:lnTo>
                  <a:pt x="69185" y="43462"/>
                </a:lnTo>
                <a:quadBezTo>
                  <a:pt x="69938" y="43662"/>
                  <a:pt x="70769" y="44115"/>
                </a:quadBezTo>
                <a:quadBezTo>
                  <a:pt x="71600" y="44569"/>
                  <a:pt x="72154" y="45123"/>
                </a:quadBezTo>
                <a:lnTo>
                  <a:pt x="74800" y="43969"/>
                </a:lnTo>
                <a:lnTo>
                  <a:pt x="76338" y="46646"/>
                </a:lnTo>
                <a:lnTo>
                  <a:pt x="73985" y="48338"/>
                </a:lnTo>
                <a:quadBezTo>
                  <a:pt x="74138" y="48869"/>
                  <a:pt x="74138" y="49208"/>
                </a:quadBezTo>
                <a:lnTo>
                  <a:pt x="74138" y="50831"/>
                </a:lnTo>
                <a:quadBezTo>
                  <a:pt x="74138" y="51208"/>
                  <a:pt x="73985" y="51662"/>
                </a:quadBezTo>
                <a:lnTo>
                  <a:pt x="76338" y="53354"/>
                </a:lnTo>
                <a:lnTo>
                  <a:pt x="74800" y="56031"/>
                </a:lnTo>
                <a:lnTo>
                  <a:pt x="72154" y="54877"/>
                </a:lnTo>
                <a:quadBezTo>
                  <a:pt x="71577" y="55454"/>
                  <a:pt x="70758" y="55896"/>
                </a:quadBezTo>
                <a:quadBezTo>
                  <a:pt x="69938" y="56338"/>
                  <a:pt x="69185" y="56538"/>
                </a:quadBezTo>
                <a:lnTo>
                  <a:pt x="68892" y="59385"/>
                </a:lnTo>
                <a:lnTo>
                  <a:pt x="65815" y="59385"/>
                </a:lnTo>
                <a:close/>
                <a:moveTo>
                  <a:pt x="67354" y="53615"/>
                </a:moveTo>
                <a:quadBezTo>
                  <a:pt x="68862" y="53615"/>
                  <a:pt x="69915" y="52562"/>
                </a:quadBezTo>
                <a:quadBezTo>
                  <a:pt x="70969" y="51508"/>
                  <a:pt x="70969" y="50000"/>
                </a:quadBezTo>
                <a:quadBezTo>
                  <a:pt x="70969" y="48492"/>
                  <a:pt x="69915" y="47438"/>
                </a:quadBezTo>
                <a:quadBezTo>
                  <a:pt x="68862" y="46385"/>
                  <a:pt x="67354" y="46385"/>
                </a:quadBezTo>
                <a:quadBezTo>
                  <a:pt x="65846" y="46385"/>
                  <a:pt x="64792" y="47438"/>
                </a:quadBezTo>
                <a:quadBezTo>
                  <a:pt x="63738" y="48492"/>
                  <a:pt x="63738" y="50000"/>
                </a:quadBezTo>
                <a:quadBezTo>
                  <a:pt x="63738" y="51508"/>
                  <a:pt x="64792" y="52562"/>
                </a:quadBezTo>
                <a:quadBezTo>
                  <a:pt x="65846" y="53615"/>
                  <a:pt x="67354" y="53615"/>
                </a:quadBezTo>
                <a:close/>
                <a:moveTo>
                  <a:pt x="75477" y="37692"/>
                </a:moveTo>
                <a:lnTo>
                  <a:pt x="75138" y="34569"/>
                </a:lnTo>
                <a:quadBezTo>
                  <a:pt x="74008" y="34346"/>
                  <a:pt x="72758" y="33665"/>
                </a:quadBezTo>
                <a:quadBezTo>
                  <a:pt x="71508" y="32985"/>
                  <a:pt x="70754" y="32000"/>
                </a:quadBezTo>
                <a:lnTo>
                  <a:pt x="67785" y="33246"/>
                </a:lnTo>
                <a:lnTo>
                  <a:pt x="66062" y="30292"/>
                </a:lnTo>
                <a:lnTo>
                  <a:pt x="68692" y="28369"/>
                </a:lnTo>
                <a:quadBezTo>
                  <a:pt x="68492" y="27792"/>
                  <a:pt x="68415" y="27185"/>
                </a:quadBezTo>
                <a:quadBezTo>
                  <a:pt x="68338" y="26577"/>
                  <a:pt x="68338" y="26000"/>
                </a:quadBezTo>
                <a:quadBezTo>
                  <a:pt x="68338" y="25423"/>
                  <a:pt x="68415" y="24815"/>
                </a:quadBezTo>
                <a:quadBezTo>
                  <a:pt x="68492" y="24208"/>
                  <a:pt x="68692" y="23631"/>
                </a:quadBezTo>
                <a:lnTo>
                  <a:pt x="66062" y="21708"/>
                </a:lnTo>
                <a:lnTo>
                  <a:pt x="67785" y="18754"/>
                </a:lnTo>
                <a:lnTo>
                  <a:pt x="70754" y="20000"/>
                </a:lnTo>
                <a:quadBezTo>
                  <a:pt x="71508" y="19015"/>
                  <a:pt x="72758" y="18335"/>
                </a:quadBezTo>
                <a:quadBezTo>
                  <a:pt x="74008" y="17654"/>
                  <a:pt x="75138" y="17431"/>
                </a:quadBezTo>
                <a:lnTo>
                  <a:pt x="75477" y="14308"/>
                </a:lnTo>
                <a:lnTo>
                  <a:pt x="78923" y="14308"/>
                </a:lnTo>
                <a:lnTo>
                  <a:pt x="79262" y="17431"/>
                </a:lnTo>
                <a:quadBezTo>
                  <a:pt x="80392" y="17654"/>
                  <a:pt x="81642" y="18335"/>
                </a:quadBezTo>
                <a:quadBezTo>
                  <a:pt x="82892" y="19015"/>
                  <a:pt x="83646" y="20000"/>
                </a:quadBezTo>
                <a:lnTo>
                  <a:pt x="86615" y="18754"/>
                </a:lnTo>
                <a:lnTo>
                  <a:pt x="88338" y="21708"/>
                </a:lnTo>
                <a:lnTo>
                  <a:pt x="85708" y="23631"/>
                </a:lnTo>
                <a:quadBezTo>
                  <a:pt x="85908" y="24208"/>
                  <a:pt x="85985" y="24815"/>
                </a:quadBezTo>
                <a:quadBezTo>
                  <a:pt x="86062" y="25423"/>
                  <a:pt x="86062" y="26000"/>
                </a:quadBezTo>
                <a:quadBezTo>
                  <a:pt x="86062" y="26577"/>
                  <a:pt x="85985" y="27185"/>
                </a:quadBezTo>
                <a:quadBezTo>
                  <a:pt x="85908" y="27792"/>
                  <a:pt x="85708" y="28369"/>
                </a:quadBezTo>
                <a:lnTo>
                  <a:pt x="88338" y="30292"/>
                </a:lnTo>
                <a:lnTo>
                  <a:pt x="86615" y="33246"/>
                </a:lnTo>
                <a:lnTo>
                  <a:pt x="83646" y="32000"/>
                </a:lnTo>
                <a:quadBezTo>
                  <a:pt x="82892" y="32985"/>
                  <a:pt x="81642" y="33665"/>
                </a:quadBezTo>
                <a:quadBezTo>
                  <a:pt x="80392" y="34346"/>
                  <a:pt x="79262" y="34569"/>
                </a:quadBezTo>
                <a:lnTo>
                  <a:pt x="78923" y="37692"/>
                </a:lnTo>
                <a:lnTo>
                  <a:pt x="75477" y="37692"/>
                </a:lnTo>
                <a:close/>
                <a:moveTo>
                  <a:pt x="77200" y="31462"/>
                </a:moveTo>
                <a:quadBezTo>
                  <a:pt x="79531" y="31462"/>
                  <a:pt x="81096" y="29896"/>
                </a:quadBezTo>
                <a:quadBezTo>
                  <a:pt x="82662" y="28331"/>
                  <a:pt x="82662" y="26000"/>
                </a:quadBezTo>
                <a:quadBezTo>
                  <a:pt x="82662" y="23669"/>
                  <a:pt x="81096" y="22104"/>
                </a:quadBezTo>
                <a:quadBezTo>
                  <a:pt x="79531" y="20538"/>
                  <a:pt x="77200" y="20538"/>
                </a:quadBezTo>
                <a:quadBezTo>
                  <a:pt x="74869" y="20538"/>
                  <a:pt x="73304" y="22104"/>
                </a:quadBezTo>
                <a:quadBezTo>
                  <a:pt x="71738" y="23669"/>
                  <a:pt x="71738" y="26000"/>
                </a:quadBezTo>
                <a:quadBezTo>
                  <a:pt x="71738" y="28331"/>
                  <a:pt x="73304" y="29896"/>
                </a:quadBezTo>
                <a:quadBezTo>
                  <a:pt x="74869" y="31462"/>
                  <a:pt x="77200" y="31462"/>
                </a:quadBezTo>
                <a:close/>
                <a:moveTo>
                  <a:pt x="35662" y="76769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5" name="TextBox 74"/>
          <p:cNvSpPr txBox="1"/>
          <p:nvPr/>
        </p:nvSpPr>
        <p:spPr>
          <a:xfrm>
            <a:off x="7428444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engineering</a:t>
            </a:r>
          </a:p>
        </p:txBody>
      </p:sp>
      <p:sp>
        <p:nvSpPr>
          <p:cNvPr id="76" name="Icon euro"/>
          <p:cNvSpPr/>
          <p:nvPr/>
        </p:nvSpPr>
        <p:spPr>
          <a:xfrm>
            <a:off x="8620681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0154" y="80000"/>
                </a:moveTo>
                <a:quadBezTo>
                  <a:pt x="48585" y="80000"/>
                  <a:pt x="40346" y="73569"/>
                </a:quadBezTo>
                <a:quadBezTo>
                  <a:pt x="32108" y="67138"/>
                  <a:pt x="28923" y="57231"/>
                </a:quadBezTo>
                <a:lnTo>
                  <a:pt x="14923" y="57231"/>
                </a:lnTo>
                <a:lnTo>
                  <a:pt x="14923" y="53231"/>
                </a:lnTo>
                <a:lnTo>
                  <a:pt x="28123" y="53231"/>
                </a:lnTo>
                <a:quadBezTo>
                  <a:pt x="27669" y="50908"/>
                  <a:pt x="27719" y="47935"/>
                </a:quadBezTo>
                <a:quadBezTo>
                  <a:pt x="27769" y="44962"/>
                  <a:pt x="28123" y="42769"/>
                </a:quadBezTo>
                <a:lnTo>
                  <a:pt x="14923" y="42769"/>
                </a:lnTo>
                <a:lnTo>
                  <a:pt x="14923" y="38769"/>
                </a:lnTo>
                <a:lnTo>
                  <a:pt x="29077" y="38769"/>
                </a:lnTo>
                <a:quadBezTo>
                  <a:pt x="32185" y="28862"/>
                  <a:pt x="40385" y="22431"/>
                </a:quadBezTo>
                <a:quadBezTo>
                  <a:pt x="48585" y="16000"/>
                  <a:pt x="60154" y="16000"/>
                </a:quadBezTo>
                <a:quadBezTo>
                  <a:pt x="66131" y="16000"/>
                  <a:pt x="71473" y="17950"/>
                </a:quadBezTo>
                <a:quadBezTo>
                  <a:pt x="76815" y="19900"/>
                  <a:pt x="81154" y="23354"/>
                </a:quadBezTo>
                <a:lnTo>
                  <a:pt x="78300" y="26108"/>
                </a:lnTo>
                <a:quadBezTo>
                  <a:pt x="74523" y="23215"/>
                  <a:pt x="69912" y="21608"/>
                </a:quadBezTo>
                <a:quadBezTo>
                  <a:pt x="65300" y="20000"/>
                  <a:pt x="60154" y="20000"/>
                </a:quadBezTo>
                <a:quadBezTo>
                  <a:pt x="50192" y="20000"/>
                  <a:pt x="43223" y="25412"/>
                </a:quadBezTo>
                <a:quadBezTo>
                  <a:pt x="36254" y="30823"/>
                  <a:pt x="33315" y="38769"/>
                </a:quadBezTo>
                <a:lnTo>
                  <a:pt x="59692" y="38769"/>
                </a:lnTo>
                <a:lnTo>
                  <a:pt x="59692" y="42769"/>
                </a:lnTo>
                <a:lnTo>
                  <a:pt x="32223" y="42769"/>
                </a:lnTo>
                <a:quadBezTo>
                  <a:pt x="31746" y="45162"/>
                  <a:pt x="31769" y="48173"/>
                </a:quadBezTo>
                <a:quadBezTo>
                  <a:pt x="31792" y="51185"/>
                  <a:pt x="32223" y="53231"/>
                </a:quadBezTo>
                <a:lnTo>
                  <a:pt x="59692" y="53231"/>
                </a:lnTo>
                <a:lnTo>
                  <a:pt x="59692" y="57231"/>
                </a:lnTo>
                <a:lnTo>
                  <a:pt x="33238" y="57231"/>
                </a:lnTo>
                <a:quadBezTo>
                  <a:pt x="36254" y="65177"/>
                  <a:pt x="43223" y="70588"/>
                </a:quadBezTo>
                <a:quadBezTo>
                  <a:pt x="50192" y="76000"/>
                  <a:pt x="60154" y="76000"/>
                </a:quadBezTo>
                <a:quadBezTo>
                  <a:pt x="65300" y="76000"/>
                  <a:pt x="69912" y="74392"/>
                </a:quadBezTo>
                <a:quadBezTo>
                  <a:pt x="74523" y="72785"/>
                  <a:pt x="78300" y="69892"/>
                </a:quadBezTo>
                <a:lnTo>
                  <a:pt x="81154" y="72646"/>
                </a:lnTo>
                <a:quadBezTo>
                  <a:pt x="76815" y="76100"/>
                  <a:pt x="71473" y="78050"/>
                </a:quadBezTo>
                <a:quadBezTo>
                  <a:pt x="66131" y="80000"/>
                  <a:pt x="60154" y="8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7" name="TextBox 76"/>
          <p:cNvSpPr txBox="1"/>
          <p:nvPr/>
        </p:nvSpPr>
        <p:spPr>
          <a:xfrm>
            <a:off x="8314709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euro</a:t>
            </a:r>
          </a:p>
        </p:txBody>
      </p:sp>
      <p:sp>
        <p:nvSpPr>
          <p:cNvPr id="78" name="Icon event"/>
          <p:cNvSpPr/>
          <p:nvPr/>
        </p:nvSpPr>
        <p:spPr>
          <a:xfrm>
            <a:off x="9506946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9538" y="72000"/>
                </a:moveTo>
                <a:quadBezTo>
                  <a:pt x="56031" y="72000"/>
                  <a:pt x="53554" y="69523"/>
                </a:quadBezTo>
                <a:quadBezTo>
                  <a:pt x="51077" y="67046"/>
                  <a:pt x="51077" y="63538"/>
                </a:quadBezTo>
                <a:quadBezTo>
                  <a:pt x="51077" y="60031"/>
                  <a:pt x="53554" y="57554"/>
                </a:quadBezTo>
                <a:quadBezTo>
                  <a:pt x="56031" y="55077"/>
                  <a:pt x="59538" y="55077"/>
                </a:quadBezTo>
                <a:quadBezTo>
                  <a:pt x="63046" y="55077"/>
                  <a:pt x="65523" y="57554"/>
                </a:quadBezTo>
                <a:quadBezTo>
                  <a:pt x="68000" y="60031"/>
                  <a:pt x="68000" y="63538"/>
                </a:quadBezTo>
                <a:quadBezTo>
                  <a:pt x="68000" y="67046"/>
                  <a:pt x="65523" y="69523"/>
                </a:quadBezTo>
                <a:quadBezTo>
                  <a:pt x="63046" y="72000"/>
                  <a:pt x="59538" y="72000"/>
                </a:quadBezTo>
                <a:close/>
                <a:moveTo>
                  <a:pt x="22462" y="84000"/>
                </a:moveTo>
                <a:quadBezTo>
                  <a:pt x="19700" y="84000"/>
                  <a:pt x="17850" y="82150"/>
                </a:quadBezTo>
                <a:quadBezTo>
                  <a:pt x="16000" y="80300"/>
                  <a:pt x="16000" y="77538"/>
                </a:quadBezTo>
                <a:lnTo>
                  <a:pt x="16000" y="26462"/>
                </a:lnTo>
                <a:quadBezTo>
                  <a:pt x="16000" y="23700"/>
                  <a:pt x="17850" y="21850"/>
                </a:quadBezTo>
                <a:quadBezTo>
                  <a:pt x="19700" y="20000"/>
                  <a:pt x="22462" y="20000"/>
                </a:quadBezTo>
                <a:lnTo>
                  <a:pt x="29538" y="20000"/>
                </a:lnTo>
                <a:lnTo>
                  <a:pt x="29538" y="11077"/>
                </a:lnTo>
                <a:lnTo>
                  <a:pt x="33846" y="11077"/>
                </a:lnTo>
                <a:lnTo>
                  <a:pt x="33846" y="20000"/>
                </a:lnTo>
                <a:lnTo>
                  <a:pt x="62462" y="20000"/>
                </a:lnTo>
                <a:lnTo>
                  <a:pt x="62462" y="11077"/>
                </a:lnTo>
                <a:lnTo>
                  <a:pt x="66462" y="11077"/>
                </a:lnTo>
                <a:lnTo>
                  <a:pt x="66462" y="20000"/>
                </a:lnTo>
                <a:lnTo>
                  <a:pt x="73538" y="20000"/>
                </a:lnTo>
                <a:quadBezTo>
                  <a:pt x="76300" y="20000"/>
                  <a:pt x="78150" y="21850"/>
                </a:quadBezTo>
                <a:quadBezTo>
                  <a:pt x="80000" y="23700"/>
                  <a:pt x="80000" y="26462"/>
                </a:quadBezTo>
                <a:lnTo>
                  <a:pt x="80000" y="77538"/>
                </a:lnTo>
                <a:quadBezTo>
                  <a:pt x="80000" y="80300"/>
                  <a:pt x="78150" y="82150"/>
                </a:quadBezTo>
                <a:quadBezTo>
                  <a:pt x="76300" y="84000"/>
                  <a:pt x="73538" y="84000"/>
                </a:quadBezTo>
                <a:lnTo>
                  <a:pt x="22462" y="84000"/>
                </a:lnTo>
                <a:close/>
                <a:moveTo>
                  <a:pt x="22462" y="80000"/>
                </a:moveTo>
                <a:lnTo>
                  <a:pt x="73538" y="80000"/>
                </a:lnTo>
                <a:quadBezTo>
                  <a:pt x="74462" y="80000"/>
                  <a:pt x="75231" y="79231"/>
                </a:quadBezTo>
                <a:quadBezTo>
                  <a:pt x="76000" y="78462"/>
                  <a:pt x="76000" y="77538"/>
                </a:quadBezTo>
                <a:lnTo>
                  <a:pt x="76000" y="42462"/>
                </a:lnTo>
                <a:lnTo>
                  <a:pt x="20000" y="42462"/>
                </a:lnTo>
                <a:lnTo>
                  <a:pt x="20000" y="77538"/>
                </a:lnTo>
                <a:quadBezTo>
                  <a:pt x="20000" y="78462"/>
                  <a:pt x="20769" y="79231"/>
                </a:quadBezTo>
                <a:quadBezTo>
                  <a:pt x="21538" y="80000"/>
                  <a:pt x="22462" y="80000"/>
                </a:quadBezTo>
                <a:close/>
                <a:moveTo>
                  <a:pt x="20000" y="38461"/>
                </a:moveTo>
                <a:lnTo>
                  <a:pt x="76000" y="38461"/>
                </a:lnTo>
                <a:lnTo>
                  <a:pt x="76000" y="26462"/>
                </a:lnTo>
                <a:quadBezTo>
                  <a:pt x="76000" y="25538"/>
                  <a:pt x="75231" y="24769"/>
                </a:quadBezTo>
                <a:quadBezTo>
                  <a:pt x="74462" y="24000"/>
                  <a:pt x="73538" y="24000"/>
                </a:quadBezTo>
                <a:lnTo>
                  <a:pt x="22462" y="24000"/>
                </a:lnTo>
                <a:quadBezTo>
                  <a:pt x="21538" y="24000"/>
                  <a:pt x="20769" y="24769"/>
                </a:quadBezTo>
                <a:quadBezTo>
                  <a:pt x="20000" y="25538"/>
                  <a:pt x="20000" y="26462"/>
                </a:quadBezTo>
                <a:lnTo>
                  <a:pt x="20000" y="38461"/>
                </a:lnTo>
                <a:close/>
                <a:moveTo>
                  <a:pt x="20000" y="38461"/>
                </a:moveTo>
                <a:lnTo>
                  <a:pt x="20000" y="24000"/>
                </a:lnTo>
                <a:lnTo>
                  <a:pt x="20000" y="384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9" name="TextBox 78"/>
          <p:cNvSpPr txBox="1"/>
          <p:nvPr/>
        </p:nvSpPr>
        <p:spPr>
          <a:xfrm>
            <a:off x="9200974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event</a:t>
            </a:r>
          </a:p>
        </p:txBody>
      </p:sp>
      <p:sp>
        <p:nvSpPr>
          <p:cNvPr id="80" name="Icon extension"/>
          <p:cNvSpPr/>
          <p:nvPr/>
        </p:nvSpPr>
        <p:spPr>
          <a:xfrm>
            <a:off x="10393211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5815" y="80000"/>
                </a:moveTo>
                <a:lnTo>
                  <a:pt x="20000" y="80000"/>
                </a:lnTo>
                <a:quadBezTo>
                  <a:pt x="18315" y="80000"/>
                  <a:pt x="17158" y="78842"/>
                </a:quadBezTo>
                <a:quadBezTo>
                  <a:pt x="16000" y="77685"/>
                  <a:pt x="16000" y="76000"/>
                </a:quadBezTo>
                <a:lnTo>
                  <a:pt x="16000" y="60185"/>
                </a:lnTo>
                <a:quadBezTo>
                  <a:pt x="19415" y="59185"/>
                  <a:pt x="21708" y="56404"/>
                </a:quadBezTo>
                <a:quadBezTo>
                  <a:pt x="24000" y="53623"/>
                  <a:pt x="24000" y="50000"/>
                </a:quadBezTo>
                <a:quadBezTo>
                  <a:pt x="24000" y="46377"/>
                  <a:pt x="21708" y="43596"/>
                </a:quadBezTo>
                <a:quadBezTo>
                  <a:pt x="19415" y="40815"/>
                  <a:pt x="16000" y="39815"/>
                </a:quadBezTo>
                <a:lnTo>
                  <a:pt x="16000" y="24000"/>
                </a:lnTo>
                <a:quadBezTo>
                  <a:pt x="16000" y="22315"/>
                  <a:pt x="17158" y="21158"/>
                </a:quadBezTo>
                <a:quadBezTo>
                  <a:pt x="18315" y="20000"/>
                  <a:pt x="20000" y="20000"/>
                </a:quadBezTo>
                <a:lnTo>
                  <a:pt x="36000" y="20000"/>
                </a:lnTo>
                <a:quadBezTo>
                  <a:pt x="37077" y="16569"/>
                  <a:pt x="39785" y="14515"/>
                </a:quadBezTo>
                <a:quadBezTo>
                  <a:pt x="42492" y="12461"/>
                  <a:pt x="46000" y="12461"/>
                </a:quadBezTo>
                <a:quadBezTo>
                  <a:pt x="49508" y="12461"/>
                  <a:pt x="52215" y="14515"/>
                </a:quadBezTo>
                <a:quadBezTo>
                  <a:pt x="54923" y="16569"/>
                  <a:pt x="56000" y="20000"/>
                </a:quadBezTo>
                <a:lnTo>
                  <a:pt x="72000" y="20000"/>
                </a:lnTo>
                <a:quadBezTo>
                  <a:pt x="73685" y="20000"/>
                  <a:pt x="74842" y="21158"/>
                </a:quadBezTo>
                <a:quadBezTo>
                  <a:pt x="76000" y="22315"/>
                  <a:pt x="76000" y="24000"/>
                </a:quadBezTo>
                <a:lnTo>
                  <a:pt x="76000" y="40000"/>
                </a:lnTo>
                <a:quadBezTo>
                  <a:pt x="79431" y="41077"/>
                  <a:pt x="81485" y="43785"/>
                </a:quadBezTo>
                <a:quadBezTo>
                  <a:pt x="83539" y="46492"/>
                  <a:pt x="83539" y="50000"/>
                </a:quadBezTo>
                <a:quadBezTo>
                  <a:pt x="83539" y="53508"/>
                  <a:pt x="81485" y="56215"/>
                </a:quadBezTo>
                <a:quadBezTo>
                  <a:pt x="79431" y="58923"/>
                  <a:pt x="76000" y="60000"/>
                </a:quadBezTo>
                <a:lnTo>
                  <a:pt x="76000" y="76000"/>
                </a:lnTo>
                <a:quadBezTo>
                  <a:pt x="76000" y="77685"/>
                  <a:pt x="74842" y="78842"/>
                </a:quadBezTo>
                <a:quadBezTo>
                  <a:pt x="73685" y="80000"/>
                  <a:pt x="72000" y="80000"/>
                </a:quadBezTo>
                <a:lnTo>
                  <a:pt x="56185" y="80000"/>
                </a:lnTo>
                <a:quadBezTo>
                  <a:pt x="55108" y="76385"/>
                  <a:pt x="52304" y="74192"/>
                </a:quadBezTo>
                <a:quadBezTo>
                  <a:pt x="49500" y="72000"/>
                  <a:pt x="46000" y="72000"/>
                </a:quadBezTo>
                <a:quadBezTo>
                  <a:pt x="42500" y="72000"/>
                  <a:pt x="39696" y="74192"/>
                </a:quadBezTo>
                <a:quadBezTo>
                  <a:pt x="36892" y="76385"/>
                  <a:pt x="35815" y="80000"/>
                </a:quadBezTo>
                <a:close/>
                <a:moveTo>
                  <a:pt x="20000" y="76000"/>
                </a:moveTo>
                <a:lnTo>
                  <a:pt x="33192" y="76000"/>
                </a:lnTo>
                <a:quadBezTo>
                  <a:pt x="34900" y="72015"/>
                  <a:pt x="38469" y="70008"/>
                </a:quadBezTo>
                <a:quadBezTo>
                  <a:pt x="42038" y="68000"/>
                  <a:pt x="46000" y="68000"/>
                </a:quadBezTo>
                <a:quadBezTo>
                  <a:pt x="49962" y="68000"/>
                  <a:pt x="53531" y="70008"/>
                </a:quadBezTo>
                <a:quadBezTo>
                  <a:pt x="57100" y="72015"/>
                  <a:pt x="58808" y="76000"/>
                </a:quadBezTo>
                <a:lnTo>
                  <a:pt x="72000" y="76000"/>
                </a:lnTo>
                <a:lnTo>
                  <a:pt x="72000" y="56462"/>
                </a:lnTo>
                <a:lnTo>
                  <a:pt x="73846" y="56462"/>
                </a:lnTo>
                <a:quadBezTo>
                  <a:pt x="76723" y="56000"/>
                  <a:pt x="78131" y="54092"/>
                </a:quadBezTo>
                <a:quadBezTo>
                  <a:pt x="79538" y="52185"/>
                  <a:pt x="79538" y="50000"/>
                </a:quadBezTo>
                <a:quadBezTo>
                  <a:pt x="79538" y="47815"/>
                  <a:pt x="78131" y="45908"/>
                </a:quadBezTo>
                <a:quadBezTo>
                  <a:pt x="76723" y="44000"/>
                  <a:pt x="73846" y="43538"/>
                </a:quadBezTo>
                <a:lnTo>
                  <a:pt x="72000" y="43538"/>
                </a:lnTo>
                <a:lnTo>
                  <a:pt x="72000" y="24000"/>
                </a:lnTo>
                <a:lnTo>
                  <a:pt x="52462" y="24000"/>
                </a:lnTo>
                <a:lnTo>
                  <a:pt x="52462" y="22154"/>
                </a:lnTo>
                <a:quadBezTo>
                  <a:pt x="52000" y="19277"/>
                  <a:pt x="50092" y="17869"/>
                </a:quadBezTo>
                <a:quadBezTo>
                  <a:pt x="48185" y="16462"/>
                  <a:pt x="46000" y="16462"/>
                </a:quadBezTo>
                <a:quadBezTo>
                  <a:pt x="43815" y="16462"/>
                  <a:pt x="41908" y="17869"/>
                </a:quadBezTo>
                <a:quadBezTo>
                  <a:pt x="40000" y="19277"/>
                  <a:pt x="39538" y="22154"/>
                </a:quadBezTo>
                <a:lnTo>
                  <a:pt x="39538" y="24000"/>
                </a:lnTo>
                <a:lnTo>
                  <a:pt x="20000" y="24000"/>
                </a:lnTo>
                <a:lnTo>
                  <a:pt x="20000" y="37108"/>
                </a:lnTo>
                <a:quadBezTo>
                  <a:pt x="23708" y="38877"/>
                  <a:pt x="25854" y="42385"/>
                </a:quadBezTo>
                <a:quadBezTo>
                  <a:pt x="28000" y="45892"/>
                  <a:pt x="28000" y="50000"/>
                </a:quadBezTo>
                <a:quadBezTo>
                  <a:pt x="28000" y="54085"/>
                  <a:pt x="25854" y="57592"/>
                </a:quadBezTo>
                <a:quadBezTo>
                  <a:pt x="23708" y="61100"/>
                  <a:pt x="20000" y="62892"/>
                </a:quadBezTo>
                <a:lnTo>
                  <a:pt x="20000" y="76000"/>
                </a:lnTo>
                <a:close/>
                <a:moveTo>
                  <a:pt x="46000" y="50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1" name="TextBox 80"/>
          <p:cNvSpPr txBox="1"/>
          <p:nvPr/>
        </p:nvSpPr>
        <p:spPr>
          <a:xfrm>
            <a:off x="10087238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extension</a:t>
            </a:r>
          </a:p>
        </p:txBody>
      </p:sp>
      <p:sp>
        <p:nvSpPr>
          <p:cNvPr id="82" name="Icon fact_check"/>
          <p:cNvSpPr/>
          <p:nvPr/>
        </p:nvSpPr>
        <p:spPr>
          <a:xfrm>
            <a:off x="11279475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462" y="80000"/>
                </a:moveTo>
                <a:quadBezTo>
                  <a:pt x="15700" y="80000"/>
                  <a:pt x="13850" y="78150"/>
                </a:quadBezTo>
                <a:quadBezTo>
                  <a:pt x="12000" y="76300"/>
                  <a:pt x="12000" y="73538"/>
                </a:quadBezTo>
                <a:lnTo>
                  <a:pt x="12000" y="22462"/>
                </a:lnTo>
                <a:quadBezTo>
                  <a:pt x="12000" y="19700"/>
                  <a:pt x="13850" y="17850"/>
                </a:quadBezTo>
                <a:quadBezTo>
                  <a:pt x="15700" y="16000"/>
                  <a:pt x="18462" y="16000"/>
                </a:quadBezTo>
                <a:lnTo>
                  <a:pt x="77538" y="16000"/>
                </a:lnTo>
                <a:quadBezTo>
                  <a:pt x="80300" y="16000"/>
                  <a:pt x="82150" y="17850"/>
                </a:quadBezTo>
                <a:quadBezTo>
                  <a:pt x="84000" y="19700"/>
                  <a:pt x="84000" y="22462"/>
                </a:quadBezTo>
                <a:lnTo>
                  <a:pt x="84000" y="73538"/>
                </a:lnTo>
                <a:quadBezTo>
                  <a:pt x="84000" y="76300"/>
                  <a:pt x="82150" y="78150"/>
                </a:quadBezTo>
                <a:quadBezTo>
                  <a:pt x="80300" y="80000"/>
                  <a:pt x="77538" y="80000"/>
                </a:quadBezTo>
                <a:lnTo>
                  <a:pt x="18462" y="80000"/>
                </a:lnTo>
                <a:close/>
                <a:moveTo>
                  <a:pt x="18462" y="76000"/>
                </a:moveTo>
                <a:lnTo>
                  <a:pt x="77538" y="76000"/>
                </a:lnTo>
                <a:quadBezTo>
                  <a:pt x="78462" y="76000"/>
                  <a:pt x="79231" y="75231"/>
                </a:quadBezTo>
                <a:quadBezTo>
                  <a:pt x="80000" y="74462"/>
                  <a:pt x="80000" y="73538"/>
                </a:quadBezTo>
                <a:lnTo>
                  <a:pt x="80000" y="22462"/>
                </a:lnTo>
                <a:quadBezTo>
                  <a:pt x="80000" y="21538"/>
                  <a:pt x="79231" y="20769"/>
                </a:quadBezTo>
                <a:quadBezTo>
                  <a:pt x="78462" y="20000"/>
                  <a:pt x="77538" y="20000"/>
                </a:quadBezTo>
                <a:lnTo>
                  <a:pt x="18462" y="20000"/>
                </a:lnTo>
                <a:quadBezTo>
                  <a:pt x="17538" y="20000"/>
                  <a:pt x="16769" y="20769"/>
                </a:quadBezTo>
                <a:quadBezTo>
                  <a:pt x="16000" y="21538"/>
                  <a:pt x="16000" y="22462"/>
                </a:quadBezTo>
                <a:lnTo>
                  <a:pt x="16000" y="73538"/>
                </a:lnTo>
                <a:quadBezTo>
                  <a:pt x="16000" y="74462"/>
                  <a:pt x="16769" y="75231"/>
                </a:quadBezTo>
                <a:quadBezTo>
                  <a:pt x="17538" y="76000"/>
                  <a:pt x="18462" y="76000"/>
                </a:quadBezTo>
                <a:close/>
                <a:moveTo>
                  <a:pt x="22000" y="66000"/>
                </a:moveTo>
                <a:lnTo>
                  <a:pt x="38000" y="66000"/>
                </a:lnTo>
                <a:lnTo>
                  <a:pt x="38000" y="62000"/>
                </a:lnTo>
                <a:lnTo>
                  <a:pt x="22000" y="62000"/>
                </a:lnTo>
                <a:lnTo>
                  <a:pt x="22000" y="66000"/>
                </a:lnTo>
                <a:close/>
                <a:moveTo>
                  <a:pt x="58200" y="57154"/>
                </a:moveTo>
                <a:lnTo>
                  <a:pt x="75154" y="40200"/>
                </a:lnTo>
                <a:lnTo>
                  <a:pt x="72300" y="37346"/>
                </a:lnTo>
                <a:lnTo>
                  <a:pt x="58200" y="51546"/>
                </a:lnTo>
                <a:lnTo>
                  <a:pt x="52500" y="45846"/>
                </a:lnTo>
                <a:lnTo>
                  <a:pt x="49746" y="48700"/>
                </a:lnTo>
                <a:lnTo>
                  <a:pt x="58200" y="57154"/>
                </a:lnTo>
                <a:close/>
                <a:moveTo>
                  <a:pt x="22000" y="50000"/>
                </a:moveTo>
                <a:lnTo>
                  <a:pt x="38000" y="50000"/>
                </a:lnTo>
                <a:lnTo>
                  <a:pt x="38000" y="46000"/>
                </a:lnTo>
                <a:lnTo>
                  <a:pt x="22000" y="46000"/>
                </a:lnTo>
                <a:lnTo>
                  <a:pt x="22000" y="50000"/>
                </a:lnTo>
                <a:close/>
                <a:moveTo>
                  <a:pt x="22000" y="34000"/>
                </a:moveTo>
                <a:lnTo>
                  <a:pt x="38000" y="34000"/>
                </a:lnTo>
                <a:lnTo>
                  <a:pt x="38000" y="30000"/>
                </a:lnTo>
                <a:lnTo>
                  <a:pt x="22000" y="30000"/>
                </a:lnTo>
                <a:lnTo>
                  <a:pt x="22000" y="34000"/>
                </a:lnTo>
                <a:close/>
                <a:moveTo>
                  <a:pt x="16000" y="76000"/>
                </a:moveTo>
                <a:lnTo>
                  <a:pt x="16000" y="20000"/>
                </a:lnTo>
                <a:lnTo>
                  <a:pt x="16000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3" name="TextBox 82"/>
          <p:cNvSpPr txBox="1"/>
          <p:nvPr/>
        </p:nvSpPr>
        <p:spPr>
          <a:xfrm>
            <a:off x="10973503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fact check</a:t>
            </a:r>
          </a:p>
        </p:txBody>
      </p:sp>
      <p:sp>
        <p:nvSpPr>
          <p:cNvPr id="84" name="Icon factory"/>
          <p:cNvSpPr/>
          <p:nvPr/>
        </p:nvSpPr>
        <p:spPr>
          <a:xfrm>
            <a:off x="644300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000" y="84000"/>
                </a:moveTo>
                <a:lnTo>
                  <a:pt x="12000" y="42592"/>
                </a:lnTo>
                <a:lnTo>
                  <a:pt x="32000" y="34077"/>
                </a:lnTo>
                <a:lnTo>
                  <a:pt x="32000" y="41923"/>
                </a:lnTo>
                <a:lnTo>
                  <a:pt x="52000" y="33923"/>
                </a:lnTo>
                <a:lnTo>
                  <a:pt x="52000" y="44000"/>
                </a:lnTo>
                <a:lnTo>
                  <a:pt x="84000" y="44000"/>
                </a:lnTo>
                <a:lnTo>
                  <a:pt x="84000" y="84000"/>
                </a:lnTo>
                <a:lnTo>
                  <a:pt x="12000" y="84000"/>
                </a:lnTo>
                <a:close/>
                <a:moveTo>
                  <a:pt x="16000" y="80000"/>
                </a:moveTo>
                <a:lnTo>
                  <a:pt x="80000" y="80000"/>
                </a:lnTo>
                <a:lnTo>
                  <a:pt x="80000" y="48000"/>
                </a:lnTo>
                <a:lnTo>
                  <a:pt x="48000" y="48000"/>
                </a:lnTo>
                <a:lnTo>
                  <a:pt x="48000" y="39800"/>
                </a:lnTo>
                <a:lnTo>
                  <a:pt x="28000" y="47800"/>
                </a:lnTo>
                <a:lnTo>
                  <a:pt x="28000" y="40000"/>
                </a:lnTo>
                <a:lnTo>
                  <a:pt x="16000" y="45300"/>
                </a:lnTo>
                <a:lnTo>
                  <a:pt x="16000" y="80000"/>
                </a:lnTo>
                <a:close/>
                <a:moveTo>
                  <a:pt x="44923" y="70154"/>
                </a:moveTo>
                <a:lnTo>
                  <a:pt x="51077" y="70154"/>
                </a:lnTo>
                <a:lnTo>
                  <a:pt x="51077" y="57846"/>
                </a:lnTo>
                <a:lnTo>
                  <a:pt x="44923" y="57846"/>
                </a:lnTo>
                <a:lnTo>
                  <a:pt x="44923" y="70154"/>
                </a:lnTo>
                <a:close/>
                <a:moveTo>
                  <a:pt x="28923" y="70154"/>
                </a:moveTo>
                <a:lnTo>
                  <a:pt x="35077" y="70154"/>
                </a:lnTo>
                <a:lnTo>
                  <a:pt x="35077" y="57846"/>
                </a:lnTo>
                <a:lnTo>
                  <a:pt x="28923" y="57846"/>
                </a:lnTo>
                <a:lnTo>
                  <a:pt x="28923" y="70154"/>
                </a:lnTo>
                <a:close/>
                <a:moveTo>
                  <a:pt x="60923" y="70154"/>
                </a:moveTo>
                <a:lnTo>
                  <a:pt x="67077" y="70154"/>
                </a:lnTo>
                <a:lnTo>
                  <a:pt x="67077" y="57846"/>
                </a:lnTo>
                <a:lnTo>
                  <a:pt x="60923" y="57846"/>
                </a:lnTo>
                <a:lnTo>
                  <a:pt x="60923" y="70154"/>
                </a:lnTo>
                <a:close/>
                <a:moveTo>
                  <a:pt x="84000" y="44000"/>
                </a:moveTo>
                <a:lnTo>
                  <a:pt x="71538" y="44000"/>
                </a:lnTo>
                <a:lnTo>
                  <a:pt x="75538" y="15077"/>
                </a:lnTo>
                <a:lnTo>
                  <a:pt x="80462" y="15077"/>
                </a:lnTo>
                <a:lnTo>
                  <a:pt x="84000" y="44000"/>
                </a:lnTo>
                <a:close/>
                <a:moveTo>
                  <a:pt x="16000" y="80000"/>
                </a:moveTo>
                <a:lnTo>
                  <a:pt x="80000" y="80000"/>
                </a:lnTo>
                <a:lnTo>
                  <a:pt x="16000" y="8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5" name="TextBox 84"/>
          <p:cNvSpPr txBox="1"/>
          <p:nvPr/>
        </p:nvSpPr>
        <p:spPr>
          <a:xfrm>
            <a:off x="338328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factory</a:t>
            </a:r>
          </a:p>
        </p:txBody>
      </p:sp>
      <p:sp>
        <p:nvSpPr>
          <p:cNvPr id="86" name="Icon favorite"/>
          <p:cNvSpPr/>
          <p:nvPr/>
        </p:nvSpPr>
        <p:spPr>
          <a:xfrm>
            <a:off x="1530564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78615"/>
                </a:moveTo>
                <a:lnTo>
                  <a:pt x="44969" y="75877"/>
                </a:lnTo>
                <a:quadBezTo>
                  <a:pt x="35177" y="66931"/>
                  <a:pt x="28769" y="60562"/>
                </a:quadBezTo>
                <a:quadBezTo>
                  <a:pt x="22362" y="54192"/>
                  <a:pt x="18654" y="49327"/>
                </a:quadBezTo>
                <a:quadBezTo>
                  <a:pt x="14946" y="44462"/>
                  <a:pt x="13473" y="40523"/>
                </a:quadBezTo>
                <a:quadBezTo>
                  <a:pt x="12000" y="36585"/>
                  <a:pt x="12000" y="32600"/>
                </a:quadBezTo>
                <a:quadBezTo>
                  <a:pt x="12000" y="24969"/>
                  <a:pt x="17185" y="19785"/>
                </a:quadBezTo>
                <a:quadBezTo>
                  <a:pt x="22369" y="14600"/>
                  <a:pt x="30000" y="14600"/>
                </a:quadBezTo>
                <a:quadBezTo>
                  <a:pt x="35277" y="14600"/>
                  <a:pt x="39900" y="17300"/>
                </a:quadBezTo>
                <a:quadBezTo>
                  <a:pt x="44523" y="20000"/>
                  <a:pt x="48000" y="25154"/>
                </a:quadBezTo>
                <a:quadBezTo>
                  <a:pt x="51477" y="20000"/>
                  <a:pt x="56100" y="17300"/>
                </a:quadBezTo>
                <a:quadBezTo>
                  <a:pt x="60723" y="14600"/>
                  <a:pt x="66000" y="14600"/>
                </a:quadBezTo>
                <a:quadBezTo>
                  <a:pt x="73631" y="14600"/>
                  <a:pt x="78815" y="19785"/>
                </a:quadBezTo>
                <a:quadBezTo>
                  <a:pt x="84000" y="24969"/>
                  <a:pt x="84000" y="32600"/>
                </a:quadBezTo>
                <a:quadBezTo>
                  <a:pt x="84000" y="36585"/>
                  <a:pt x="82527" y="40523"/>
                </a:quadBezTo>
                <a:quadBezTo>
                  <a:pt x="81054" y="44462"/>
                  <a:pt x="77346" y="49327"/>
                </a:quadBezTo>
                <a:quadBezTo>
                  <a:pt x="73638" y="54192"/>
                  <a:pt x="67269" y="60562"/>
                </a:quadBezTo>
                <a:quadBezTo>
                  <a:pt x="60900" y="66931"/>
                  <a:pt x="51031" y="75877"/>
                </a:quadBezTo>
                <a:lnTo>
                  <a:pt x="48000" y="78615"/>
                </a:lnTo>
                <a:close/>
                <a:moveTo>
                  <a:pt x="48000" y="73200"/>
                </a:moveTo>
                <a:quadBezTo>
                  <a:pt x="57600" y="64523"/>
                  <a:pt x="63800" y="58335"/>
                </a:quadBezTo>
                <a:quadBezTo>
                  <a:pt x="70000" y="52146"/>
                  <a:pt x="73600" y="47596"/>
                </a:quadBezTo>
                <a:quadBezTo>
                  <a:pt x="77200" y="43046"/>
                  <a:pt x="78600" y="39535"/>
                </a:quadBezTo>
                <a:quadBezTo>
                  <a:pt x="80000" y="36023"/>
                  <a:pt x="80000" y="32600"/>
                </a:quadBezTo>
                <a:quadBezTo>
                  <a:pt x="80000" y="26600"/>
                  <a:pt x="76000" y="22600"/>
                </a:quadBezTo>
                <a:quadBezTo>
                  <a:pt x="72000" y="18600"/>
                  <a:pt x="66000" y="18600"/>
                </a:quadBezTo>
                <a:quadBezTo>
                  <a:pt x="61223" y="18600"/>
                  <a:pt x="57185" y="21327"/>
                </a:quadBezTo>
                <a:quadBezTo>
                  <a:pt x="53146" y="24054"/>
                  <a:pt x="49954" y="29538"/>
                </a:quadBezTo>
                <a:lnTo>
                  <a:pt x="46046" y="29538"/>
                </a:lnTo>
                <a:quadBezTo>
                  <a:pt x="42777" y="23977"/>
                  <a:pt x="38777" y="21288"/>
                </a:quadBezTo>
                <a:quadBezTo>
                  <a:pt x="34777" y="18600"/>
                  <a:pt x="30000" y="18600"/>
                </a:quadBezTo>
                <a:quadBezTo>
                  <a:pt x="24077" y="18600"/>
                  <a:pt x="20038" y="22600"/>
                </a:quadBezTo>
                <a:quadBezTo>
                  <a:pt x="16000" y="26600"/>
                  <a:pt x="16000" y="32600"/>
                </a:quadBezTo>
                <a:quadBezTo>
                  <a:pt x="16000" y="36023"/>
                  <a:pt x="17400" y="39535"/>
                </a:quadBezTo>
                <a:quadBezTo>
                  <a:pt x="18800" y="43046"/>
                  <a:pt x="22400" y="47596"/>
                </a:quadBezTo>
                <a:quadBezTo>
                  <a:pt x="26000" y="52146"/>
                  <a:pt x="32200" y="58296"/>
                </a:quadBezTo>
                <a:quadBezTo>
                  <a:pt x="38400" y="64446"/>
                  <a:pt x="48000" y="73200"/>
                </a:quadBezTo>
                <a:close/>
                <a:moveTo>
                  <a:pt x="48000" y="459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7" name="TextBox 86"/>
          <p:cNvSpPr txBox="1"/>
          <p:nvPr/>
        </p:nvSpPr>
        <p:spPr>
          <a:xfrm>
            <a:off x="1224592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favorite</a:t>
            </a:r>
          </a:p>
        </p:txBody>
      </p:sp>
      <p:sp>
        <p:nvSpPr>
          <p:cNvPr id="88" name="Icon filter_alt"/>
          <p:cNvSpPr/>
          <p:nvPr/>
        </p:nvSpPr>
        <p:spPr>
          <a:xfrm>
            <a:off x="2416829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7077" y="76000"/>
                </a:moveTo>
                <a:quadBezTo>
                  <a:pt x="45762" y="76000"/>
                  <a:pt x="44881" y="75119"/>
                </a:quadBezTo>
                <a:quadBezTo>
                  <a:pt x="44000" y="74238"/>
                  <a:pt x="44000" y="72923"/>
                </a:quadBezTo>
                <a:lnTo>
                  <a:pt x="44000" y="50615"/>
                </a:lnTo>
                <a:lnTo>
                  <a:pt x="22415" y="23323"/>
                </a:lnTo>
                <a:quadBezTo>
                  <a:pt x="21608" y="22246"/>
                  <a:pt x="22196" y="21123"/>
                </a:quadBezTo>
                <a:quadBezTo>
                  <a:pt x="22785" y="20000"/>
                  <a:pt x="24077" y="20000"/>
                </a:quadBezTo>
                <a:lnTo>
                  <a:pt x="71923" y="20000"/>
                </a:lnTo>
                <a:quadBezTo>
                  <a:pt x="73215" y="20000"/>
                  <a:pt x="73804" y="21123"/>
                </a:quadBezTo>
                <a:quadBezTo>
                  <a:pt x="74392" y="22246"/>
                  <a:pt x="73585" y="23323"/>
                </a:quadBezTo>
                <a:lnTo>
                  <a:pt x="52000" y="50615"/>
                </a:lnTo>
                <a:lnTo>
                  <a:pt x="52000" y="72923"/>
                </a:lnTo>
                <a:quadBezTo>
                  <a:pt x="52000" y="74238"/>
                  <a:pt x="51119" y="75119"/>
                </a:quadBezTo>
                <a:quadBezTo>
                  <a:pt x="50238" y="76000"/>
                  <a:pt x="48923" y="76000"/>
                </a:quadBezTo>
                <a:lnTo>
                  <a:pt x="47077" y="76000"/>
                </a:lnTo>
                <a:close/>
                <a:moveTo>
                  <a:pt x="48000" y="49200"/>
                </a:moveTo>
                <a:lnTo>
                  <a:pt x="67800" y="24000"/>
                </a:lnTo>
                <a:lnTo>
                  <a:pt x="28200" y="24000"/>
                </a:lnTo>
                <a:lnTo>
                  <a:pt x="48000" y="49200"/>
                </a:lnTo>
                <a:close/>
                <a:moveTo>
                  <a:pt x="48000" y="492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9" name="TextBox 88"/>
          <p:cNvSpPr txBox="1"/>
          <p:nvPr/>
        </p:nvSpPr>
        <p:spPr>
          <a:xfrm>
            <a:off x="2110857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filter alt</a:t>
            </a:r>
          </a:p>
        </p:txBody>
      </p:sp>
      <p:sp>
        <p:nvSpPr>
          <p:cNvPr id="90" name="Icon flag"/>
          <p:cNvSpPr/>
          <p:nvPr/>
        </p:nvSpPr>
        <p:spPr>
          <a:xfrm>
            <a:off x="3303094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82000"/>
                </a:moveTo>
                <a:lnTo>
                  <a:pt x="24000" y="20000"/>
                </a:lnTo>
                <a:lnTo>
                  <a:pt x="52769" y="20000"/>
                </a:lnTo>
                <a:lnTo>
                  <a:pt x="54369" y="28000"/>
                </a:lnTo>
                <a:lnTo>
                  <a:pt x="76000" y="28000"/>
                </a:lnTo>
                <a:lnTo>
                  <a:pt x="76000" y="60000"/>
                </a:lnTo>
                <a:lnTo>
                  <a:pt x="55231" y="60000"/>
                </a:lnTo>
                <a:lnTo>
                  <a:pt x="53631" y="52000"/>
                </a:lnTo>
                <a:lnTo>
                  <a:pt x="28000" y="52000"/>
                </a:lnTo>
                <a:lnTo>
                  <a:pt x="28000" y="82000"/>
                </a:lnTo>
                <a:lnTo>
                  <a:pt x="24000" y="82000"/>
                </a:lnTo>
                <a:close/>
                <a:moveTo>
                  <a:pt x="50000" y="40000"/>
                </a:moveTo>
                <a:close/>
                <a:moveTo>
                  <a:pt x="58600" y="56000"/>
                </a:moveTo>
                <a:lnTo>
                  <a:pt x="72000" y="56000"/>
                </a:lnTo>
                <a:lnTo>
                  <a:pt x="72000" y="32000"/>
                </a:lnTo>
                <a:lnTo>
                  <a:pt x="51000" y="32000"/>
                </a:lnTo>
                <a:lnTo>
                  <a:pt x="49400" y="24000"/>
                </a:lnTo>
                <a:lnTo>
                  <a:pt x="28000" y="24000"/>
                </a:lnTo>
                <a:lnTo>
                  <a:pt x="28000" y="48000"/>
                </a:lnTo>
                <a:lnTo>
                  <a:pt x="57000" y="48000"/>
                </a:lnTo>
                <a:lnTo>
                  <a:pt x="58600" y="5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1" name="TextBox 90"/>
          <p:cNvSpPr txBox="1"/>
          <p:nvPr/>
        </p:nvSpPr>
        <p:spPr>
          <a:xfrm>
            <a:off x="2997121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flag</a:t>
            </a:r>
          </a:p>
        </p:txBody>
      </p:sp>
      <p:sp>
        <p:nvSpPr>
          <p:cNvPr id="92" name="Icon folder"/>
          <p:cNvSpPr/>
          <p:nvPr/>
        </p:nvSpPr>
        <p:spPr>
          <a:xfrm>
            <a:off x="4189358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462" y="76000"/>
                </a:moveTo>
                <a:quadBezTo>
                  <a:pt x="15700" y="76000"/>
                  <a:pt x="13850" y="74150"/>
                </a:quadBezTo>
                <a:quadBezTo>
                  <a:pt x="12000" y="72300"/>
                  <a:pt x="12000" y="69538"/>
                </a:quadBezTo>
                <a:lnTo>
                  <a:pt x="12000" y="26462"/>
                </a:lnTo>
                <a:quadBezTo>
                  <a:pt x="12000" y="23700"/>
                  <a:pt x="13850" y="21850"/>
                </a:quadBezTo>
                <a:quadBezTo>
                  <a:pt x="15700" y="20000"/>
                  <a:pt x="18462" y="20000"/>
                </a:quadBezTo>
                <a:lnTo>
                  <a:pt x="38385" y="20000"/>
                </a:lnTo>
                <a:lnTo>
                  <a:pt x="46385" y="28000"/>
                </a:lnTo>
                <a:lnTo>
                  <a:pt x="77538" y="28000"/>
                </a:lnTo>
                <a:quadBezTo>
                  <a:pt x="80300" y="28000"/>
                  <a:pt x="82150" y="29850"/>
                </a:quadBezTo>
                <a:quadBezTo>
                  <a:pt x="84000" y="31700"/>
                  <a:pt x="84000" y="34462"/>
                </a:quadBezTo>
                <a:lnTo>
                  <a:pt x="84000" y="69538"/>
                </a:lnTo>
                <a:quadBezTo>
                  <a:pt x="84000" y="72300"/>
                  <a:pt x="82150" y="74150"/>
                </a:quadBezTo>
                <a:quadBezTo>
                  <a:pt x="80300" y="76000"/>
                  <a:pt x="77538" y="76000"/>
                </a:quadBezTo>
                <a:lnTo>
                  <a:pt x="18462" y="76000"/>
                </a:lnTo>
                <a:close/>
                <a:moveTo>
                  <a:pt x="18462" y="72000"/>
                </a:moveTo>
                <a:lnTo>
                  <a:pt x="77538" y="72000"/>
                </a:lnTo>
                <a:quadBezTo>
                  <a:pt x="78615" y="72000"/>
                  <a:pt x="79308" y="71308"/>
                </a:quadBezTo>
                <a:quadBezTo>
                  <a:pt x="80000" y="70615"/>
                  <a:pt x="80000" y="69538"/>
                </a:quadBezTo>
                <a:lnTo>
                  <a:pt x="80000" y="34462"/>
                </a:lnTo>
                <a:quadBezTo>
                  <a:pt x="80000" y="33385"/>
                  <a:pt x="79308" y="32692"/>
                </a:quadBezTo>
                <a:quadBezTo>
                  <a:pt x="78615" y="32000"/>
                  <a:pt x="77538" y="32000"/>
                </a:quadBezTo>
                <a:lnTo>
                  <a:pt x="44777" y="32000"/>
                </a:lnTo>
                <a:lnTo>
                  <a:pt x="36777" y="24000"/>
                </a:lnTo>
                <a:lnTo>
                  <a:pt x="18462" y="24000"/>
                </a:lnTo>
                <a:quadBezTo>
                  <a:pt x="17385" y="24000"/>
                  <a:pt x="16692" y="24692"/>
                </a:quadBezTo>
                <a:quadBezTo>
                  <a:pt x="16000" y="25385"/>
                  <a:pt x="16000" y="26462"/>
                </a:quadBezTo>
                <a:lnTo>
                  <a:pt x="16000" y="69538"/>
                </a:lnTo>
                <a:quadBezTo>
                  <a:pt x="16000" y="70615"/>
                  <a:pt x="16692" y="71308"/>
                </a:quadBezTo>
                <a:quadBezTo>
                  <a:pt x="17385" y="72000"/>
                  <a:pt x="18462" y="72000"/>
                </a:quadBezTo>
                <a:close/>
                <a:moveTo>
                  <a:pt x="16000" y="72000"/>
                </a:moveTo>
                <a:lnTo>
                  <a:pt x="16000" y="24000"/>
                </a:lnTo>
                <a:lnTo>
                  <a:pt x="16000" y="72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3" name="TextBox 92"/>
          <p:cNvSpPr txBox="1"/>
          <p:nvPr/>
        </p:nvSpPr>
        <p:spPr>
          <a:xfrm>
            <a:off x="3883386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folder</a:t>
            </a:r>
          </a:p>
        </p:txBody>
      </p:sp>
      <p:sp>
        <p:nvSpPr>
          <p:cNvPr id="94" name="Icon forum"/>
          <p:cNvSpPr/>
          <p:nvPr/>
        </p:nvSpPr>
        <p:spPr>
          <a:xfrm>
            <a:off x="5075623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8923" y="64923"/>
                </a:moveTo>
                <a:quadBezTo>
                  <a:pt x="27615" y="64923"/>
                  <a:pt x="26731" y="64039"/>
                </a:quadBezTo>
                <a:quadBezTo>
                  <a:pt x="25846" y="63154"/>
                  <a:pt x="25846" y="61846"/>
                </a:quadBezTo>
                <a:lnTo>
                  <a:pt x="25846" y="57846"/>
                </a:lnTo>
                <a:lnTo>
                  <a:pt x="72846" y="57846"/>
                </a:lnTo>
                <a:lnTo>
                  <a:pt x="75385" y="60385"/>
                </a:lnTo>
                <a:lnTo>
                  <a:pt x="75385" y="24000"/>
                </a:lnTo>
                <a:lnTo>
                  <a:pt x="79385" y="24000"/>
                </a:lnTo>
                <a:quadBezTo>
                  <a:pt x="80692" y="24000"/>
                  <a:pt x="81577" y="24885"/>
                </a:quadBezTo>
                <a:quadBezTo>
                  <a:pt x="82462" y="25769"/>
                  <a:pt x="82462" y="27077"/>
                </a:quadBezTo>
                <a:lnTo>
                  <a:pt x="82462" y="77231"/>
                </a:lnTo>
                <a:lnTo>
                  <a:pt x="70154" y="64923"/>
                </a:lnTo>
                <a:lnTo>
                  <a:pt x="28923" y="64923"/>
                </a:lnTo>
                <a:close/>
                <a:moveTo>
                  <a:pt x="13538" y="62154"/>
                </a:moveTo>
                <a:lnTo>
                  <a:pt x="13538" y="15077"/>
                </a:lnTo>
                <a:quadBezTo>
                  <a:pt x="13538" y="13769"/>
                  <a:pt x="14423" y="12885"/>
                </a:quadBezTo>
                <a:quadBezTo>
                  <a:pt x="15308" y="12000"/>
                  <a:pt x="16615" y="12000"/>
                </a:quadBezTo>
                <a:lnTo>
                  <a:pt x="64308" y="12000"/>
                </a:lnTo>
                <a:quadBezTo>
                  <a:pt x="65615" y="12000"/>
                  <a:pt x="66500" y="12885"/>
                </a:quadBezTo>
                <a:quadBezTo>
                  <a:pt x="67385" y="13769"/>
                  <a:pt x="67385" y="15077"/>
                </a:quadBezTo>
                <a:lnTo>
                  <a:pt x="67385" y="46769"/>
                </a:lnTo>
                <a:quadBezTo>
                  <a:pt x="67385" y="48077"/>
                  <a:pt x="66500" y="48962"/>
                </a:quadBezTo>
                <a:quadBezTo>
                  <a:pt x="65615" y="49846"/>
                  <a:pt x="64308" y="49846"/>
                </a:quadBezTo>
                <a:lnTo>
                  <a:pt x="25846" y="49846"/>
                </a:lnTo>
                <a:lnTo>
                  <a:pt x="13538" y="62154"/>
                </a:lnTo>
                <a:close/>
                <a:moveTo>
                  <a:pt x="63385" y="45846"/>
                </a:moveTo>
                <a:lnTo>
                  <a:pt x="63385" y="16000"/>
                </a:lnTo>
                <a:lnTo>
                  <a:pt x="17538" y="16000"/>
                </a:lnTo>
                <a:lnTo>
                  <a:pt x="17538" y="51385"/>
                </a:lnTo>
                <a:lnTo>
                  <a:pt x="23077" y="45846"/>
                </a:lnTo>
                <a:lnTo>
                  <a:pt x="63385" y="45846"/>
                </a:lnTo>
                <a:close/>
                <a:moveTo>
                  <a:pt x="17538" y="45846"/>
                </a:moveTo>
                <a:lnTo>
                  <a:pt x="17538" y="16000"/>
                </a:lnTo>
                <a:lnTo>
                  <a:pt x="17538" y="4584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5" name="TextBox 94"/>
          <p:cNvSpPr txBox="1"/>
          <p:nvPr/>
        </p:nvSpPr>
        <p:spPr>
          <a:xfrm>
            <a:off x="4769651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forum</a:t>
            </a:r>
          </a:p>
        </p:txBody>
      </p:sp>
      <p:sp>
        <p:nvSpPr>
          <p:cNvPr id="96" name="Icon group"/>
          <p:cNvSpPr/>
          <p:nvPr/>
        </p:nvSpPr>
        <p:spPr>
          <a:xfrm>
            <a:off x="5961888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0385" y="74462"/>
                </a:moveTo>
                <a:lnTo>
                  <a:pt x="10385" y="67877"/>
                </a:lnTo>
                <a:quadBezTo>
                  <a:pt x="10385" y="65092"/>
                  <a:pt x="11827" y="63088"/>
                </a:quadBezTo>
                <a:quadBezTo>
                  <a:pt x="13269" y="61085"/>
                  <a:pt x="15703" y="59886"/>
                </a:quadBezTo>
                <a:quadBezTo>
                  <a:pt x="20908" y="57408"/>
                  <a:pt x="26038" y="55935"/>
                </a:quadBezTo>
                <a:quadBezTo>
                  <a:pt x="31169" y="54462"/>
                  <a:pt x="38385" y="54462"/>
                </a:quadBezTo>
                <a:quadBezTo>
                  <a:pt x="45600" y="54462"/>
                  <a:pt x="50731" y="55935"/>
                </a:quadBezTo>
                <a:quadBezTo>
                  <a:pt x="55862" y="57408"/>
                  <a:pt x="61066" y="59886"/>
                </a:quadBezTo>
                <a:quadBezTo>
                  <a:pt x="63500" y="61085"/>
                  <a:pt x="64942" y="63088"/>
                </a:quadBezTo>
                <a:quadBezTo>
                  <a:pt x="66385" y="65092"/>
                  <a:pt x="66385" y="67877"/>
                </a:quadBezTo>
                <a:lnTo>
                  <a:pt x="66385" y="74462"/>
                </a:lnTo>
                <a:lnTo>
                  <a:pt x="10385" y="74462"/>
                </a:lnTo>
                <a:close/>
                <a:moveTo>
                  <a:pt x="74385" y="74462"/>
                </a:moveTo>
                <a:lnTo>
                  <a:pt x="74385" y="67692"/>
                </a:lnTo>
                <a:quadBezTo>
                  <a:pt x="74385" y="64215"/>
                  <a:pt x="72977" y="61128"/>
                </a:quadBezTo>
                <a:quadBezTo>
                  <a:pt x="71570" y="58041"/>
                  <a:pt x="68985" y="55831"/>
                </a:quadBezTo>
                <a:quadBezTo>
                  <a:pt x="71931" y="56431"/>
                  <a:pt x="74662" y="57496"/>
                </a:quadBezTo>
                <a:quadBezTo>
                  <a:pt x="77392" y="58562"/>
                  <a:pt x="80062" y="59892"/>
                </a:quadBezTo>
                <a:quadBezTo>
                  <a:pt x="82662" y="61200"/>
                  <a:pt x="84139" y="63239"/>
                </a:quadBezTo>
                <a:quadBezTo>
                  <a:pt x="85615" y="65279"/>
                  <a:pt x="85615" y="67692"/>
                </a:quadBezTo>
                <a:lnTo>
                  <a:pt x="85615" y="74462"/>
                </a:lnTo>
                <a:lnTo>
                  <a:pt x="74385" y="74462"/>
                </a:lnTo>
                <a:close/>
                <a:moveTo>
                  <a:pt x="38385" y="45538"/>
                </a:moveTo>
                <a:quadBezTo>
                  <a:pt x="33435" y="45538"/>
                  <a:pt x="29910" y="42013"/>
                </a:quadBezTo>
                <a:quadBezTo>
                  <a:pt x="26385" y="38488"/>
                  <a:pt x="26385" y="33538"/>
                </a:quadBezTo>
                <a:quadBezTo>
                  <a:pt x="26385" y="28588"/>
                  <a:pt x="29910" y="25063"/>
                </a:quadBezTo>
                <a:quadBezTo>
                  <a:pt x="33435" y="21538"/>
                  <a:pt x="38385" y="21538"/>
                </a:quadBezTo>
                <a:quadBezTo>
                  <a:pt x="43335" y="21538"/>
                  <a:pt x="46860" y="25063"/>
                </a:quadBezTo>
                <a:quadBezTo>
                  <a:pt x="50385" y="28588"/>
                  <a:pt x="50385" y="33538"/>
                </a:quadBezTo>
                <a:quadBezTo>
                  <a:pt x="50385" y="38488"/>
                  <a:pt x="46860" y="42013"/>
                </a:quadBezTo>
                <a:quadBezTo>
                  <a:pt x="43335" y="45538"/>
                  <a:pt x="38385" y="45538"/>
                </a:quadBezTo>
                <a:close/>
                <a:moveTo>
                  <a:pt x="67462" y="33538"/>
                </a:moveTo>
                <a:quadBezTo>
                  <a:pt x="67462" y="38488"/>
                  <a:pt x="63937" y="42013"/>
                </a:quadBezTo>
                <a:quadBezTo>
                  <a:pt x="60412" y="45538"/>
                  <a:pt x="55462" y="45538"/>
                </a:quadBezTo>
                <a:quadBezTo>
                  <a:pt x="55208" y="45538"/>
                  <a:pt x="54815" y="45481"/>
                </a:quadBezTo>
                <a:quadBezTo>
                  <a:pt x="54423" y="45423"/>
                  <a:pt x="54169" y="45354"/>
                </a:quadBezTo>
                <a:quadBezTo>
                  <a:pt x="56202" y="42864"/>
                  <a:pt x="57293" y="39830"/>
                </a:quadBezTo>
                <a:quadBezTo>
                  <a:pt x="58385" y="36796"/>
                  <a:pt x="58385" y="33529"/>
                </a:quadBezTo>
                <a:quadBezTo>
                  <a:pt x="58385" y="30262"/>
                  <a:pt x="57242" y="27285"/>
                </a:quadBezTo>
                <a:quadBezTo>
                  <a:pt x="56100" y="24308"/>
                  <a:pt x="54169" y="21723"/>
                </a:quadBezTo>
                <a:quadBezTo>
                  <a:pt x="54492" y="21608"/>
                  <a:pt x="54815" y="21573"/>
                </a:quadBezTo>
                <a:quadBezTo>
                  <a:pt x="55138" y="21538"/>
                  <a:pt x="55462" y="21538"/>
                </a:quadBezTo>
                <a:quadBezTo>
                  <a:pt x="60412" y="21538"/>
                  <a:pt x="63937" y="25063"/>
                </a:quadBezTo>
                <a:quadBezTo>
                  <a:pt x="67462" y="28588"/>
                  <a:pt x="67462" y="33538"/>
                </a:quadBezTo>
                <a:close/>
                <a:moveTo>
                  <a:pt x="14385" y="70462"/>
                </a:moveTo>
                <a:lnTo>
                  <a:pt x="62385" y="70462"/>
                </a:lnTo>
                <a:lnTo>
                  <a:pt x="62385" y="67877"/>
                </a:lnTo>
                <a:quadBezTo>
                  <a:pt x="62385" y="66469"/>
                  <a:pt x="61681" y="65415"/>
                </a:quadBezTo>
                <a:quadBezTo>
                  <a:pt x="60977" y="64362"/>
                  <a:pt x="59154" y="63400"/>
                </a:quadBezTo>
                <a:quadBezTo>
                  <a:pt x="54677" y="61008"/>
                  <a:pt x="49715" y="59735"/>
                </a:quadBezTo>
                <a:quadBezTo>
                  <a:pt x="44754" y="58462"/>
                  <a:pt x="38385" y="58462"/>
                </a:quadBezTo>
                <a:quadBezTo>
                  <a:pt x="32015" y="58462"/>
                  <a:pt x="27054" y="59735"/>
                </a:quadBezTo>
                <a:quadBezTo>
                  <a:pt x="22092" y="61008"/>
                  <a:pt x="17615" y="63400"/>
                </a:quadBezTo>
                <a:quadBezTo>
                  <a:pt x="15792" y="64362"/>
                  <a:pt x="15088" y="65415"/>
                </a:quadBezTo>
                <a:quadBezTo>
                  <a:pt x="14385" y="66469"/>
                  <a:pt x="14385" y="67877"/>
                </a:quadBezTo>
                <a:lnTo>
                  <a:pt x="14385" y="70462"/>
                </a:lnTo>
                <a:close/>
                <a:moveTo>
                  <a:pt x="38385" y="41538"/>
                </a:moveTo>
                <a:quadBezTo>
                  <a:pt x="41685" y="41538"/>
                  <a:pt x="44035" y="39188"/>
                </a:quadBezTo>
                <a:quadBezTo>
                  <a:pt x="46385" y="36838"/>
                  <a:pt x="46385" y="33538"/>
                </a:quadBezTo>
                <a:quadBezTo>
                  <a:pt x="46385" y="30238"/>
                  <a:pt x="44035" y="27888"/>
                </a:quadBezTo>
                <a:quadBezTo>
                  <a:pt x="41685" y="25538"/>
                  <a:pt x="38385" y="25538"/>
                </a:quadBezTo>
                <a:quadBezTo>
                  <a:pt x="35085" y="25538"/>
                  <a:pt x="32735" y="27888"/>
                </a:quadBezTo>
                <a:quadBezTo>
                  <a:pt x="30385" y="30238"/>
                  <a:pt x="30385" y="33538"/>
                </a:quadBezTo>
                <a:quadBezTo>
                  <a:pt x="30385" y="36838"/>
                  <a:pt x="32735" y="39188"/>
                </a:quadBezTo>
                <a:quadBezTo>
                  <a:pt x="35085" y="41538"/>
                  <a:pt x="38385" y="41538"/>
                </a:quadBezTo>
                <a:close/>
                <a:moveTo>
                  <a:pt x="38385" y="70462"/>
                </a:moveTo>
                <a:close/>
                <a:moveTo>
                  <a:pt x="38385" y="335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7" name="TextBox 96"/>
          <p:cNvSpPr txBox="1"/>
          <p:nvPr/>
        </p:nvSpPr>
        <p:spPr>
          <a:xfrm>
            <a:off x="5655915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group</a:t>
            </a:r>
          </a:p>
        </p:txBody>
      </p:sp>
      <p:sp>
        <p:nvSpPr>
          <p:cNvPr id="98" name="Icon groups"/>
          <p:cNvSpPr/>
          <p:nvPr/>
        </p:nvSpPr>
        <p:spPr>
          <a:xfrm>
            <a:off x="6848152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" y="70308"/>
                </a:moveTo>
                <a:lnTo>
                  <a:pt x="4000" y="66854"/>
                </a:lnTo>
                <a:quadBezTo>
                  <a:pt x="4000" y="63169"/>
                  <a:pt x="7938" y="60738"/>
                </a:quadBezTo>
                <a:quadBezTo>
                  <a:pt x="11877" y="58308"/>
                  <a:pt x="18077" y="58308"/>
                </a:quadBezTo>
                <a:quadBezTo>
                  <a:pt x="18992" y="58308"/>
                  <a:pt x="20038" y="58396"/>
                </a:quadBezTo>
                <a:quadBezTo>
                  <a:pt x="21085" y="58485"/>
                  <a:pt x="22262" y="58685"/>
                </a:quadBezTo>
                <a:quadBezTo>
                  <a:pt x="21323" y="60323"/>
                  <a:pt x="20892" y="62046"/>
                </a:quadBezTo>
                <a:quadBezTo>
                  <a:pt x="20462" y="63769"/>
                  <a:pt x="20462" y="65500"/>
                </a:quadBezTo>
                <a:lnTo>
                  <a:pt x="20462" y="70308"/>
                </a:lnTo>
                <a:lnTo>
                  <a:pt x="4000" y="70308"/>
                </a:lnTo>
                <a:close/>
                <a:moveTo>
                  <a:pt x="28000" y="70308"/>
                </a:moveTo>
                <a:lnTo>
                  <a:pt x="28000" y="65808"/>
                </a:lnTo>
                <a:quadBezTo>
                  <a:pt x="28000" y="63390"/>
                  <a:pt x="29404" y="61387"/>
                </a:quadBezTo>
                <a:quadBezTo>
                  <a:pt x="30808" y="59385"/>
                  <a:pt x="33546" y="57923"/>
                </a:quadBezTo>
                <a:quadBezTo>
                  <a:pt x="36285" y="56462"/>
                  <a:pt x="39927" y="55731"/>
                </a:quadBezTo>
                <a:quadBezTo>
                  <a:pt x="43569" y="55000"/>
                  <a:pt x="47969" y="55000"/>
                </a:quadBezTo>
                <a:quadBezTo>
                  <a:pt x="52454" y="55000"/>
                  <a:pt x="56096" y="55731"/>
                </a:quadBezTo>
                <a:quadBezTo>
                  <a:pt x="59738" y="56462"/>
                  <a:pt x="62477" y="57923"/>
                </a:quadBezTo>
                <a:quadBezTo>
                  <a:pt x="65215" y="59385"/>
                  <a:pt x="66608" y="61387"/>
                </a:quadBezTo>
                <a:quadBezTo>
                  <a:pt x="68000" y="63390"/>
                  <a:pt x="68000" y="65808"/>
                </a:quadBezTo>
                <a:lnTo>
                  <a:pt x="68000" y="70308"/>
                </a:lnTo>
                <a:lnTo>
                  <a:pt x="28000" y="70308"/>
                </a:lnTo>
                <a:close/>
                <a:moveTo>
                  <a:pt x="75538" y="70308"/>
                </a:moveTo>
                <a:lnTo>
                  <a:pt x="75538" y="65523"/>
                </a:lnTo>
                <a:quadBezTo>
                  <a:pt x="75538" y="63609"/>
                  <a:pt x="75119" y="61916"/>
                </a:quadBezTo>
                <a:quadBezTo>
                  <a:pt x="74700" y="60223"/>
                  <a:pt x="73862" y="58685"/>
                </a:quadBezTo>
                <a:quadBezTo>
                  <a:pt x="75115" y="58485"/>
                  <a:pt x="76112" y="58396"/>
                </a:quadBezTo>
                <a:quadBezTo>
                  <a:pt x="77108" y="58308"/>
                  <a:pt x="78000" y="58308"/>
                </a:quadBezTo>
                <a:quadBezTo>
                  <a:pt x="84200" y="58308"/>
                  <a:pt x="88100" y="60727"/>
                </a:quadBezTo>
                <a:quadBezTo>
                  <a:pt x="92000" y="63146"/>
                  <a:pt x="92000" y="66854"/>
                </a:quadBezTo>
                <a:lnTo>
                  <a:pt x="92000" y="70308"/>
                </a:lnTo>
                <a:lnTo>
                  <a:pt x="75538" y="70308"/>
                </a:lnTo>
                <a:close/>
                <a:moveTo>
                  <a:pt x="32115" y="66308"/>
                </a:moveTo>
                <a:lnTo>
                  <a:pt x="63908" y="66308"/>
                </a:lnTo>
                <a:lnTo>
                  <a:pt x="63908" y="65462"/>
                </a:lnTo>
                <a:quadBezTo>
                  <a:pt x="63677" y="62615"/>
                  <a:pt x="59242" y="60808"/>
                </a:quadBezTo>
                <a:quadBezTo>
                  <a:pt x="54808" y="59000"/>
                  <a:pt x="48000" y="59000"/>
                </a:quadBezTo>
                <a:quadBezTo>
                  <a:pt x="41192" y="59000"/>
                  <a:pt x="36758" y="60808"/>
                </a:quadBezTo>
                <a:quadBezTo>
                  <a:pt x="32323" y="62615"/>
                  <a:pt x="32115" y="65462"/>
                </a:quadBezTo>
                <a:lnTo>
                  <a:pt x="32115" y="66308"/>
                </a:lnTo>
                <a:close/>
                <a:moveTo>
                  <a:pt x="18056" y="54538"/>
                </a:moveTo>
                <a:quadBezTo>
                  <a:pt x="15700" y="54538"/>
                  <a:pt x="14042" y="52866"/>
                </a:quadBezTo>
                <a:quadBezTo>
                  <a:pt x="12385" y="51194"/>
                  <a:pt x="12385" y="48846"/>
                </a:quadBezTo>
                <a:quadBezTo>
                  <a:pt x="12385" y="46523"/>
                  <a:pt x="14057" y="44877"/>
                </a:quadBezTo>
                <a:quadBezTo>
                  <a:pt x="15729" y="43231"/>
                  <a:pt x="18077" y="43231"/>
                </a:quadBezTo>
                <a:quadBezTo>
                  <a:pt x="20400" y="43231"/>
                  <a:pt x="22085" y="44877"/>
                </a:quadBezTo>
                <a:quadBezTo>
                  <a:pt x="23769" y="46523"/>
                  <a:pt x="23769" y="48869"/>
                </a:quadBezTo>
                <a:quadBezTo>
                  <a:pt x="23769" y="51146"/>
                  <a:pt x="22127" y="52842"/>
                </a:quadBezTo>
                <a:quadBezTo>
                  <a:pt x="20484" y="54538"/>
                  <a:pt x="18056" y="54538"/>
                </a:quadBezTo>
                <a:close/>
                <a:moveTo>
                  <a:pt x="78000" y="54538"/>
                </a:moveTo>
                <a:quadBezTo>
                  <a:pt x="75700" y="54538"/>
                  <a:pt x="74004" y="52842"/>
                </a:quadBezTo>
                <a:quadBezTo>
                  <a:pt x="72308" y="51146"/>
                  <a:pt x="72308" y="48869"/>
                </a:quadBezTo>
                <a:quadBezTo>
                  <a:pt x="72308" y="46523"/>
                  <a:pt x="74004" y="44877"/>
                </a:quadBezTo>
                <a:quadBezTo>
                  <a:pt x="75700" y="43231"/>
                  <a:pt x="78015" y="43231"/>
                </a:quadBezTo>
                <a:quadBezTo>
                  <a:pt x="80400" y="43231"/>
                  <a:pt x="82046" y="44877"/>
                </a:quadBezTo>
                <a:quadBezTo>
                  <a:pt x="83692" y="46523"/>
                  <a:pt x="83692" y="48846"/>
                </a:quadBezTo>
                <a:quadBezTo>
                  <a:pt x="83692" y="51194"/>
                  <a:pt x="82056" y="52866"/>
                </a:quadBezTo>
                <a:quadBezTo>
                  <a:pt x="80419" y="54538"/>
                  <a:pt x="78000" y="54538"/>
                </a:quadBezTo>
                <a:close/>
                <a:moveTo>
                  <a:pt x="48027" y="52000"/>
                </a:moveTo>
                <a:quadBezTo>
                  <a:pt x="44385" y="52000"/>
                  <a:pt x="41808" y="49442"/>
                </a:quadBezTo>
                <a:quadBezTo>
                  <a:pt x="39231" y="46885"/>
                  <a:pt x="39231" y="43231"/>
                </a:quadBezTo>
                <a:quadBezTo>
                  <a:pt x="39231" y="39504"/>
                  <a:pt x="41788" y="36983"/>
                </a:quadBezTo>
                <a:quadBezTo>
                  <a:pt x="44346" y="34461"/>
                  <a:pt x="48000" y="34461"/>
                </a:quadBezTo>
                <a:quadBezTo>
                  <a:pt x="51727" y="34461"/>
                  <a:pt x="54248" y="36975"/>
                </a:quadBezTo>
                <a:quadBezTo>
                  <a:pt x="56769" y="39488"/>
                  <a:pt x="56769" y="43204"/>
                </a:quadBezTo>
                <a:quadBezTo>
                  <a:pt x="56769" y="46846"/>
                  <a:pt x="54256" y="49423"/>
                </a:quadBezTo>
                <a:quadBezTo>
                  <a:pt x="51743" y="52000"/>
                  <a:pt x="48027" y="52000"/>
                </a:quadBezTo>
                <a:close/>
                <a:moveTo>
                  <a:pt x="48038" y="48000"/>
                </a:moveTo>
                <a:quadBezTo>
                  <a:pt x="50008" y="48000"/>
                  <a:pt x="51388" y="46581"/>
                </a:quadBezTo>
                <a:quadBezTo>
                  <a:pt x="52769" y="45161"/>
                  <a:pt x="52769" y="43192"/>
                </a:quadBezTo>
                <a:quadBezTo>
                  <a:pt x="52769" y="41223"/>
                  <a:pt x="51398" y="39842"/>
                </a:quadBezTo>
                <a:quadBezTo>
                  <a:pt x="50027" y="38461"/>
                  <a:pt x="48000" y="38461"/>
                </a:quadBezTo>
                <a:quadBezTo>
                  <a:pt x="46069" y="38461"/>
                  <a:pt x="44650" y="39833"/>
                </a:quadBezTo>
                <a:quadBezTo>
                  <a:pt x="43231" y="41204"/>
                  <a:pt x="43231" y="43231"/>
                </a:quadBezTo>
                <a:quadBezTo>
                  <a:pt x="43231" y="45161"/>
                  <a:pt x="44650" y="46581"/>
                </a:quadBezTo>
                <a:quadBezTo>
                  <a:pt x="46069" y="48000"/>
                  <a:pt x="48038" y="48000"/>
                </a:quadBezTo>
                <a:close/>
                <a:moveTo>
                  <a:pt x="48023" y="66308"/>
                </a:moveTo>
                <a:close/>
                <a:moveTo>
                  <a:pt x="48000" y="43231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9" name="TextBox 98"/>
          <p:cNvSpPr txBox="1"/>
          <p:nvPr/>
        </p:nvSpPr>
        <p:spPr>
          <a:xfrm>
            <a:off x="6542180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groups</a:t>
            </a:r>
          </a:p>
        </p:txBody>
      </p:sp>
      <p:sp>
        <p:nvSpPr>
          <p:cNvPr id="100" name="Icon handshake"/>
          <p:cNvSpPr/>
          <p:nvPr/>
        </p:nvSpPr>
        <p:spPr>
          <a:xfrm>
            <a:off x="7734417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808" y="79769"/>
                </a:moveTo>
                <a:quadBezTo>
                  <a:pt x="47592" y="79769"/>
                  <a:pt x="48415" y="79415"/>
                </a:quadBezTo>
                <a:quadBezTo>
                  <a:pt x="49238" y="79062"/>
                  <a:pt x="49746" y="78554"/>
                </a:quadBezTo>
                <a:lnTo>
                  <a:pt x="80931" y="47369"/>
                </a:lnTo>
                <a:quadBezTo>
                  <a:pt x="82438" y="45862"/>
                  <a:pt x="83258" y="44285"/>
                </a:quadBezTo>
                <a:quadBezTo>
                  <a:pt x="84077" y="42708"/>
                  <a:pt x="84077" y="40823"/>
                </a:quadBezTo>
                <a:quadBezTo>
                  <a:pt x="84077" y="38915"/>
                  <a:pt x="83258" y="37119"/>
                </a:quadBezTo>
                <a:quadBezTo>
                  <a:pt x="82438" y="35323"/>
                  <a:pt x="80931" y="33838"/>
                </a:quadBezTo>
                <a:lnTo>
                  <a:pt x="65931" y="18838"/>
                </a:lnTo>
                <a:quadBezTo>
                  <a:pt x="64446" y="17331"/>
                  <a:pt x="62881" y="16627"/>
                </a:quadBezTo>
                <a:quadBezTo>
                  <a:pt x="61315" y="15923"/>
                  <a:pt x="59408" y="15923"/>
                </a:quadBezTo>
                <a:quadBezTo>
                  <a:pt x="57523" y="15923"/>
                  <a:pt x="55908" y="16627"/>
                </a:quadBezTo>
                <a:quadBezTo>
                  <a:pt x="54292" y="17331"/>
                  <a:pt x="52862" y="18838"/>
                </a:quadBezTo>
                <a:lnTo>
                  <a:pt x="49377" y="22323"/>
                </a:lnTo>
                <a:lnTo>
                  <a:pt x="56777" y="29746"/>
                </a:lnTo>
                <a:quadBezTo>
                  <a:pt x="57969" y="30915"/>
                  <a:pt x="58554" y="32408"/>
                </a:quadBezTo>
                <a:quadBezTo>
                  <a:pt x="59138" y="33900"/>
                  <a:pt x="59138" y="35438"/>
                </a:quadBezTo>
                <a:quadBezTo>
                  <a:pt x="59138" y="38562"/>
                  <a:pt x="57096" y="40604"/>
                </a:quadBezTo>
                <a:quadBezTo>
                  <a:pt x="55054" y="42646"/>
                  <a:pt x="51931" y="42646"/>
                </a:quadBezTo>
                <a:quadBezTo>
                  <a:pt x="50392" y="42646"/>
                  <a:pt x="48927" y="42177"/>
                </a:quadBezTo>
                <a:quadBezTo>
                  <a:pt x="47462" y="41708"/>
                  <a:pt x="46292" y="40538"/>
                </a:quadBezTo>
                <a:lnTo>
                  <a:pt x="38638" y="32908"/>
                </a:lnTo>
                <a:lnTo>
                  <a:pt x="21369" y="50177"/>
                </a:lnTo>
                <a:quadBezTo>
                  <a:pt x="20762" y="50785"/>
                  <a:pt x="20458" y="51558"/>
                </a:quadBezTo>
                <a:quadBezTo>
                  <a:pt x="20154" y="52331"/>
                  <a:pt x="20154" y="53115"/>
                </a:quadBezTo>
                <a:quadBezTo>
                  <a:pt x="20154" y="54531"/>
                  <a:pt x="21062" y="55450"/>
                </a:quadBezTo>
                <a:quadBezTo>
                  <a:pt x="21969" y="56369"/>
                  <a:pt x="23385" y="56369"/>
                </a:quadBezTo>
                <a:quadBezTo>
                  <a:pt x="24169" y="56369"/>
                  <a:pt x="24992" y="56015"/>
                </a:quadBezTo>
                <a:quadBezTo>
                  <a:pt x="25815" y="55662"/>
                  <a:pt x="26323" y="55154"/>
                </a:quadBezTo>
                <a:lnTo>
                  <a:pt x="39000" y="42477"/>
                </a:lnTo>
                <a:lnTo>
                  <a:pt x="41831" y="45308"/>
                </a:lnTo>
                <a:lnTo>
                  <a:pt x="29177" y="57985"/>
                </a:lnTo>
                <a:quadBezTo>
                  <a:pt x="28569" y="58592"/>
                  <a:pt x="28265" y="59365"/>
                </a:quadBezTo>
                <a:quadBezTo>
                  <a:pt x="27962" y="60138"/>
                  <a:pt x="27962" y="60923"/>
                </a:quadBezTo>
                <a:quadBezTo>
                  <a:pt x="27962" y="62262"/>
                  <a:pt x="28908" y="63208"/>
                </a:quadBezTo>
                <a:quadBezTo>
                  <a:pt x="29854" y="64154"/>
                  <a:pt x="31192" y="64154"/>
                </a:quadBezTo>
                <a:quadBezTo>
                  <a:pt x="31977" y="64154"/>
                  <a:pt x="32800" y="63800"/>
                </a:quadBezTo>
                <a:quadBezTo>
                  <a:pt x="33623" y="63446"/>
                  <a:pt x="34131" y="62938"/>
                </a:quadBezTo>
                <a:lnTo>
                  <a:pt x="47731" y="49362"/>
                </a:lnTo>
                <a:lnTo>
                  <a:pt x="50562" y="52192"/>
                </a:lnTo>
                <a:lnTo>
                  <a:pt x="36985" y="65792"/>
                </a:lnTo>
                <a:quadBezTo>
                  <a:pt x="36454" y="66300"/>
                  <a:pt x="36112" y="67123"/>
                </a:quadBezTo>
                <a:quadBezTo>
                  <a:pt x="35769" y="67946"/>
                  <a:pt x="35769" y="68731"/>
                </a:quadBezTo>
                <a:quadBezTo>
                  <a:pt x="35769" y="70069"/>
                  <a:pt x="36715" y="71015"/>
                </a:quadBezTo>
                <a:quadBezTo>
                  <a:pt x="37662" y="71962"/>
                  <a:pt x="39000" y="71962"/>
                </a:quadBezTo>
                <a:quadBezTo>
                  <a:pt x="39785" y="71962"/>
                  <a:pt x="40558" y="71658"/>
                </a:quadBezTo>
                <a:quadBezTo>
                  <a:pt x="41331" y="71354"/>
                  <a:pt x="41938" y="70746"/>
                </a:quadBezTo>
                <a:lnTo>
                  <a:pt x="55538" y="57169"/>
                </a:lnTo>
                <a:lnTo>
                  <a:pt x="58369" y="60000"/>
                </a:lnTo>
                <a:lnTo>
                  <a:pt x="44769" y="73600"/>
                </a:lnTo>
                <a:quadBezTo>
                  <a:pt x="44162" y="74208"/>
                  <a:pt x="43858" y="75058"/>
                </a:quadBezTo>
                <a:quadBezTo>
                  <a:pt x="43554" y="75908"/>
                  <a:pt x="43554" y="76615"/>
                </a:quadBezTo>
                <a:quadBezTo>
                  <a:pt x="43554" y="78031"/>
                  <a:pt x="44550" y="78900"/>
                </a:quadBezTo>
                <a:quadBezTo>
                  <a:pt x="45546" y="79769"/>
                  <a:pt x="46808" y="79769"/>
                </a:quadBezTo>
                <a:close/>
                <a:moveTo>
                  <a:pt x="46785" y="83769"/>
                </a:moveTo>
                <a:quadBezTo>
                  <a:pt x="43700" y="83769"/>
                  <a:pt x="41504" y="81512"/>
                </a:quadBezTo>
                <a:quadBezTo>
                  <a:pt x="39308" y="79254"/>
                  <a:pt x="39577" y="75938"/>
                </a:quadBezTo>
                <a:quadBezTo>
                  <a:pt x="36177" y="75977"/>
                  <a:pt x="33915" y="73908"/>
                </a:quadBezTo>
                <a:quadBezTo>
                  <a:pt x="31654" y="71838"/>
                  <a:pt x="31769" y="68131"/>
                </a:quadBezTo>
                <a:quadBezTo>
                  <a:pt x="28062" y="68169"/>
                  <a:pt x="25927" y="66012"/>
                </a:quadBezTo>
                <a:quadBezTo>
                  <a:pt x="23792" y="63854"/>
                  <a:pt x="23985" y="60323"/>
                </a:quadBezTo>
                <a:quadBezTo>
                  <a:pt x="20646" y="60362"/>
                  <a:pt x="18400" y="58446"/>
                </a:quadBezTo>
                <a:quadBezTo>
                  <a:pt x="16154" y="56531"/>
                  <a:pt x="16154" y="53115"/>
                </a:quadBezTo>
                <a:quadBezTo>
                  <a:pt x="16154" y="51577"/>
                  <a:pt x="16750" y="50035"/>
                </a:quadBezTo>
                <a:quadBezTo>
                  <a:pt x="17346" y="48492"/>
                  <a:pt x="18515" y="47323"/>
                </a:quadBezTo>
                <a:lnTo>
                  <a:pt x="38638" y="27223"/>
                </a:lnTo>
                <a:lnTo>
                  <a:pt x="48969" y="37554"/>
                </a:lnTo>
                <a:quadBezTo>
                  <a:pt x="49477" y="38085"/>
                  <a:pt x="50223" y="38427"/>
                </a:quadBezTo>
                <a:quadBezTo>
                  <a:pt x="50969" y="38769"/>
                  <a:pt x="51908" y="38769"/>
                </a:quadBezTo>
                <a:quadBezTo>
                  <a:pt x="53192" y="38769"/>
                  <a:pt x="54177" y="37873"/>
                </a:quadBezTo>
                <a:quadBezTo>
                  <a:pt x="55162" y="36977"/>
                  <a:pt x="55162" y="35538"/>
                </a:quadBezTo>
                <a:quadBezTo>
                  <a:pt x="55162" y="34600"/>
                  <a:pt x="54819" y="33854"/>
                </a:quadBezTo>
                <a:quadBezTo>
                  <a:pt x="54477" y="33108"/>
                  <a:pt x="53946" y="32600"/>
                </a:quadBezTo>
                <a:lnTo>
                  <a:pt x="40185" y="18838"/>
                </a:lnTo>
                <a:quadBezTo>
                  <a:pt x="38700" y="17331"/>
                  <a:pt x="37096" y="16627"/>
                </a:quadBezTo>
                <a:quadBezTo>
                  <a:pt x="35492" y="15923"/>
                  <a:pt x="33585" y="15923"/>
                </a:quadBezTo>
                <a:quadBezTo>
                  <a:pt x="31700" y="15923"/>
                  <a:pt x="30162" y="16627"/>
                </a:quadBezTo>
                <a:quadBezTo>
                  <a:pt x="28623" y="17331"/>
                  <a:pt x="27115" y="18838"/>
                </a:quadBezTo>
                <a:lnTo>
                  <a:pt x="14938" y="31038"/>
                </a:lnTo>
                <a:quadBezTo>
                  <a:pt x="13654" y="32323"/>
                  <a:pt x="12862" y="34100"/>
                </a:quadBezTo>
                <a:quadBezTo>
                  <a:pt x="12069" y="35877"/>
                  <a:pt x="12023" y="37769"/>
                </a:quadBezTo>
                <a:quadBezTo>
                  <a:pt x="11977" y="39123"/>
                  <a:pt x="12254" y="40373"/>
                </a:quadBezTo>
                <a:quadBezTo>
                  <a:pt x="12531" y="41623"/>
                  <a:pt x="13131" y="42723"/>
                </a:quadBezTo>
                <a:lnTo>
                  <a:pt x="10100" y="45754"/>
                </a:lnTo>
                <a:quadBezTo>
                  <a:pt x="9092" y="44146"/>
                  <a:pt x="8523" y="42050"/>
                </a:quadBezTo>
                <a:quadBezTo>
                  <a:pt x="7954" y="39954"/>
                  <a:pt x="8000" y="37769"/>
                </a:quadBezTo>
                <a:quadBezTo>
                  <a:pt x="8046" y="35046"/>
                  <a:pt x="9092" y="32550"/>
                </a:quadBezTo>
                <a:quadBezTo>
                  <a:pt x="10138" y="30054"/>
                  <a:pt x="12085" y="28108"/>
                </a:quadBezTo>
                <a:lnTo>
                  <a:pt x="24185" y="16008"/>
                </a:lnTo>
                <a:quadBezTo>
                  <a:pt x="26277" y="13938"/>
                  <a:pt x="28612" y="12931"/>
                </a:quadBezTo>
                <a:quadBezTo>
                  <a:pt x="30946" y="11923"/>
                  <a:pt x="33662" y="11923"/>
                </a:quadBezTo>
                <a:quadBezTo>
                  <a:pt x="36377" y="11923"/>
                  <a:pt x="38673" y="12931"/>
                </a:quadBezTo>
                <a:quadBezTo>
                  <a:pt x="40969" y="13938"/>
                  <a:pt x="43038" y="16008"/>
                </a:quadBezTo>
                <a:lnTo>
                  <a:pt x="46523" y="19492"/>
                </a:lnTo>
                <a:lnTo>
                  <a:pt x="50008" y="16008"/>
                </a:lnTo>
                <a:quadBezTo>
                  <a:pt x="52100" y="13938"/>
                  <a:pt x="54396" y="12931"/>
                </a:quadBezTo>
                <a:quadBezTo>
                  <a:pt x="56692" y="11923"/>
                  <a:pt x="59408" y="11923"/>
                </a:quadBezTo>
                <a:quadBezTo>
                  <a:pt x="62123" y="11923"/>
                  <a:pt x="64458" y="12931"/>
                </a:quadBezTo>
                <a:quadBezTo>
                  <a:pt x="66792" y="13938"/>
                  <a:pt x="68862" y="16008"/>
                </a:quadBezTo>
                <a:lnTo>
                  <a:pt x="83762" y="30908"/>
                </a:lnTo>
                <a:quadBezTo>
                  <a:pt x="85831" y="32977"/>
                  <a:pt x="86954" y="35554"/>
                </a:quadBezTo>
                <a:quadBezTo>
                  <a:pt x="88077" y="38131"/>
                  <a:pt x="88077" y="40846"/>
                </a:quadBezTo>
                <a:quadBezTo>
                  <a:pt x="88077" y="43562"/>
                  <a:pt x="86954" y="45858"/>
                </a:quadBezTo>
                <a:quadBezTo>
                  <a:pt x="85831" y="48154"/>
                  <a:pt x="83762" y="50223"/>
                </a:quadBezTo>
                <a:lnTo>
                  <a:pt x="52577" y="81385"/>
                </a:lnTo>
                <a:quadBezTo>
                  <a:pt x="51331" y="82631"/>
                  <a:pt x="49865" y="83200"/>
                </a:quadBezTo>
                <a:quadBezTo>
                  <a:pt x="48400" y="83769"/>
                  <a:pt x="46785" y="83769"/>
                </a:quadBezTo>
                <a:close/>
                <a:moveTo>
                  <a:pt x="33962" y="3330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1" name="TextBox 100"/>
          <p:cNvSpPr txBox="1"/>
          <p:nvPr/>
        </p:nvSpPr>
        <p:spPr>
          <a:xfrm>
            <a:off x="7428444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handshake</a:t>
            </a:r>
          </a:p>
        </p:txBody>
      </p:sp>
      <p:sp>
        <p:nvSpPr>
          <p:cNvPr id="102" name="Icon health_and_safety"/>
          <p:cNvSpPr/>
          <p:nvPr/>
        </p:nvSpPr>
        <p:spPr>
          <a:xfrm>
            <a:off x="8620681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4000" y="60000"/>
                </a:moveTo>
                <a:lnTo>
                  <a:pt x="52000" y="60000"/>
                </a:lnTo>
                <a:lnTo>
                  <a:pt x="52000" y="50000"/>
                </a:lnTo>
                <a:lnTo>
                  <a:pt x="62000" y="50000"/>
                </a:lnTo>
                <a:lnTo>
                  <a:pt x="62000" y="42000"/>
                </a:lnTo>
                <a:lnTo>
                  <a:pt x="52000" y="42000"/>
                </a:lnTo>
                <a:lnTo>
                  <a:pt x="52000" y="32000"/>
                </a:lnTo>
                <a:lnTo>
                  <a:pt x="44000" y="32000"/>
                </a:lnTo>
                <a:lnTo>
                  <a:pt x="44000" y="42000"/>
                </a:lnTo>
                <a:lnTo>
                  <a:pt x="34000" y="42000"/>
                </a:lnTo>
                <a:lnTo>
                  <a:pt x="34000" y="50000"/>
                </a:lnTo>
                <a:lnTo>
                  <a:pt x="44000" y="50000"/>
                </a:lnTo>
                <a:lnTo>
                  <a:pt x="44000" y="60000"/>
                </a:lnTo>
                <a:close/>
                <a:moveTo>
                  <a:pt x="48000" y="83846"/>
                </a:moveTo>
                <a:quadBezTo>
                  <a:pt x="35946" y="80269"/>
                  <a:pt x="27973" y="69242"/>
                </a:quadBezTo>
                <a:quadBezTo>
                  <a:pt x="20000" y="58215"/>
                  <a:pt x="20000" y="44400"/>
                </a:quadBezTo>
                <a:lnTo>
                  <a:pt x="20000" y="22769"/>
                </a:lnTo>
                <a:lnTo>
                  <a:pt x="48000" y="12308"/>
                </a:lnTo>
                <a:lnTo>
                  <a:pt x="76000" y="22769"/>
                </a:lnTo>
                <a:lnTo>
                  <a:pt x="76000" y="44400"/>
                </a:lnTo>
                <a:quadBezTo>
                  <a:pt x="76000" y="58215"/>
                  <a:pt x="68027" y="69242"/>
                </a:quadBezTo>
                <a:quadBezTo>
                  <a:pt x="60054" y="80269"/>
                  <a:pt x="48000" y="83846"/>
                </a:quadBezTo>
                <a:close/>
                <a:moveTo>
                  <a:pt x="48000" y="79600"/>
                </a:moveTo>
                <a:quadBezTo>
                  <a:pt x="58400" y="76300"/>
                  <a:pt x="65200" y="66400"/>
                </a:quadBezTo>
                <a:quadBezTo>
                  <a:pt x="72000" y="56500"/>
                  <a:pt x="72000" y="44400"/>
                </a:quadBezTo>
                <a:lnTo>
                  <a:pt x="72000" y="25500"/>
                </a:lnTo>
                <a:lnTo>
                  <a:pt x="48000" y="16577"/>
                </a:lnTo>
                <a:lnTo>
                  <a:pt x="24000" y="25500"/>
                </a:lnTo>
                <a:lnTo>
                  <a:pt x="24000" y="44400"/>
                </a:lnTo>
                <a:quadBezTo>
                  <a:pt x="24000" y="56500"/>
                  <a:pt x="30800" y="66400"/>
                </a:quadBezTo>
                <a:quadBezTo>
                  <a:pt x="37600" y="76300"/>
                  <a:pt x="48000" y="79600"/>
                </a:quadBezTo>
                <a:close/>
                <a:moveTo>
                  <a:pt x="48000" y="48077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3" name="TextBox 102"/>
          <p:cNvSpPr txBox="1"/>
          <p:nvPr/>
        </p:nvSpPr>
        <p:spPr>
          <a:xfrm>
            <a:off x="8314709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health and safety</a:t>
            </a:r>
          </a:p>
        </p:txBody>
      </p:sp>
      <p:sp>
        <p:nvSpPr>
          <p:cNvPr id="104" name="Icon help"/>
          <p:cNvSpPr/>
          <p:nvPr/>
        </p:nvSpPr>
        <p:spPr>
          <a:xfrm>
            <a:off x="9506946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112" y="68923"/>
                </a:moveTo>
                <a:quadBezTo>
                  <a:pt x="49438" y="68923"/>
                  <a:pt x="50350" y="68007"/>
                </a:quadBezTo>
                <a:quadBezTo>
                  <a:pt x="51262" y="67091"/>
                  <a:pt x="51262" y="65765"/>
                </a:quadBezTo>
                <a:quadBezTo>
                  <a:pt x="51262" y="64438"/>
                  <a:pt x="50346" y="63527"/>
                </a:quadBezTo>
                <a:quadBezTo>
                  <a:pt x="49430" y="62615"/>
                  <a:pt x="48103" y="62615"/>
                </a:quadBezTo>
                <a:quadBezTo>
                  <a:pt x="46777" y="62615"/>
                  <a:pt x="45865" y="63531"/>
                </a:quadBezTo>
                <a:quadBezTo>
                  <a:pt x="44954" y="64447"/>
                  <a:pt x="44954" y="65774"/>
                </a:quadBezTo>
                <a:quadBezTo>
                  <a:pt x="44954" y="67100"/>
                  <a:pt x="45870" y="68012"/>
                </a:quadBezTo>
                <a:quadBezTo>
                  <a:pt x="46786" y="68923"/>
                  <a:pt x="48112" y="68923"/>
                </a:quadBezTo>
                <a:close/>
                <a:moveTo>
                  <a:pt x="46046" y="55677"/>
                </a:moveTo>
                <a:lnTo>
                  <a:pt x="49908" y="55677"/>
                </a:lnTo>
                <a:quadBezTo>
                  <a:pt x="50062" y="53069"/>
                  <a:pt x="50888" y="51438"/>
                </a:quadBezTo>
                <a:quadBezTo>
                  <a:pt x="51715" y="49808"/>
                  <a:pt x="54292" y="47277"/>
                </a:quadBezTo>
                <a:quadBezTo>
                  <a:pt x="56969" y="44600"/>
                  <a:pt x="58277" y="42481"/>
                </a:quadBezTo>
                <a:quadBezTo>
                  <a:pt x="59585" y="40362"/>
                  <a:pt x="59585" y="37575"/>
                </a:quadBezTo>
                <a:quadBezTo>
                  <a:pt x="59585" y="32846"/>
                  <a:pt x="56262" y="30038"/>
                </a:quadBezTo>
                <a:quadBezTo>
                  <a:pt x="52939" y="27231"/>
                  <a:pt x="48400" y="27231"/>
                </a:quadBezTo>
                <a:quadBezTo>
                  <a:pt x="44085" y="27231"/>
                  <a:pt x="41073" y="29577"/>
                </a:quadBezTo>
                <a:quadBezTo>
                  <a:pt x="38062" y="31923"/>
                  <a:pt x="36662" y="34969"/>
                </a:quadBezTo>
                <a:lnTo>
                  <a:pt x="40338" y="36492"/>
                </a:lnTo>
                <a:quadBezTo>
                  <a:pt x="41300" y="34308"/>
                  <a:pt x="43088" y="32631"/>
                </a:quadBezTo>
                <a:quadBezTo>
                  <a:pt x="44877" y="30954"/>
                  <a:pt x="48246" y="30954"/>
                </a:quadBezTo>
                <a:quadBezTo>
                  <a:pt x="52138" y="30954"/>
                  <a:pt x="53931" y="33088"/>
                </a:quadBezTo>
                <a:quadBezTo>
                  <a:pt x="55723" y="35223"/>
                  <a:pt x="55723" y="37785"/>
                </a:quadBezTo>
                <a:quadBezTo>
                  <a:pt x="55723" y="39862"/>
                  <a:pt x="54600" y="41496"/>
                </a:quadBezTo>
                <a:quadBezTo>
                  <a:pt x="53477" y="43131"/>
                  <a:pt x="51677" y="44785"/>
                </a:quadBezTo>
                <a:quadBezTo>
                  <a:pt x="48200" y="47992"/>
                  <a:pt x="47123" y="50223"/>
                </a:quadBezTo>
                <a:quadBezTo>
                  <a:pt x="46046" y="52454"/>
                  <a:pt x="46046" y="55677"/>
                </a:quadBez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5" name="TextBox 104"/>
          <p:cNvSpPr txBox="1"/>
          <p:nvPr/>
        </p:nvSpPr>
        <p:spPr>
          <a:xfrm>
            <a:off x="9200974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help</a:t>
            </a:r>
          </a:p>
        </p:txBody>
      </p:sp>
      <p:sp>
        <p:nvSpPr>
          <p:cNvPr id="106" name="Icon home"/>
          <p:cNvSpPr/>
          <p:nvPr/>
        </p:nvSpPr>
        <p:spPr>
          <a:xfrm>
            <a:off x="10393211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76000"/>
                </a:moveTo>
                <a:lnTo>
                  <a:pt x="38769" y="76000"/>
                </a:lnTo>
                <a:lnTo>
                  <a:pt x="38769" y="52462"/>
                </a:lnTo>
                <a:lnTo>
                  <a:pt x="57231" y="52462"/>
                </a:lnTo>
                <a:lnTo>
                  <a:pt x="57231" y="76000"/>
                </a:lnTo>
                <a:lnTo>
                  <a:pt x="72000" y="76000"/>
                </a:lnTo>
                <a:lnTo>
                  <a:pt x="72000" y="40000"/>
                </a:lnTo>
                <a:lnTo>
                  <a:pt x="48000" y="21846"/>
                </a:lnTo>
                <a:lnTo>
                  <a:pt x="24000" y="40000"/>
                </a:lnTo>
                <a:lnTo>
                  <a:pt x="24000" y="76000"/>
                </a:lnTo>
                <a:close/>
                <a:moveTo>
                  <a:pt x="20000" y="80000"/>
                </a:moveTo>
                <a:lnTo>
                  <a:pt x="20000" y="38000"/>
                </a:lnTo>
                <a:lnTo>
                  <a:pt x="48000" y="16846"/>
                </a:lnTo>
                <a:lnTo>
                  <a:pt x="76000" y="38000"/>
                </a:lnTo>
                <a:lnTo>
                  <a:pt x="76000" y="80000"/>
                </a:lnTo>
                <a:lnTo>
                  <a:pt x="53231" y="80000"/>
                </a:lnTo>
                <a:lnTo>
                  <a:pt x="53231" y="56462"/>
                </a:lnTo>
                <a:lnTo>
                  <a:pt x="42769" y="56462"/>
                </a:lnTo>
                <a:lnTo>
                  <a:pt x="42769" y="80000"/>
                </a:lnTo>
                <a:lnTo>
                  <a:pt x="20000" y="80000"/>
                </a:lnTo>
                <a:close/>
                <a:moveTo>
                  <a:pt x="48000" y="48923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7" name="TextBox 106"/>
          <p:cNvSpPr txBox="1"/>
          <p:nvPr/>
        </p:nvSpPr>
        <p:spPr>
          <a:xfrm>
            <a:off x="10087238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home</a:t>
            </a:r>
          </a:p>
        </p:txBody>
      </p:sp>
      <p:sp>
        <p:nvSpPr>
          <p:cNvPr id="108" name="Icon hub"/>
          <p:cNvSpPr/>
          <p:nvPr/>
        </p:nvSpPr>
        <p:spPr>
          <a:xfrm>
            <a:off x="11279475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9" y="90000"/>
                </a:moveTo>
                <a:quadBezTo>
                  <a:pt x="19846" y="90000"/>
                  <a:pt x="16923" y="87086"/>
                </a:quadBezTo>
                <a:quadBezTo>
                  <a:pt x="14000" y="84172"/>
                  <a:pt x="14000" y="80009"/>
                </a:quadBezTo>
                <a:quadBezTo>
                  <a:pt x="14000" y="75846"/>
                  <a:pt x="16917" y="72923"/>
                </a:quadBezTo>
                <a:quadBezTo>
                  <a:pt x="19835" y="70000"/>
                  <a:pt x="24002" y="70000"/>
                </a:quadBezTo>
                <a:quadBezTo>
                  <a:pt x="25169" y="70000"/>
                  <a:pt x="26446" y="70338"/>
                </a:quadBezTo>
                <a:quadBezTo>
                  <a:pt x="27723" y="70677"/>
                  <a:pt x="28823" y="71254"/>
                </a:quadBezTo>
                <a:lnTo>
                  <a:pt x="38985" y="58615"/>
                </a:lnTo>
                <a:quadBezTo>
                  <a:pt x="36800" y="56285"/>
                  <a:pt x="36008" y="53462"/>
                </a:quadBezTo>
                <a:quadBezTo>
                  <a:pt x="35215" y="50638"/>
                  <a:pt x="35738" y="47738"/>
                </a:quadBezTo>
                <a:lnTo>
                  <a:pt x="20792" y="42808"/>
                </a:lnTo>
                <a:quadBezTo>
                  <a:pt x="19477" y="45154"/>
                  <a:pt x="17163" y="46577"/>
                </a:quadBezTo>
                <a:quadBezTo>
                  <a:pt x="14848" y="48000"/>
                  <a:pt x="12000" y="48000"/>
                </a:quadBezTo>
                <a:quadBezTo>
                  <a:pt x="7833" y="48000"/>
                  <a:pt x="4917" y="45086"/>
                </a:quadBezTo>
                <a:quadBezTo>
                  <a:pt x="2000" y="42172"/>
                  <a:pt x="2000" y="38009"/>
                </a:quadBezTo>
                <a:quadBezTo>
                  <a:pt x="2000" y="33846"/>
                  <a:pt x="4914" y="30923"/>
                </a:quadBezTo>
                <a:quadBezTo>
                  <a:pt x="7828" y="28000"/>
                  <a:pt x="11991" y="28000"/>
                </a:quadBezTo>
                <a:quadBezTo>
                  <a:pt x="16154" y="28000"/>
                  <a:pt x="19077" y="30917"/>
                </a:quadBezTo>
                <a:quadBezTo>
                  <a:pt x="22000" y="33833"/>
                  <a:pt x="22000" y="38000"/>
                </a:quadBezTo>
                <a:quadBezTo>
                  <a:pt x="22000" y="38508"/>
                  <a:pt x="21962" y="38785"/>
                </a:quadBezTo>
                <a:quadBezTo>
                  <a:pt x="21923" y="39062"/>
                  <a:pt x="21923" y="39338"/>
                </a:quadBezTo>
                <a:lnTo>
                  <a:pt x="36792" y="44523"/>
                </a:lnTo>
                <a:quadBezTo>
                  <a:pt x="38100" y="42000"/>
                  <a:pt x="40527" y="40115"/>
                </a:quadBezTo>
                <a:quadBezTo>
                  <a:pt x="42954" y="38231"/>
                  <a:pt x="46231" y="37685"/>
                </a:quadBezTo>
                <a:lnTo>
                  <a:pt x="46231" y="21831"/>
                </a:lnTo>
                <a:quadBezTo>
                  <a:pt x="42408" y="21115"/>
                  <a:pt x="40204" y="18273"/>
                </a:quadBezTo>
                <a:quadBezTo>
                  <a:pt x="38000" y="15431"/>
                  <a:pt x="38000" y="11968"/>
                </a:quadBezTo>
                <a:quadBezTo>
                  <a:pt x="38000" y="7846"/>
                  <a:pt x="40914" y="4923"/>
                </a:quadBezTo>
                <a:quadBezTo>
                  <a:pt x="43828" y="2000"/>
                  <a:pt x="47991" y="2000"/>
                </a:quadBezTo>
                <a:quadBezTo>
                  <a:pt x="52154" y="2000"/>
                  <a:pt x="55077" y="4917"/>
                </a:quadBezTo>
                <a:quadBezTo>
                  <a:pt x="58000" y="7833"/>
                  <a:pt x="58000" y="12000"/>
                </a:quadBezTo>
                <a:quadBezTo>
                  <a:pt x="58000" y="15431"/>
                  <a:pt x="55785" y="18273"/>
                </a:quadBezTo>
                <a:quadBezTo>
                  <a:pt x="53569" y="21115"/>
                  <a:pt x="49769" y="21831"/>
                </a:quadBezTo>
                <a:lnTo>
                  <a:pt x="49769" y="37685"/>
                </a:lnTo>
                <a:quadBezTo>
                  <a:pt x="53046" y="38231"/>
                  <a:pt x="55435" y="40115"/>
                </a:quadBezTo>
                <a:quadBezTo>
                  <a:pt x="57823" y="42000"/>
                  <a:pt x="59208" y="44523"/>
                </a:quadBezTo>
                <a:lnTo>
                  <a:pt x="74077" y="39338"/>
                </a:lnTo>
                <a:quadBezTo>
                  <a:pt x="74000" y="38985"/>
                  <a:pt x="74000" y="38746"/>
                </a:quadBezTo>
                <a:lnTo>
                  <a:pt x="74000" y="38000"/>
                </a:lnTo>
                <a:quadBezTo>
                  <a:pt x="74000" y="33833"/>
                  <a:pt x="76914" y="30917"/>
                </a:quadBezTo>
                <a:quadBezTo>
                  <a:pt x="79828" y="28000"/>
                  <a:pt x="83991" y="28000"/>
                </a:quadBezTo>
                <a:quadBezTo>
                  <a:pt x="88154" y="28000"/>
                  <a:pt x="91077" y="30914"/>
                </a:quadBezTo>
                <a:quadBezTo>
                  <a:pt x="94000" y="33828"/>
                  <a:pt x="94000" y="37991"/>
                </a:quadBezTo>
                <a:quadBezTo>
                  <a:pt x="94000" y="42154"/>
                  <a:pt x="91083" y="45077"/>
                </a:quadBezTo>
                <a:quadBezTo>
                  <a:pt x="88167" y="48000"/>
                  <a:pt x="84000" y="48000"/>
                </a:quadBezTo>
                <a:quadBezTo>
                  <a:pt x="81176" y="48000"/>
                  <a:pt x="78838" y="46577"/>
                </a:quadBezTo>
                <a:quadBezTo>
                  <a:pt x="76500" y="45154"/>
                  <a:pt x="75208" y="42808"/>
                </a:quadBezTo>
                <a:lnTo>
                  <a:pt x="60262" y="47738"/>
                </a:lnTo>
                <a:quadBezTo>
                  <a:pt x="60785" y="50638"/>
                  <a:pt x="59992" y="53450"/>
                </a:quadBezTo>
                <a:quadBezTo>
                  <a:pt x="59200" y="56262"/>
                  <a:pt x="57015" y="58538"/>
                </a:quadBezTo>
                <a:lnTo>
                  <a:pt x="67177" y="71154"/>
                </a:lnTo>
                <a:quadBezTo>
                  <a:pt x="68277" y="70654"/>
                  <a:pt x="69554" y="70327"/>
                </a:quadBezTo>
                <a:quadBezTo>
                  <a:pt x="70831" y="70000"/>
                  <a:pt x="71998" y="70000"/>
                </a:quadBezTo>
                <a:quadBezTo>
                  <a:pt x="76165" y="70000"/>
                  <a:pt x="79083" y="72914"/>
                </a:quadBezTo>
                <a:quadBezTo>
                  <a:pt x="82000" y="75828"/>
                  <a:pt x="82000" y="79991"/>
                </a:quadBezTo>
                <a:quadBezTo>
                  <a:pt x="82000" y="84154"/>
                  <a:pt x="79086" y="87077"/>
                </a:quadBezTo>
                <a:quadBezTo>
                  <a:pt x="76172" y="90000"/>
                  <a:pt x="72009" y="90000"/>
                </a:quadBezTo>
                <a:quadBezTo>
                  <a:pt x="67846" y="90000"/>
                  <a:pt x="64923" y="87083"/>
                </a:quadBezTo>
                <a:quadBezTo>
                  <a:pt x="62000" y="84167"/>
                  <a:pt x="62000" y="80000"/>
                </a:quadBezTo>
                <a:quadBezTo>
                  <a:pt x="62000" y="78216"/>
                  <a:pt x="62573" y="76566"/>
                </a:quadBezTo>
                <a:quadBezTo>
                  <a:pt x="63146" y="74915"/>
                  <a:pt x="64477" y="73492"/>
                </a:quadBezTo>
                <a:lnTo>
                  <a:pt x="54315" y="60700"/>
                </a:lnTo>
                <a:quadBezTo>
                  <a:pt x="51600" y="62462"/>
                  <a:pt x="48027" y="62462"/>
                </a:quadBezTo>
                <a:quadBezTo>
                  <a:pt x="44454" y="62462"/>
                  <a:pt x="41662" y="60700"/>
                </a:quadBezTo>
                <a:lnTo>
                  <a:pt x="31523" y="73492"/>
                </a:lnTo>
                <a:quadBezTo>
                  <a:pt x="32777" y="74915"/>
                  <a:pt x="33388" y="76566"/>
                </a:quadBezTo>
                <a:quadBezTo>
                  <a:pt x="34000" y="78216"/>
                  <a:pt x="34000" y="80000"/>
                </a:quadBezTo>
                <a:quadBezTo>
                  <a:pt x="34000" y="84167"/>
                  <a:pt x="31086" y="87083"/>
                </a:quadBezTo>
                <a:quadBezTo>
                  <a:pt x="28172" y="90000"/>
                  <a:pt x="24009" y="90000"/>
                </a:quadBezTo>
                <a:close/>
                <a:moveTo>
                  <a:pt x="12000" y="44000"/>
                </a:moveTo>
                <a:quadBezTo>
                  <a:pt x="14469" y="44000"/>
                  <a:pt x="16235" y="42235"/>
                </a:quadBezTo>
                <a:quadBezTo>
                  <a:pt x="18000" y="40469"/>
                  <a:pt x="18000" y="38000"/>
                </a:quadBezTo>
                <a:quadBezTo>
                  <a:pt x="18000" y="35531"/>
                  <a:pt x="16235" y="33765"/>
                </a:quadBezTo>
                <a:quadBezTo>
                  <a:pt x="14469" y="32000"/>
                  <a:pt x="12000" y="32000"/>
                </a:quadBezTo>
                <a:quadBezTo>
                  <a:pt x="9531" y="32000"/>
                  <a:pt x="7765" y="33765"/>
                </a:quadBezTo>
                <a:quadBezTo>
                  <a:pt x="6000" y="35531"/>
                  <a:pt x="6000" y="38000"/>
                </a:quadBezTo>
                <a:quadBezTo>
                  <a:pt x="6000" y="40469"/>
                  <a:pt x="7765" y="42235"/>
                </a:quadBezTo>
                <a:quadBezTo>
                  <a:pt x="9531" y="44000"/>
                  <a:pt x="12000" y="44000"/>
                </a:quadBezTo>
                <a:close/>
                <a:moveTo>
                  <a:pt x="24000" y="86000"/>
                </a:moveTo>
                <a:quadBezTo>
                  <a:pt x="26469" y="86000"/>
                  <a:pt x="28235" y="84235"/>
                </a:quadBezTo>
                <a:quadBezTo>
                  <a:pt x="30000" y="82469"/>
                  <a:pt x="30000" y="80000"/>
                </a:quadBezTo>
                <a:quadBezTo>
                  <a:pt x="30000" y="77531"/>
                  <a:pt x="28235" y="75765"/>
                </a:quadBezTo>
                <a:quadBezTo>
                  <a:pt x="26469" y="74000"/>
                  <a:pt x="24000" y="74000"/>
                </a:quadBezTo>
                <a:quadBezTo>
                  <a:pt x="21531" y="74000"/>
                  <a:pt x="19765" y="75765"/>
                </a:quadBezTo>
                <a:quadBezTo>
                  <a:pt x="18000" y="77531"/>
                  <a:pt x="18000" y="80000"/>
                </a:quadBezTo>
                <a:quadBezTo>
                  <a:pt x="18000" y="82469"/>
                  <a:pt x="19765" y="84235"/>
                </a:quadBezTo>
                <a:quadBezTo>
                  <a:pt x="21531" y="86000"/>
                  <a:pt x="24000" y="86000"/>
                </a:quadBezTo>
                <a:close/>
                <a:moveTo>
                  <a:pt x="48000" y="18000"/>
                </a:moveTo>
                <a:quadBezTo>
                  <a:pt x="50469" y="18000"/>
                  <a:pt x="52235" y="16235"/>
                </a:quadBezTo>
                <a:quadBezTo>
                  <a:pt x="54000" y="14469"/>
                  <a:pt x="54000" y="12000"/>
                </a:quadBezTo>
                <a:quadBezTo>
                  <a:pt x="54000" y="9531"/>
                  <a:pt x="52235" y="7765"/>
                </a:quadBezTo>
                <a:quadBezTo>
                  <a:pt x="50469" y="6000"/>
                  <a:pt x="48000" y="6000"/>
                </a:quadBezTo>
                <a:quadBezTo>
                  <a:pt x="45531" y="6000"/>
                  <a:pt x="43765" y="7765"/>
                </a:quadBezTo>
                <a:quadBezTo>
                  <a:pt x="42000" y="9531"/>
                  <a:pt x="42000" y="12000"/>
                </a:quadBezTo>
                <a:quadBezTo>
                  <a:pt x="42000" y="14469"/>
                  <a:pt x="43765" y="16235"/>
                </a:quadBezTo>
                <a:quadBezTo>
                  <a:pt x="45531" y="18000"/>
                  <a:pt x="48000" y="18000"/>
                </a:quadBezTo>
                <a:close/>
                <a:moveTo>
                  <a:pt x="48000" y="58462"/>
                </a:moveTo>
                <a:quadBezTo>
                  <a:pt x="51508" y="58462"/>
                  <a:pt x="53985" y="55985"/>
                </a:quadBezTo>
                <a:quadBezTo>
                  <a:pt x="56462" y="53508"/>
                  <a:pt x="56462" y="50000"/>
                </a:quadBezTo>
                <a:quadBezTo>
                  <a:pt x="56462" y="46492"/>
                  <a:pt x="53985" y="44015"/>
                </a:quadBezTo>
                <a:quadBezTo>
                  <a:pt x="51508" y="41538"/>
                  <a:pt x="48000" y="41538"/>
                </a:quadBezTo>
                <a:quadBezTo>
                  <a:pt x="44492" y="41538"/>
                  <a:pt x="42015" y="44015"/>
                </a:quadBezTo>
                <a:quadBezTo>
                  <a:pt x="39538" y="46492"/>
                  <a:pt x="39538" y="50000"/>
                </a:quadBezTo>
                <a:quadBezTo>
                  <a:pt x="39538" y="53508"/>
                  <a:pt x="42015" y="55985"/>
                </a:quadBezTo>
                <a:quadBezTo>
                  <a:pt x="44492" y="58462"/>
                  <a:pt x="48000" y="58462"/>
                </a:quadBezTo>
                <a:close/>
                <a:moveTo>
                  <a:pt x="72000" y="86000"/>
                </a:moveTo>
                <a:quadBezTo>
                  <a:pt x="74469" y="86000"/>
                  <a:pt x="76235" y="84235"/>
                </a:quadBezTo>
                <a:quadBezTo>
                  <a:pt x="78000" y="82469"/>
                  <a:pt x="78000" y="80000"/>
                </a:quadBezTo>
                <a:quadBezTo>
                  <a:pt x="78000" y="77531"/>
                  <a:pt x="76235" y="75765"/>
                </a:quadBezTo>
                <a:quadBezTo>
                  <a:pt x="74469" y="74000"/>
                  <a:pt x="72000" y="74000"/>
                </a:quadBezTo>
                <a:quadBezTo>
                  <a:pt x="69531" y="74000"/>
                  <a:pt x="67765" y="75765"/>
                </a:quadBezTo>
                <a:quadBezTo>
                  <a:pt x="66000" y="77531"/>
                  <a:pt x="66000" y="80000"/>
                </a:quadBezTo>
                <a:quadBezTo>
                  <a:pt x="66000" y="82469"/>
                  <a:pt x="67765" y="84235"/>
                </a:quadBezTo>
                <a:quadBezTo>
                  <a:pt x="69531" y="86000"/>
                  <a:pt x="72000" y="86000"/>
                </a:quadBezTo>
                <a:close/>
                <a:moveTo>
                  <a:pt x="84000" y="44000"/>
                </a:moveTo>
                <a:quadBezTo>
                  <a:pt x="86469" y="44000"/>
                  <a:pt x="88235" y="42235"/>
                </a:quadBezTo>
                <a:quadBezTo>
                  <a:pt x="90000" y="40469"/>
                  <a:pt x="90000" y="38000"/>
                </a:quadBezTo>
                <a:quadBezTo>
                  <a:pt x="90000" y="35531"/>
                  <a:pt x="88235" y="33765"/>
                </a:quadBezTo>
                <a:quadBezTo>
                  <a:pt x="86469" y="32000"/>
                  <a:pt x="84000" y="32000"/>
                </a:quadBezTo>
                <a:quadBezTo>
                  <a:pt x="81531" y="32000"/>
                  <a:pt x="79765" y="33765"/>
                </a:quadBezTo>
                <a:quadBezTo>
                  <a:pt x="78000" y="35531"/>
                  <a:pt x="78000" y="38000"/>
                </a:quadBezTo>
                <a:quadBezTo>
                  <a:pt x="78000" y="40469"/>
                  <a:pt x="79765" y="42235"/>
                </a:quadBezTo>
                <a:quadBezTo>
                  <a:pt x="81531" y="44000"/>
                  <a:pt x="84000" y="44000"/>
                </a:quadBezTo>
                <a:close/>
                <a:moveTo>
                  <a:pt x="48000" y="12000"/>
                </a:moveTo>
                <a:close/>
                <a:moveTo>
                  <a:pt x="12000" y="38000"/>
                </a:moveTo>
                <a:close/>
                <a:moveTo>
                  <a:pt x="48000" y="50000"/>
                </a:moveTo>
                <a:close/>
                <a:moveTo>
                  <a:pt x="84000" y="38000"/>
                </a:moveTo>
                <a:close/>
                <a:moveTo>
                  <a:pt x="24000" y="80000"/>
                </a:moveTo>
                <a:close/>
                <a:moveTo>
                  <a:pt x="72000" y="80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9" name="TextBox 108"/>
          <p:cNvSpPr txBox="1"/>
          <p:nvPr/>
        </p:nvSpPr>
        <p:spPr>
          <a:xfrm>
            <a:off x="10973503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hub</a:t>
            </a:r>
          </a:p>
        </p:txBody>
      </p:sp>
      <p:sp>
        <p:nvSpPr>
          <p:cNvPr id="110" name="Icon info"/>
          <p:cNvSpPr/>
          <p:nvPr/>
        </p:nvSpPr>
        <p:spPr>
          <a:xfrm>
            <a:off x="644300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000" y="66000"/>
                </a:moveTo>
                <a:lnTo>
                  <a:pt x="50000" y="66000"/>
                </a:lnTo>
                <a:lnTo>
                  <a:pt x="50000" y="44000"/>
                </a:lnTo>
                <a:lnTo>
                  <a:pt x="46000" y="44000"/>
                </a:lnTo>
                <a:lnTo>
                  <a:pt x="46000" y="66000"/>
                </a:lnTo>
                <a:close/>
                <a:moveTo>
                  <a:pt x="48000" y="38308"/>
                </a:moveTo>
                <a:quadBezTo>
                  <a:pt x="49046" y="38308"/>
                  <a:pt x="49754" y="37600"/>
                </a:quadBezTo>
                <a:quadBezTo>
                  <a:pt x="50462" y="36892"/>
                  <a:pt x="50462" y="35846"/>
                </a:quadBezTo>
                <a:quadBezTo>
                  <a:pt x="50462" y="34800"/>
                  <a:pt x="49754" y="34092"/>
                </a:quadBezTo>
                <a:quadBezTo>
                  <a:pt x="49046" y="33385"/>
                  <a:pt x="48000" y="33385"/>
                </a:quadBezTo>
                <a:quadBezTo>
                  <a:pt x="46954" y="33385"/>
                  <a:pt x="46246" y="34092"/>
                </a:quadBezTo>
                <a:quadBezTo>
                  <a:pt x="45538" y="34800"/>
                  <a:pt x="45538" y="35846"/>
                </a:quadBezTo>
                <a:quadBezTo>
                  <a:pt x="45538" y="36892"/>
                  <a:pt x="46246" y="37600"/>
                </a:quadBezTo>
                <a:quadBezTo>
                  <a:pt x="46954" y="38308"/>
                  <a:pt x="48000" y="38308"/>
                </a:quadBez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1" name="TextBox 110"/>
          <p:cNvSpPr txBox="1"/>
          <p:nvPr/>
        </p:nvSpPr>
        <p:spPr>
          <a:xfrm>
            <a:off x="338328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info</a:t>
            </a:r>
          </a:p>
        </p:txBody>
      </p:sp>
      <p:sp>
        <p:nvSpPr>
          <p:cNvPr id="112" name="Icon inventory"/>
          <p:cNvSpPr/>
          <p:nvPr/>
        </p:nvSpPr>
        <p:spPr>
          <a:xfrm>
            <a:off x="1530564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2000" y="76854"/>
                </a:moveTo>
                <a:lnTo>
                  <a:pt x="47769" y="62623"/>
                </a:lnTo>
                <a:lnTo>
                  <a:pt x="50600" y="59792"/>
                </a:lnTo>
                <a:lnTo>
                  <a:pt x="62000" y="71192"/>
                </a:lnTo>
                <a:lnTo>
                  <a:pt x="84754" y="48438"/>
                </a:lnTo>
                <a:lnTo>
                  <a:pt x="87585" y="51269"/>
                </a:lnTo>
                <a:lnTo>
                  <a:pt x="62000" y="76854"/>
                </a:lnTo>
                <a:close/>
                <a:moveTo>
                  <a:pt x="80000" y="40000"/>
                </a:moveTo>
                <a:lnTo>
                  <a:pt x="76000" y="40000"/>
                </a:lnTo>
                <a:lnTo>
                  <a:pt x="76000" y="22462"/>
                </a:lnTo>
                <a:quadBezTo>
                  <a:pt x="76000" y="21538"/>
                  <a:pt x="75231" y="20769"/>
                </a:quadBezTo>
                <a:quadBezTo>
                  <a:pt x="74462" y="20000"/>
                  <a:pt x="73538" y="20000"/>
                </a:quadBezTo>
                <a:lnTo>
                  <a:pt x="64000" y="20000"/>
                </a:lnTo>
                <a:lnTo>
                  <a:pt x="64000" y="28923"/>
                </a:lnTo>
                <a:lnTo>
                  <a:pt x="32000" y="28923"/>
                </a:lnTo>
                <a:lnTo>
                  <a:pt x="32000" y="20000"/>
                </a:lnTo>
                <a:lnTo>
                  <a:pt x="22462" y="20000"/>
                </a:lnTo>
                <a:quadBezTo>
                  <a:pt x="21538" y="20000"/>
                  <a:pt x="20769" y="20769"/>
                </a:quadBezTo>
                <a:quadBezTo>
                  <a:pt x="20000" y="21538"/>
                  <a:pt x="20000" y="22462"/>
                </a:quadBezTo>
                <a:lnTo>
                  <a:pt x="20000" y="73538"/>
                </a:lnTo>
                <a:quadBezTo>
                  <a:pt x="20000" y="74462"/>
                  <a:pt x="20769" y="75231"/>
                </a:quadBezTo>
                <a:quadBezTo>
                  <a:pt x="21538" y="76000"/>
                  <a:pt x="22462" y="76000"/>
                </a:quadBezTo>
                <a:lnTo>
                  <a:pt x="44000" y="76000"/>
                </a:lnTo>
                <a:lnTo>
                  <a:pt x="44000" y="80000"/>
                </a:lnTo>
                <a:lnTo>
                  <a:pt x="22462" y="80000"/>
                </a:lnTo>
                <a:quadBezTo>
                  <a:pt x="19777" y="80000"/>
                  <a:pt x="17888" y="78112"/>
                </a:quadBezTo>
                <a:quadBezTo>
                  <a:pt x="16000" y="76223"/>
                  <a:pt x="16000" y="73538"/>
                </a:quadBezTo>
                <a:lnTo>
                  <a:pt x="16000" y="22462"/>
                </a:lnTo>
                <a:quadBezTo>
                  <a:pt x="16000" y="19777"/>
                  <a:pt x="17888" y="17888"/>
                </a:quadBezTo>
                <a:quadBezTo>
                  <a:pt x="19777" y="16000"/>
                  <a:pt x="22462" y="16000"/>
                </a:quadBezTo>
                <a:lnTo>
                  <a:pt x="41008" y="16000"/>
                </a:lnTo>
                <a:quadBezTo>
                  <a:pt x="41569" y="13654"/>
                  <a:pt x="43500" y="12058"/>
                </a:quadBezTo>
                <a:quadBezTo>
                  <a:pt x="45431" y="10461"/>
                  <a:pt x="48000" y="10461"/>
                </a:quadBezTo>
                <a:quadBezTo>
                  <a:pt x="50615" y="10461"/>
                  <a:pt x="52535" y="12058"/>
                </a:quadBezTo>
                <a:quadBezTo>
                  <a:pt x="54454" y="13654"/>
                  <a:pt x="55015" y="16000"/>
                </a:quadBezTo>
                <a:lnTo>
                  <a:pt x="73538" y="16000"/>
                </a:lnTo>
                <a:quadBezTo>
                  <a:pt x="76223" y="16000"/>
                  <a:pt x="78112" y="17888"/>
                </a:quadBezTo>
                <a:quadBezTo>
                  <a:pt x="80000" y="19777"/>
                  <a:pt x="80000" y="22462"/>
                </a:quadBezTo>
                <a:lnTo>
                  <a:pt x="80000" y="40000"/>
                </a:lnTo>
                <a:close/>
                <a:moveTo>
                  <a:pt x="48000" y="20923"/>
                </a:moveTo>
                <a:quadBezTo>
                  <a:pt x="49392" y="20923"/>
                  <a:pt x="50312" y="20004"/>
                </a:quadBezTo>
                <a:quadBezTo>
                  <a:pt x="51231" y="19085"/>
                  <a:pt x="51231" y="17692"/>
                </a:quadBezTo>
                <a:quadBezTo>
                  <a:pt x="51231" y="16300"/>
                  <a:pt x="50312" y="15381"/>
                </a:quadBezTo>
                <a:quadBezTo>
                  <a:pt x="49392" y="14462"/>
                  <a:pt x="48000" y="14462"/>
                </a:quadBezTo>
                <a:quadBezTo>
                  <a:pt x="46608" y="14462"/>
                  <a:pt x="45688" y="15381"/>
                </a:quadBezTo>
                <a:quadBezTo>
                  <a:pt x="44769" y="16300"/>
                  <a:pt x="44769" y="17692"/>
                </a:quadBezTo>
                <a:quadBezTo>
                  <a:pt x="44769" y="19085"/>
                  <a:pt x="45688" y="20004"/>
                </a:quadBezTo>
                <a:quadBezTo>
                  <a:pt x="46608" y="20923"/>
                  <a:pt x="48000" y="20923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3" name="TextBox 112"/>
          <p:cNvSpPr txBox="1"/>
          <p:nvPr/>
        </p:nvSpPr>
        <p:spPr>
          <a:xfrm>
            <a:off x="1224592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inventory</a:t>
            </a:r>
          </a:p>
        </p:txBody>
      </p:sp>
      <p:sp>
        <p:nvSpPr>
          <p:cNvPr id="114" name="Icon inventory_2"/>
          <p:cNvSpPr/>
          <p:nvPr/>
        </p:nvSpPr>
        <p:spPr>
          <a:xfrm>
            <a:off x="2416829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462" y="84000"/>
                </a:moveTo>
                <a:quadBezTo>
                  <a:pt x="19777" y="84000"/>
                  <a:pt x="17888" y="82112"/>
                </a:quadBezTo>
                <a:quadBezTo>
                  <a:pt x="16000" y="80223"/>
                  <a:pt x="16000" y="77538"/>
                </a:quadBezTo>
                <a:lnTo>
                  <a:pt x="16000" y="33054"/>
                </a:lnTo>
                <a:quadBezTo>
                  <a:pt x="14277" y="32338"/>
                  <a:pt x="13138" y="30742"/>
                </a:quadBezTo>
                <a:quadBezTo>
                  <a:pt x="12000" y="29146"/>
                  <a:pt x="12000" y="27077"/>
                </a:quadBezTo>
                <a:lnTo>
                  <a:pt x="12000" y="18462"/>
                </a:lnTo>
                <a:quadBezTo>
                  <a:pt x="12000" y="15777"/>
                  <a:pt x="13888" y="13888"/>
                </a:quadBezTo>
                <a:quadBezTo>
                  <a:pt x="15777" y="12000"/>
                  <a:pt x="18462" y="12000"/>
                </a:quadBezTo>
                <a:lnTo>
                  <a:pt x="77538" y="12000"/>
                </a:lnTo>
                <a:quadBezTo>
                  <a:pt x="80223" y="12000"/>
                  <a:pt x="82112" y="13888"/>
                </a:quadBezTo>
                <a:quadBezTo>
                  <a:pt x="84000" y="15777"/>
                  <a:pt x="84000" y="18462"/>
                </a:quadBezTo>
                <a:lnTo>
                  <a:pt x="84000" y="27077"/>
                </a:lnTo>
                <a:quadBezTo>
                  <a:pt x="84000" y="29146"/>
                  <a:pt x="82862" y="30742"/>
                </a:quadBezTo>
                <a:quadBezTo>
                  <a:pt x="81723" y="32338"/>
                  <a:pt x="80000" y="33054"/>
                </a:quadBezTo>
                <a:lnTo>
                  <a:pt x="80000" y="77538"/>
                </a:lnTo>
                <a:quadBezTo>
                  <a:pt x="80000" y="80223"/>
                  <a:pt x="78112" y="82112"/>
                </a:quadBezTo>
                <a:quadBezTo>
                  <a:pt x="76223" y="84000"/>
                  <a:pt x="73538" y="84000"/>
                </a:quadBezTo>
                <a:lnTo>
                  <a:pt x="22462" y="84000"/>
                </a:lnTo>
                <a:close/>
                <a:moveTo>
                  <a:pt x="20000" y="33538"/>
                </a:moveTo>
                <a:lnTo>
                  <a:pt x="20000" y="77154"/>
                </a:lnTo>
                <a:quadBezTo>
                  <a:pt x="20000" y="78385"/>
                  <a:pt x="20885" y="79192"/>
                </a:quadBezTo>
                <a:quadBezTo>
                  <a:pt x="21769" y="80000"/>
                  <a:pt x="23077" y="80000"/>
                </a:quadBezTo>
                <a:lnTo>
                  <a:pt x="73538" y="80000"/>
                </a:lnTo>
                <a:quadBezTo>
                  <a:pt x="74615" y="80000"/>
                  <a:pt x="75308" y="79308"/>
                </a:quadBezTo>
                <a:quadBezTo>
                  <a:pt x="76000" y="78615"/>
                  <a:pt x="76000" y="77538"/>
                </a:quadBezTo>
                <a:lnTo>
                  <a:pt x="76000" y="33538"/>
                </a:lnTo>
                <a:lnTo>
                  <a:pt x="20000" y="33538"/>
                </a:lnTo>
                <a:close/>
                <a:moveTo>
                  <a:pt x="18462" y="29538"/>
                </a:moveTo>
                <a:lnTo>
                  <a:pt x="77538" y="29538"/>
                </a:lnTo>
                <a:quadBezTo>
                  <a:pt x="78615" y="29538"/>
                  <a:pt x="79308" y="28846"/>
                </a:quadBezTo>
                <a:quadBezTo>
                  <a:pt x="80000" y="28154"/>
                  <a:pt x="80000" y="27077"/>
                </a:quadBezTo>
                <a:lnTo>
                  <a:pt x="80000" y="18462"/>
                </a:lnTo>
                <a:quadBezTo>
                  <a:pt x="80000" y="17385"/>
                  <a:pt x="79308" y="16692"/>
                </a:quadBezTo>
                <a:quadBezTo>
                  <a:pt x="78615" y="16000"/>
                  <a:pt x="77538" y="16000"/>
                </a:quadBezTo>
                <a:lnTo>
                  <a:pt x="18462" y="16000"/>
                </a:lnTo>
                <a:quadBezTo>
                  <a:pt x="17385" y="16000"/>
                  <a:pt x="16692" y="16692"/>
                </a:quadBezTo>
                <a:quadBezTo>
                  <a:pt x="16000" y="17385"/>
                  <a:pt x="16000" y="18462"/>
                </a:quadBezTo>
                <a:lnTo>
                  <a:pt x="16000" y="27077"/>
                </a:lnTo>
                <a:quadBezTo>
                  <a:pt x="16000" y="28154"/>
                  <a:pt x="16692" y="28846"/>
                </a:quadBezTo>
                <a:quadBezTo>
                  <a:pt x="17385" y="29538"/>
                  <a:pt x="18462" y="29538"/>
                </a:quadBezTo>
                <a:close/>
                <a:moveTo>
                  <a:pt x="37538" y="51462"/>
                </a:moveTo>
                <a:lnTo>
                  <a:pt x="58462" y="51462"/>
                </a:lnTo>
                <a:lnTo>
                  <a:pt x="58462" y="48000"/>
                </a:lnTo>
                <a:lnTo>
                  <a:pt x="37538" y="48000"/>
                </a:lnTo>
                <a:lnTo>
                  <a:pt x="37538" y="51462"/>
                </a:lnTo>
                <a:close/>
                <a:moveTo>
                  <a:pt x="48000" y="56769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5" name="TextBox 114"/>
          <p:cNvSpPr txBox="1"/>
          <p:nvPr/>
        </p:nvSpPr>
        <p:spPr>
          <a:xfrm>
            <a:off x="2110857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inventory 2</a:t>
            </a:r>
          </a:p>
        </p:txBody>
      </p:sp>
      <p:sp>
        <p:nvSpPr>
          <p:cNvPr id="116" name="Icon lab_research"/>
          <p:cNvSpPr/>
          <p:nvPr/>
        </p:nvSpPr>
        <p:spPr>
          <a:xfrm>
            <a:off x="3303094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923" y="63923"/>
                </a:moveTo>
                <a:lnTo>
                  <a:pt x="33923" y="59923"/>
                </a:lnTo>
                <a:lnTo>
                  <a:pt x="40700" y="59923"/>
                </a:lnTo>
                <a:quadBezTo>
                  <a:pt x="40431" y="60923"/>
                  <a:pt x="40281" y="61885"/>
                </a:quadBezTo>
                <a:quadBezTo>
                  <a:pt x="40131" y="62846"/>
                  <a:pt x="40100" y="63923"/>
                </a:quadBezTo>
                <a:lnTo>
                  <a:pt x="33923" y="63923"/>
                </a:lnTo>
                <a:close/>
                <a:moveTo>
                  <a:pt x="33385" y="84000"/>
                </a:moveTo>
                <a:quadBezTo>
                  <a:pt x="26162" y="84000"/>
                  <a:pt x="21081" y="79035"/>
                </a:quadBezTo>
                <a:quadBezTo>
                  <a:pt x="16000" y="74069"/>
                  <a:pt x="16000" y="66923"/>
                </a:quadBezTo>
                <a:lnTo>
                  <a:pt x="16000" y="30615"/>
                </a:lnTo>
                <a:quadBezTo>
                  <a:pt x="13238" y="30615"/>
                  <a:pt x="11312" y="28727"/>
                </a:quadBezTo>
                <a:quadBezTo>
                  <a:pt x="9385" y="26838"/>
                  <a:pt x="9385" y="24077"/>
                </a:quadBezTo>
                <a:lnTo>
                  <a:pt x="9385" y="18615"/>
                </a:lnTo>
                <a:quadBezTo>
                  <a:pt x="9385" y="15854"/>
                  <a:pt x="11312" y="13927"/>
                </a:quadBezTo>
                <a:quadBezTo>
                  <a:pt x="13238" y="12000"/>
                  <a:pt x="16000" y="12000"/>
                </a:quadBezTo>
                <a:lnTo>
                  <a:pt x="50692" y="12000"/>
                </a:lnTo>
                <a:quadBezTo>
                  <a:pt x="53454" y="12000"/>
                  <a:pt x="55419" y="13927"/>
                </a:quadBezTo>
                <a:quadBezTo>
                  <a:pt x="57385" y="15854"/>
                  <a:pt x="57385" y="18615"/>
                </a:quadBezTo>
                <a:lnTo>
                  <a:pt x="57385" y="24077"/>
                </a:lnTo>
                <a:quadBezTo>
                  <a:pt x="57385" y="26838"/>
                  <a:pt x="55419" y="28727"/>
                </a:quadBezTo>
                <a:quadBezTo>
                  <a:pt x="53454" y="30615"/>
                  <a:pt x="50692" y="30615"/>
                </a:quadBezTo>
                <a:lnTo>
                  <a:pt x="50692" y="45562"/>
                </a:lnTo>
                <a:quadBezTo>
                  <a:pt x="49754" y="46215"/>
                  <a:pt x="48946" y="46946"/>
                </a:quadBezTo>
                <a:quadBezTo>
                  <a:pt x="48138" y="47677"/>
                  <a:pt x="47408" y="48538"/>
                </a:quadBezTo>
                <a:lnTo>
                  <a:pt x="33923" y="48538"/>
                </a:lnTo>
                <a:lnTo>
                  <a:pt x="33923" y="44538"/>
                </a:lnTo>
                <a:lnTo>
                  <a:pt x="46692" y="44538"/>
                </a:lnTo>
                <a:lnTo>
                  <a:pt x="46692" y="30615"/>
                </a:lnTo>
                <a:lnTo>
                  <a:pt x="20000" y="30615"/>
                </a:lnTo>
                <a:lnTo>
                  <a:pt x="20000" y="66923"/>
                </a:lnTo>
                <a:quadBezTo>
                  <a:pt x="20000" y="72462"/>
                  <a:pt x="23923" y="76231"/>
                </a:quadBezTo>
                <a:quadBezTo>
                  <a:pt x="27846" y="80000"/>
                  <a:pt x="33385" y="80000"/>
                </a:quadBezTo>
                <a:quadBezTo>
                  <a:pt x="36000" y="80000"/>
                  <a:pt x="38258" y="79085"/>
                </a:quadBezTo>
                <a:quadBezTo>
                  <a:pt x="40515" y="78169"/>
                  <a:pt x="42292" y="76562"/>
                </a:quadBezTo>
                <a:quadBezTo>
                  <a:pt x="42708" y="77562"/>
                  <a:pt x="43208" y="78400"/>
                </a:quadBezTo>
                <a:quadBezTo>
                  <a:pt x="43708" y="79238"/>
                  <a:pt x="44338" y="80092"/>
                </a:quadBezTo>
                <a:quadBezTo>
                  <a:pt x="42100" y="81923"/>
                  <a:pt x="39331" y="82962"/>
                </a:quadBezTo>
                <a:quadBezTo>
                  <a:pt x="36562" y="84000"/>
                  <a:pt x="33385" y="84000"/>
                </a:quadBezTo>
                <a:close/>
                <a:moveTo>
                  <a:pt x="16000" y="26615"/>
                </a:moveTo>
                <a:lnTo>
                  <a:pt x="50692" y="26615"/>
                </a:lnTo>
                <a:quadBezTo>
                  <a:pt x="51769" y="26615"/>
                  <a:pt x="52577" y="25885"/>
                </a:quadBezTo>
                <a:quadBezTo>
                  <a:pt x="53385" y="25154"/>
                  <a:pt x="53385" y="24077"/>
                </a:quadBezTo>
                <a:lnTo>
                  <a:pt x="53385" y="18615"/>
                </a:lnTo>
                <a:quadBezTo>
                  <a:pt x="53385" y="17538"/>
                  <a:pt x="52577" y="16769"/>
                </a:quadBezTo>
                <a:quadBezTo>
                  <a:pt x="51769" y="16000"/>
                  <a:pt x="50692" y="16000"/>
                </a:quadBezTo>
                <a:lnTo>
                  <a:pt x="16000" y="16000"/>
                </a:lnTo>
                <a:quadBezTo>
                  <a:pt x="14923" y="16000"/>
                  <a:pt x="14154" y="16769"/>
                </a:quadBezTo>
                <a:quadBezTo>
                  <a:pt x="13385" y="17538"/>
                  <a:pt x="13385" y="18615"/>
                </a:quadBezTo>
                <a:lnTo>
                  <a:pt x="13385" y="24077"/>
                </a:lnTo>
                <a:quadBezTo>
                  <a:pt x="13385" y="25154"/>
                  <a:pt x="14154" y="25885"/>
                </a:quadBezTo>
                <a:quadBezTo>
                  <a:pt x="14923" y="26615"/>
                  <a:pt x="16000" y="26615"/>
                </a:quadBezTo>
                <a:close/>
                <a:moveTo>
                  <a:pt x="64692" y="77231"/>
                </a:moveTo>
                <a:quadBezTo>
                  <a:pt x="69354" y="77231"/>
                  <a:pt x="72638" y="73946"/>
                </a:quadBezTo>
                <a:quadBezTo>
                  <a:pt x="75923" y="70662"/>
                  <a:pt x="75923" y="66000"/>
                </a:quadBezTo>
                <a:quadBezTo>
                  <a:pt x="75923" y="61338"/>
                  <a:pt x="72638" y="58054"/>
                </a:quadBezTo>
                <a:quadBezTo>
                  <a:pt x="69354" y="54769"/>
                  <a:pt x="64692" y="54769"/>
                </a:quadBezTo>
                <a:quadBezTo>
                  <a:pt x="60031" y="54769"/>
                  <a:pt x="56746" y="58054"/>
                </a:quadBezTo>
                <a:quadBezTo>
                  <a:pt x="53462" y="61338"/>
                  <a:pt x="53462" y="66000"/>
                </a:quadBezTo>
                <a:quadBezTo>
                  <a:pt x="53462" y="70662"/>
                  <a:pt x="56746" y="73946"/>
                </a:quadBezTo>
                <a:quadBezTo>
                  <a:pt x="60031" y="77231"/>
                  <a:pt x="64692" y="77231"/>
                </a:quadBezTo>
                <a:close/>
                <a:moveTo>
                  <a:pt x="85092" y="89154"/>
                </a:moveTo>
                <a:lnTo>
                  <a:pt x="73985" y="78046"/>
                </a:lnTo>
                <a:quadBezTo>
                  <a:pt x="71938" y="79600"/>
                  <a:pt x="69577" y="80415"/>
                </a:quadBezTo>
                <a:quadBezTo>
                  <a:pt x="67215" y="81231"/>
                  <a:pt x="64692" y="81231"/>
                </a:quadBezTo>
                <a:quadBezTo>
                  <a:pt x="58346" y="81231"/>
                  <a:pt x="53904" y="76788"/>
                </a:quadBezTo>
                <a:quadBezTo>
                  <a:pt x="49462" y="72346"/>
                  <a:pt x="49462" y="66000"/>
                </a:quadBezTo>
                <a:quadBezTo>
                  <a:pt x="49462" y="59654"/>
                  <a:pt x="53904" y="55212"/>
                </a:quadBezTo>
                <a:quadBezTo>
                  <a:pt x="58346" y="50769"/>
                  <a:pt x="64692" y="50769"/>
                </a:quadBezTo>
                <a:quadBezTo>
                  <a:pt x="71038" y="50769"/>
                  <a:pt x="75481" y="55212"/>
                </a:quadBezTo>
                <a:quadBezTo>
                  <a:pt x="79923" y="59654"/>
                  <a:pt x="79923" y="66000"/>
                </a:quadBezTo>
                <a:quadBezTo>
                  <a:pt x="79923" y="68523"/>
                  <a:pt x="79108" y="70885"/>
                </a:quadBezTo>
                <a:quadBezTo>
                  <a:pt x="78292" y="73246"/>
                  <a:pt x="76738" y="75292"/>
                </a:quadBezTo>
                <a:lnTo>
                  <a:pt x="87846" y="86400"/>
                </a:lnTo>
                <a:lnTo>
                  <a:pt x="85092" y="89154"/>
                </a:lnTo>
                <a:close/>
                <a:moveTo>
                  <a:pt x="13385" y="26615"/>
                </a:moveTo>
                <a:lnTo>
                  <a:pt x="13385" y="16000"/>
                </a:lnTo>
                <a:lnTo>
                  <a:pt x="13385" y="266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7" name="TextBox 116"/>
          <p:cNvSpPr txBox="1"/>
          <p:nvPr/>
        </p:nvSpPr>
        <p:spPr>
          <a:xfrm>
            <a:off x="2997121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lab research</a:t>
            </a:r>
          </a:p>
        </p:txBody>
      </p:sp>
      <p:sp>
        <p:nvSpPr>
          <p:cNvPr id="118" name="Icon lan"/>
          <p:cNvSpPr/>
          <p:nvPr/>
        </p:nvSpPr>
        <p:spPr>
          <a:xfrm>
            <a:off x="4189358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000" y="86000"/>
                </a:moveTo>
                <a:lnTo>
                  <a:pt x="14000" y="62000"/>
                </a:lnTo>
                <a:lnTo>
                  <a:pt x="26000" y="62000"/>
                </a:lnTo>
                <a:lnTo>
                  <a:pt x="26000" y="46000"/>
                </a:lnTo>
                <a:lnTo>
                  <a:pt x="46000" y="46000"/>
                </a:lnTo>
                <a:lnTo>
                  <a:pt x="46000" y="34000"/>
                </a:lnTo>
                <a:lnTo>
                  <a:pt x="34000" y="34000"/>
                </a:lnTo>
                <a:lnTo>
                  <a:pt x="34000" y="10000"/>
                </a:lnTo>
                <a:lnTo>
                  <a:pt x="62000" y="10000"/>
                </a:lnTo>
                <a:lnTo>
                  <a:pt x="62000" y="34000"/>
                </a:lnTo>
                <a:lnTo>
                  <a:pt x="50000" y="34000"/>
                </a:lnTo>
                <a:lnTo>
                  <a:pt x="50000" y="46000"/>
                </a:lnTo>
                <a:lnTo>
                  <a:pt x="70000" y="46000"/>
                </a:lnTo>
                <a:lnTo>
                  <a:pt x="70000" y="62000"/>
                </a:lnTo>
                <a:lnTo>
                  <a:pt x="82000" y="62000"/>
                </a:lnTo>
                <a:lnTo>
                  <a:pt x="82000" y="86000"/>
                </a:lnTo>
                <a:lnTo>
                  <a:pt x="54000" y="86000"/>
                </a:lnTo>
                <a:lnTo>
                  <a:pt x="54000" y="62000"/>
                </a:lnTo>
                <a:lnTo>
                  <a:pt x="66000" y="62000"/>
                </a:lnTo>
                <a:lnTo>
                  <a:pt x="66000" y="50000"/>
                </a:lnTo>
                <a:lnTo>
                  <a:pt x="30000" y="50000"/>
                </a:lnTo>
                <a:lnTo>
                  <a:pt x="30000" y="62000"/>
                </a:lnTo>
                <a:lnTo>
                  <a:pt x="42000" y="62000"/>
                </a:lnTo>
                <a:lnTo>
                  <a:pt x="42000" y="86000"/>
                </a:lnTo>
                <a:lnTo>
                  <a:pt x="14000" y="86000"/>
                </a:lnTo>
                <a:close/>
                <a:moveTo>
                  <a:pt x="38000" y="30000"/>
                </a:moveTo>
                <a:lnTo>
                  <a:pt x="58000" y="30000"/>
                </a:lnTo>
                <a:lnTo>
                  <a:pt x="58000" y="14000"/>
                </a:lnTo>
                <a:lnTo>
                  <a:pt x="38000" y="14000"/>
                </a:lnTo>
                <a:lnTo>
                  <a:pt x="38000" y="30000"/>
                </a:lnTo>
                <a:close/>
                <a:moveTo>
                  <a:pt x="18000" y="82000"/>
                </a:moveTo>
                <a:lnTo>
                  <a:pt x="38000" y="82000"/>
                </a:lnTo>
                <a:lnTo>
                  <a:pt x="38000" y="66000"/>
                </a:lnTo>
                <a:lnTo>
                  <a:pt x="18000" y="66000"/>
                </a:lnTo>
                <a:lnTo>
                  <a:pt x="18000" y="82000"/>
                </a:lnTo>
                <a:close/>
                <a:moveTo>
                  <a:pt x="58000" y="82000"/>
                </a:moveTo>
                <a:lnTo>
                  <a:pt x="78000" y="82000"/>
                </a:lnTo>
                <a:lnTo>
                  <a:pt x="78000" y="66000"/>
                </a:lnTo>
                <a:lnTo>
                  <a:pt x="58000" y="66000"/>
                </a:lnTo>
                <a:lnTo>
                  <a:pt x="58000" y="82000"/>
                </a:lnTo>
                <a:close/>
                <a:moveTo>
                  <a:pt x="48000" y="30000"/>
                </a:moveTo>
                <a:close/>
                <a:moveTo>
                  <a:pt x="38000" y="66000"/>
                </a:moveTo>
                <a:close/>
                <a:moveTo>
                  <a:pt x="58000" y="6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9" name="TextBox 118"/>
          <p:cNvSpPr txBox="1"/>
          <p:nvPr/>
        </p:nvSpPr>
        <p:spPr>
          <a:xfrm>
            <a:off x="3883386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lan</a:t>
            </a:r>
          </a:p>
        </p:txBody>
      </p:sp>
      <p:sp>
        <p:nvSpPr>
          <p:cNvPr id="120" name="Icon language"/>
          <p:cNvSpPr/>
          <p:nvPr/>
        </p:nvSpPr>
        <p:spPr>
          <a:xfrm>
            <a:off x="5075623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4000"/>
                </a:moveTo>
                <a:quadBezTo>
                  <a:pt x="40569" y="84000"/>
                  <a:pt x="34000" y="81158"/>
                </a:quadBezTo>
                <a:quadBezTo>
                  <a:pt x="27431" y="78315"/>
                  <a:pt x="22558" y="73442"/>
                </a:quadBezTo>
                <a:quadBezTo>
                  <a:pt x="17685" y="68569"/>
                  <a:pt x="14842" y="62000"/>
                </a:quadBezTo>
                <a:quadBezTo>
                  <a:pt x="12000" y="55431"/>
                  <a:pt x="12000" y="48000"/>
                </a:quadBezTo>
                <a:quadBezTo>
                  <a:pt x="12000" y="40546"/>
                  <a:pt x="14842" y="33988"/>
                </a:quadBezTo>
                <a:quadBezTo>
                  <a:pt x="17685" y="27431"/>
                  <a:pt x="22558" y="22558"/>
                </a:quadBezTo>
                <a:quadBezTo>
                  <a:pt x="27431" y="17685"/>
                  <a:pt x="34000" y="14842"/>
                </a:quadBezTo>
                <a:quadBezTo>
                  <a:pt x="40569" y="12000"/>
                  <a:pt x="48000" y="12000"/>
                </a:quadBezTo>
                <a:quadBezTo>
                  <a:pt x="55454" y="12000"/>
                  <a:pt x="62012" y="14842"/>
                </a:quadBezTo>
                <a:quadBezTo>
                  <a:pt x="68569" y="17685"/>
                  <a:pt x="73442" y="22558"/>
                </a:quadBezTo>
                <a:quadBezTo>
                  <a:pt x="78315" y="27431"/>
                  <a:pt x="81158" y="33988"/>
                </a:quadBezTo>
                <a:quadBezTo>
                  <a:pt x="84000" y="40546"/>
                  <a:pt x="84000" y="48000"/>
                </a:quadBezTo>
                <a:quadBezTo>
                  <a:pt x="84000" y="55431"/>
                  <a:pt x="81158" y="62000"/>
                </a:quadBezTo>
                <a:quadBezTo>
                  <a:pt x="78315" y="68569"/>
                  <a:pt x="73442" y="73442"/>
                </a:quadBezTo>
                <a:quadBezTo>
                  <a:pt x="68569" y="78315"/>
                  <a:pt x="62012" y="81158"/>
                </a:quadBezTo>
                <a:quadBezTo>
                  <a:pt x="55454" y="84000"/>
                  <a:pt x="48000" y="84000"/>
                </a:quadBezTo>
                <a:close/>
                <a:moveTo>
                  <a:pt x="48000" y="80031"/>
                </a:moveTo>
                <a:quadBezTo>
                  <a:pt x="51523" y="75508"/>
                  <a:pt x="53808" y="71146"/>
                </a:quadBezTo>
                <a:quadBezTo>
                  <a:pt x="56092" y="66785"/>
                  <a:pt x="57523" y="61385"/>
                </a:quadBezTo>
                <a:lnTo>
                  <a:pt x="38477" y="61385"/>
                </a:lnTo>
                <a:quadBezTo>
                  <a:pt x="40062" y="67092"/>
                  <a:pt x="42269" y="71454"/>
                </a:quadBezTo>
                <a:quadBezTo>
                  <a:pt x="44477" y="75815"/>
                  <a:pt x="48000" y="80031"/>
                </a:quadBezTo>
                <a:close/>
                <a:moveTo>
                  <a:pt x="42908" y="79431"/>
                </a:moveTo>
                <a:quadBezTo>
                  <a:pt x="40108" y="76131"/>
                  <a:pt x="37796" y="71273"/>
                </a:quadBezTo>
                <a:quadBezTo>
                  <a:pt x="35485" y="66415"/>
                  <a:pt x="34354" y="61385"/>
                </a:quadBezTo>
                <a:lnTo>
                  <a:pt x="19015" y="61385"/>
                </a:lnTo>
                <a:quadBezTo>
                  <a:pt x="22454" y="68846"/>
                  <a:pt x="28765" y="73623"/>
                </a:quadBezTo>
                <a:quadBezTo>
                  <a:pt x="35077" y="78400"/>
                  <a:pt x="42908" y="79431"/>
                </a:quadBezTo>
                <a:close/>
                <a:moveTo>
                  <a:pt x="53092" y="79431"/>
                </a:moveTo>
                <a:quadBezTo>
                  <a:pt x="60923" y="78400"/>
                  <a:pt x="67235" y="73623"/>
                </a:quadBezTo>
                <a:quadBezTo>
                  <a:pt x="73546" y="68846"/>
                  <a:pt x="76985" y="61385"/>
                </a:quadBezTo>
                <a:lnTo>
                  <a:pt x="61646" y="61385"/>
                </a:lnTo>
                <a:quadBezTo>
                  <a:pt x="60131" y="66492"/>
                  <a:pt x="57819" y="71350"/>
                </a:quadBezTo>
                <a:quadBezTo>
                  <a:pt x="55508" y="76208"/>
                  <a:pt x="53092" y="79431"/>
                </a:quadBezTo>
                <a:close/>
                <a:moveTo>
                  <a:pt x="17385" y="57385"/>
                </a:moveTo>
                <a:lnTo>
                  <a:pt x="33523" y="57385"/>
                </a:lnTo>
                <a:quadBezTo>
                  <a:pt x="33069" y="54923"/>
                  <a:pt x="32881" y="52588"/>
                </a:quadBezTo>
                <a:quadBezTo>
                  <a:pt x="32692" y="50254"/>
                  <a:pt x="32692" y="48000"/>
                </a:quadBezTo>
                <a:quadBezTo>
                  <a:pt x="32692" y="45746"/>
                  <a:pt x="32881" y="43412"/>
                </a:quadBezTo>
                <a:quadBezTo>
                  <a:pt x="33069" y="41077"/>
                  <a:pt x="33523" y="38615"/>
                </a:quadBezTo>
                <a:lnTo>
                  <a:pt x="17385" y="38615"/>
                </a:lnTo>
                <a:quadBezTo>
                  <a:pt x="16731" y="40692"/>
                  <a:pt x="16365" y="43142"/>
                </a:quadBezTo>
                <a:quadBezTo>
                  <a:pt x="16000" y="45592"/>
                  <a:pt x="16000" y="48000"/>
                </a:quadBezTo>
                <a:quadBezTo>
                  <a:pt x="16000" y="50408"/>
                  <a:pt x="16365" y="52858"/>
                </a:quadBezTo>
                <a:quadBezTo>
                  <a:pt x="16731" y="55308"/>
                  <a:pt x="17385" y="57385"/>
                </a:quadBezTo>
                <a:close/>
                <a:moveTo>
                  <a:pt x="37523" y="57385"/>
                </a:moveTo>
                <a:lnTo>
                  <a:pt x="58477" y="57385"/>
                </a:lnTo>
                <a:quadBezTo>
                  <a:pt x="58931" y="54923"/>
                  <a:pt x="59119" y="52665"/>
                </a:quadBezTo>
                <a:quadBezTo>
                  <a:pt x="59308" y="50408"/>
                  <a:pt x="59308" y="48000"/>
                </a:quadBezTo>
                <a:quadBezTo>
                  <a:pt x="59308" y="45592"/>
                  <a:pt x="59119" y="43335"/>
                </a:quadBezTo>
                <a:quadBezTo>
                  <a:pt x="58931" y="41077"/>
                  <a:pt x="58477" y="38615"/>
                </a:quadBezTo>
                <a:lnTo>
                  <a:pt x="37523" y="38615"/>
                </a:lnTo>
                <a:quadBezTo>
                  <a:pt x="37069" y="41077"/>
                  <a:pt x="36881" y="43335"/>
                </a:quadBezTo>
                <a:quadBezTo>
                  <a:pt x="36692" y="45592"/>
                  <a:pt x="36692" y="48000"/>
                </a:quadBezTo>
                <a:quadBezTo>
                  <a:pt x="36692" y="50408"/>
                  <a:pt x="36881" y="52665"/>
                </a:quadBezTo>
                <a:quadBezTo>
                  <a:pt x="37069" y="54923"/>
                  <a:pt x="37523" y="57385"/>
                </a:quadBezTo>
                <a:close/>
                <a:moveTo>
                  <a:pt x="62477" y="57385"/>
                </a:moveTo>
                <a:lnTo>
                  <a:pt x="78615" y="57385"/>
                </a:lnTo>
                <a:quadBezTo>
                  <a:pt x="79269" y="55308"/>
                  <a:pt x="79635" y="52858"/>
                </a:quadBezTo>
                <a:quadBezTo>
                  <a:pt x="80000" y="50408"/>
                  <a:pt x="80000" y="48000"/>
                </a:quadBezTo>
                <a:quadBezTo>
                  <a:pt x="80000" y="45592"/>
                  <a:pt x="79635" y="43142"/>
                </a:quadBezTo>
                <a:quadBezTo>
                  <a:pt x="79269" y="40692"/>
                  <a:pt x="78615" y="38615"/>
                </a:quadBezTo>
                <a:lnTo>
                  <a:pt x="62477" y="38615"/>
                </a:lnTo>
                <a:quadBezTo>
                  <a:pt x="62931" y="41077"/>
                  <a:pt x="63119" y="43412"/>
                </a:quadBezTo>
                <a:quadBezTo>
                  <a:pt x="63308" y="45746"/>
                  <a:pt x="63308" y="48000"/>
                </a:quadBezTo>
                <a:quadBezTo>
                  <a:pt x="63308" y="50254"/>
                  <a:pt x="63119" y="52588"/>
                </a:quadBezTo>
                <a:quadBezTo>
                  <a:pt x="62931" y="54923"/>
                  <a:pt x="62477" y="57385"/>
                </a:quadBezTo>
                <a:close/>
                <a:moveTo>
                  <a:pt x="61646" y="34615"/>
                </a:moveTo>
                <a:lnTo>
                  <a:pt x="76985" y="34615"/>
                </a:lnTo>
                <a:quadBezTo>
                  <a:pt x="73469" y="27000"/>
                  <a:pt x="67350" y="22377"/>
                </a:quadBezTo>
                <a:quadBezTo>
                  <a:pt x="61231" y="17754"/>
                  <a:pt x="53092" y="16492"/>
                </a:quadBezTo>
                <a:quadBezTo>
                  <a:pt x="55892" y="20177"/>
                  <a:pt x="58127" y="24919"/>
                </a:quadBezTo>
                <a:quadBezTo>
                  <a:pt x="60362" y="29662"/>
                  <a:pt x="61646" y="34615"/>
                </a:quadBezTo>
                <a:close/>
                <a:moveTo>
                  <a:pt x="38477" y="34615"/>
                </a:moveTo>
                <a:lnTo>
                  <a:pt x="57523" y="34615"/>
                </a:lnTo>
                <a:quadBezTo>
                  <a:pt x="55938" y="28985"/>
                  <a:pt x="53615" y="24431"/>
                </a:quadBezTo>
                <a:quadBezTo>
                  <a:pt x="51292" y="19877"/>
                  <a:pt x="48000" y="15969"/>
                </a:quadBezTo>
                <a:quadBezTo>
                  <a:pt x="44708" y="19877"/>
                  <a:pt x="42385" y="24431"/>
                </a:quadBezTo>
                <a:quadBezTo>
                  <a:pt x="40062" y="28985"/>
                  <a:pt x="38477" y="34615"/>
                </a:quadBezTo>
                <a:close/>
                <a:moveTo>
                  <a:pt x="19015" y="34615"/>
                </a:moveTo>
                <a:lnTo>
                  <a:pt x="34354" y="34615"/>
                </a:lnTo>
                <a:quadBezTo>
                  <a:pt x="35638" y="29662"/>
                  <a:pt x="37873" y="24919"/>
                </a:quadBezTo>
                <a:quadBezTo>
                  <a:pt x="40108" y="20177"/>
                  <a:pt x="42908" y="16492"/>
                </a:quadBezTo>
                <a:quadBezTo>
                  <a:pt x="34692" y="17754"/>
                  <a:pt x="28612" y="22415"/>
                </a:quadBezTo>
                <a:quadBezTo>
                  <a:pt x="22531" y="27077"/>
                  <a:pt x="19015" y="34615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1" name="TextBox 120"/>
          <p:cNvSpPr txBox="1"/>
          <p:nvPr/>
        </p:nvSpPr>
        <p:spPr>
          <a:xfrm>
            <a:off x="4769651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language</a:t>
            </a:r>
          </a:p>
        </p:txBody>
      </p:sp>
      <p:sp>
        <p:nvSpPr>
          <p:cNvPr id="122" name="Icon lightbulb"/>
          <p:cNvSpPr/>
          <p:nvPr/>
        </p:nvSpPr>
        <p:spPr>
          <a:xfrm>
            <a:off x="5961888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4615"/>
                </a:moveTo>
                <a:quadBezTo>
                  <a:pt x="45238" y="84615"/>
                  <a:pt x="43196" y="82765"/>
                </a:quadBezTo>
                <a:quadBezTo>
                  <a:pt x="41154" y="80915"/>
                  <a:pt x="40769" y="78154"/>
                </a:quadBezTo>
                <a:lnTo>
                  <a:pt x="55231" y="78154"/>
                </a:lnTo>
                <a:quadBezTo>
                  <a:pt x="54846" y="80915"/>
                  <a:pt x="52804" y="82765"/>
                </a:quadBezTo>
                <a:quadBezTo>
                  <a:pt x="50762" y="84615"/>
                  <a:pt x="48000" y="84615"/>
                </a:quadBezTo>
                <a:close/>
                <a:moveTo>
                  <a:pt x="34000" y="71077"/>
                </a:moveTo>
                <a:lnTo>
                  <a:pt x="34000" y="67077"/>
                </a:lnTo>
                <a:lnTo>
                  <a:pt x="62000" y="67077"/>
                </a:lnTo>
                <a:lnTo>
                  <a:pt x="62000" y="71077"/>
                </a:lnTo>
                <a:lnTo>
                  <a:pt x="34000" y="71077"/>
                </a:lnTo>
                <a:close/>
                <a:moveTo>
                  <a:pt x="34231" y="60000"/>
                </a:moveTo>
                <a:quadBezTo>
                  <a:pt x="28562" y="56285"/>
                  <a:pt x="25281" y="50577"/>
                </a:quadBezTo>
                <a:quadBezTo>
                  <a:pt x="22000" y="44869"/>
                  <a:pt x="22000" y="38000"/>
                </a:quadBezTo>
                <a:quadBezTo>
                  <a:pt x="22000" y="27115"/>
                  <a:pt x="29558" y="19558"/>
                </a:quadBezTo>
                <a:quadBezTo>
                  <a:pt x="37115" y="12000"/>
                  <a:pt x="48000" y="12000"/>
                </a:quadBezTo>
                <a:quadBezTo>
                  <a:pt x="58885" y="12000"/>
                  <a:pt x="66442" y="19558"/>
                </a:quadBezTo>
                <a:quadBezTo>
                  <a:pt x="74000" y="27115"/>
                  <a:pt x="74000" y="38000"/>
                </a:quadBezTo>
                <a:quadBezTo>
                  <a:pt x="74000" y="44869"/>
                  <a:pt x="70719" y="50577"/>
                </a:quadBezTo>
                <a:quadBezTo>
                  <a:pt x="67438" y="56285"/>
                  <a:pt x="61769" y="60000"/>
                </a:quadBezTo>
                <a:lnTo>
                  <a:pt x="34231" y="60000"/>
                </a:lnTo>
                <a:close/>
                <a:moveTo>
                  <a:pt x="35400" y="56000"/>
                </a:moveTo>
                <a:lnTo>
                  <a:pt x="60600" y="56000"/>
                </a:lnTo>
                <a:quadBezTo>
                  <a:pt x="65100" y="52800"/>
                  <a:pt x="67550" y="48100"/>
                </a:quadBezTo>
                <a:quadBezTo>
                  <a:pt x="70000" y="43400"/>
                  <a:pt x="70000" y="38000"/>
                </a:quadBezTo>
                <a:quadBezTo>
                  <a:pt x="70000" y="28800"/>
                  <a:pt x="63600" y="22400"/>
                </a:quadBezTo>
                <a:quadBezTo>
                  <a:pt x="57200" y="16000"/>
                  <a:pt x="48000" y="16000"/>
                </a:quadBezTo>
                <a:quadBezTo>
                  <a:pt x="38800" y="16000"/>
                  <a:pt x="32400" y="22400"/>
                </a:quadBezTo>
                <a:quadBezTo>
                  <a:pt x="26000" y="28800"/>
                  <a:pt x="26000" y="38000"/>
                </a:quadBezTo>
                <a:quadBezTo>
                  <a:pt x="26000" y="43400"/>
                  <a:pt x="28450" y="48100"/>
                </a:quadBezTo>
                <a:quadBezTo>
                  <a:pt x="30900" y="52800"/>
                  <a:pt x="35400" y="56000"/>
                </a:quadBezTo>
                <a:close/>
                <a:moveTo>
                  <a:pt x="48000" y="5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3" name="TextBox 122"/>
          <p:cNvSpPr txBox="1"/>
          <p:nvPr/>
        </p:nvSpPr>
        <p:spPr>
          <a:xfrm>
            <a:off x="5655915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lightbulb</a:t>
            </a:r>
          </a:p>
        </p:txBody>
      </p:sp>
      <p:sp>
        <p:nvSpPr>
          <p:cNvPr id="124" name="Icon link"/>
          <p:cNvSpPr/>
          <p:nvPr/>
        </p:nvSpPr>
        <p:spPr>
          <a:xfrm>
            <a:off x="6848152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462" y="64308"/>
                </a:moveTo>
                <a:lnTo>
                  <a:pt x="28308" y="64308"/>
                </a:lnTo>
                <a:quadBezTo>
                  <a:pt x="21540" y="64308"/>
                  <a:pt x="16770" y="59539"/>
                </a:quadBezTo>
                <a:quadBezTo>
                  <a:pt x="12000" y="54770"/>
                  <a:pt x="12000" y="48004"/>
                </a:quadBezTo>
                <a:quadBezTo>
                  <a:pt x="12000" y="41238"/>
                  <a:pt x="16770" y="36465"/>
                </a:quadBezTo>
                <a:quadBezTo>
                  <a:pt x="21540" y="31692"/>
                  <a:pt x="28308" y="31692"/>
                </a:quadBezTo>
                <a:lnTo>
                  <a:pt x="42462" y="31692"/>
                </a:lnTo>
                <a:lnTo>
                  <a:pt x="42462" y="35692"/>
                </a:lnTo>
                <a:lnTo>
                  <a:pt x="28308" y="35692"/>
                </a:lnTo>
                <a:quadBezTo>
                  <a:pt x="23231" y="35692"/>
                  <a:pt x="19615" y="39308"/>
                </a:quadBezTo>
                <a:quadBezTo>
                  <a:pt x="16000" y="42923"/>
                  <a:pt x="16000" y="48000"/>
                </a:quadBezTo>
                <a:quadBezTo>
                  <a:pt x="16000" y="53077"/>
                  <a:pt x="19615" y="56692"/>
                </a:quadBezTo>
                <a:quadBezTo>
                  <a:pt x="23231" y="60308"/>
                  <a:pt x="28308" y="60308"/>
                </a:quadBezTo>
                <a:lnTo>
                  <a:pt x="42462" y="60308"/>
                </a:lnTo>
                <a:lnTo>
                  <a:pt x="42462" y="64308"/>
                </a:lnTo>
                <a:close/>
                <a:moveTo>
                  <a:pt x="34000" y="50000"/>
                </a:moveTo>
                <a:lnTo>
                  <a:pt x="34000" y="46000"/>
                </a:lnTo>
                <a:lnTo>
                  <a:pt x="62000" y="46000"/>
                </a:lnTo>
                <a:lnTo>
                  <a:pt x="62000" y="50000"/>
                </a:lnTo>
                <a:lnTo>
                  <a:pt x="34000" y="50000"/>
                </a:lnTo>
                <a:close/>
                <a:moveTo>
                  <a:pt x="53538" y="64308"/>
                </a:moveTo>
                <a:lnTo>
                  <a:pt x="53538" y="60308"/>
                </a:lnTo>
                <a:lnTo>
                  <a:pt x="67692" y="60308"/>
                </a:lnTo>
                <a:quadBezTo>
                  <a:pt x="72769" y="60308"/>
                  <a:pt x="76385" y="56692"/>
                </a:quadBezTo>
                <a:quadBezTo>
                  <a:pt x="80000" y="53077"/>
                  <a:pt x="80000" y="48000"/>
                </a:quadBezTo>
                <a:quadBezTo>
                  <a:pt x="80000" y="42923"/>
                  <a:pt x="76385" y="39308"/>
                </a:quadBezTo>
                <a:quadBezTo>
                  <a:pt x="72769" y="35692"/>
                  <a:pt x="67692" y="35692"/>
                </a:quadBezTo>
                <a:lnTo>
                  <a:pt x="53538" y="35692"/>
                </a:lnTo>
                <a:lnTo>
                  <a:pt x="53538" y="31692"/>
                </a:lnTo>
                <a:lnTo>
                  <a:pt x="67692" y="31692"/>
                </a:lnTo>
                <a:quadBezTo>
                  <a:pt x="74460" y="31692"/>
                  <a:pt x="79230" y="36461"/>
                </a:quadBezTo>
                <a:quadBezTo>
                  <a:pt x="84000" y="41230"/>
                  <a:pt x="84000" y="47996"/>
                </a:quadBezTo>
                <a:quadBezTo>
                  <a:pt x="84000" y="54762"/>
                  <a:pt x="79230" y="59535"/>
                </a:quadBezTo>
                <a:quadBezTo>
                  <a:pt x="74460" y="64308"/>
                  <a:pt x="67692" y="64308"/>
                </a:quadBezTo>
                <a:lnTo>
                  <a:pt x="53538" y="643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5" name="TextBox 124"/>
          <p:cNvSpPr txBox="1"/>
          <p:nvPr/>
        </p:nvSpPr>
        <p:spPr>
          <a:xfrm>
            <a:off x="6542180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link</a:t>
            </a:r>
          </a:p>
        </p:txBody>
      </p:sp>
      <p:sp>
        <p:nvSpPr>
          <p:cNvPr id="126" name="Icon list_alt"/>
          <p:cNvSpPr/>
          <p:nvPr/>
        </p:nvSpPr>
        <p:spPr>
          <a:xfrm>
            <a:off x="7734417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2467" y="66154"/>
                </a:moveTo>
                <a:quadBezTo>
                  <a:pt x="33777" y="66154"/>
                  <a:pt x="34658" y="65268"/>
                </a:quadBezTo>
                <a:quadBezTo>
                  <a:pt x="35538" y="64382"/>
                  <a:pt x="35538" y="63072"/>
                </a:quadBezTo>
                <a:quadBezTo>
                  <a:pt x="35538" y="61762"/>
                  <a:pt x="34652" y="60881"/>
                </a:quadBezTo>
                <a:quadBezTo>
                  <a:pt x="33766" y="60000"/>
                  <a:pt x="32456" y="60000"/>
                </a:quadBezTo>
                <a:quadBezTo>
                  <a:pt x="31146" y="60000"/>
                  <a:pt x="30265" y="60886"/>
                </a:quadBezTo>
                <a:quadBezTo>
                  <a:pt x="29385" y="61772"/>
                  <a:pt x="29385" y="63082"/>
                </a:quadBezTo>
                <a:quadBezTo>
                  <a:pt x="29385" y="64392"/>
                  <a:pt x="30271" y="65273"/>
                </a:quadBezTo>
                <a:quadBezTo>
                  <a:pt x="31157" y="66154"/>
                  <a:pt x="32467" y="66154"/>
                </a:quadBezTo>
                <a:close/>
                <a:moveTo>
                  <a:pt x="32467" y="51077"/>
                </a:moveTo>
                <a:quadBezTo>
                  <a:pt x="33777" y="51077"/>
                  <a:pt x="34658" y="50191"/>
                </a:quadBezTo>
                <a:quadBezTo>
                  <a:pt x="35538" y="49305"/>
                  <a:pt x="35538" y="47995"/>
                </a:quadBezTo>
                <a:quadBezTo>
                  <a:pt x="35538" y="46685"/>
                  <a:pt x="34652" y="45804"/>
                </a:quadBezTo>
                <a:quadBezTo>
                  <a:pt x="33766" y="44923"/>
                  <a:pt x="32456" y="44923"/>
                </a:quadBezTo>
                <a:quadBezTo>
                  <a:pt x="31146" y="44923"/>
                  <a:pt x="30265" y="45809"/>
                </a:quadBezTo>
                <a:quadBezTo>
                  <a:pt x="29385" y="46695"/>
                  <a:pt x="29385" y="48005"/>
                </a:quadBezTo>
                <a:quadBezTo>
                  <a:pt x="29385" y="49315"/>
                  <a:pt x="30271" y="50196"/>
                </a:quadBezTo>
                <a:quadBezTo>
                  <a:pt x="31157" y="51077"/>
                  <a:pt x="32467" y="51077"/>
                </a:quadBezTo>
                <a:close/>
                <a:moveTo>
                  <a:pt x="32467" y="36000"/>
                </a:moveTo>
                <a:quadBezTo>
                  <a:pt x="33777" y="36000"/>
                  <a:pt x="34658" y="35114"/>
                </a:quadBezTo>
                <a:quadBezTo>
                  <a:pt x="35538" y="34228"/>
                  <a:pt x="35538" y="32918"/>
                </a:quadBezTo>
                <a:quadBezTo>
                  <a:pt x="35538" y="31608"/>
                  <a:pt x="34652" y="30727"/>
                </a:quadBezTo>
                <a:quadBezTo>
                  <a:pt x="33766" y="29846"/>
                  <a:pt x="32456" y="29846"/>
                </a:quadBezTo>
                <a:quadBezTo>
                  <a:pt x="31146" y="29846"/>
                  <a:pt x="30265" y="30732"/>
                </a:quadBezTo>
                <a:quadBezTo>
                  <a:pt x="29385" y="31618"/>
                  <a:pt x="29385" y="32928"/>
                </a:quadBezTo>
                <a:quadBezTo>
                  <a:pt x="29385" y="34238"/>
                  <a:pt x="30271" y="35119"/>
                </a:quadBezTo>
                <a:quadBezTo>
                  <a:pt x="31157" y="36000"/>
                  <a:pt x="32467" y="36000"/>
                </a:quadBezTo>
                <a:close/>
                <a:moveTo>
                  <a:pt x="44769" y="65077"/>
                </a:moveTo>
                <a:lnTo>
                  <a:pt x="66308" y="65077"/>
                </a:lnTo>
                <a:lnTo>
                  <a:pt x="66308" y="61077"/>
                </a:lnTo>
                <a:lnTo>
                  <a:pt x="44769" y="61077"/>
                </a:lnTo>
                <a:lnTo>
                  <a:pt x="44769" y="65077"/>
                </a:lnTo>
                <a:close/>
                <a:moveTo>
                  <a:pt x="44769" y="50000"/>
                </a:moveTo>
                <a:lnTo>
                  <a:pt x="66308" y="50000"/>
                </a:lnTo>
                <a:lnTo>
                  <a:pt x="66308" y="46000"/>
                </a:lnTo>
                <a:lnTo>
                  <a:pt x="44769" y="46000"/>
                </a:lnTo>
                <a:lnTo>
                  <a:pt x="44769" y="50000"/>
                </a:lnTo>
                <a:close/>
                <a:moveTo>
                  <a:pt x="44769" y="34923"/>
                </a:moveTo>
                <a:lnTo>
                  <a:pt x="66308" y="34923"/>
                </a:lnTo>
                <a:lnTo>
                  <a:pt x="66308" y="30923"/>
                </a:lnTo>
                <a:lnTo>
                  <a:pt x="44769" y="30923"/>
                </a:lnTo>
                <a:lnTo>
                  <a:pt x="44769" y="34923"/>
                </a:lnTo>
                <a:close/>
                <a:moveTo>
                  <a:pt x="22462" y="80000"/>
                </a:moveTo>
                <a:quadBezTo>
                  <a:pt x="19700" y="80000"/>
                  <a:pt x="17850" y="78150"/>
                </a:quadBezTo>
                <a:quadBezTo>
                  <a:pt x="16000" y="76300"/>
                  <a:pt x="16000" y="73538"/>
                </a:quadBezTo>
                <a:lnTo>
                  <a:pt x="16000" y="22462"/>
                </a:lnTo>
                <a:quadBezTo>
                  <a:pt x="16000" y="19700"/>
                  <a:pt x="17850" y="17850"/>
                </a:quadBezTo>
                <a:quadBezTo>
                  <a:pt x="19700" y="16000"/>
                  <a:pt x="22462" y="16000"/>
                </a:quadBezTo>
                <a:lnTo>
                  <a:pt x="73538" y="16000"/>
                </a:lnTo>
                <a:quadBezTo>
                  <a:pt x="76300" y="16000"/>
                  <a:pt x="78150" y="17850"/>
                </a:quadBezTo>
                <a:quadBezTo>
                  <a:pt x="80000" y="19700"/>
                  <a:pt x="80000" y="22462"/>
                </a:quadBezTo>
                <a:lnTo>
                  <a:pt x="80000" y="73538"/>
                </a:lnTo>
                <a:quadBezTo>
                  <a:pt x="80000" y="76300"/>
                  <a:pt x="78150" y="78150"/>
                </a:quadBezTo>
                <a:quadBezTo>
                  <a:pt x="76300" y="80000"/>
                  <a:pt x="73538" y="80000"/>
                </a:quadBezTo>
                <a:lnTo>
                  <a:pt x="22462" y="80000"/>
                </a:lnTo>
                <a:close/>
                <a:moveTo>
                  <a:pt x="22462" y="76000"/>
                </a:moveTo>
                <a:lnTo>
                  <a:pt x="73538" y="76000"/>
                </a:lnTo>
                <a:quadBezTo>
                  <a:pt x="74462" y="76000"/>
                  <a:pt x="75231" y="75231"/>
                </a:quadBezTo>
                <a:quadBezTo>
                  <a:pt x="76000" y="74462"/>
                  <a:pt x="76000" y="73538"/>
                </a:quadBezTo>
                <a:lnTo>
                  <a:pt x="76000" y="22462"/>
                </a:lnTo>
                <a:quadBezTo>
                  <a:pt x="76000" y="21538"/>
                  <a:pt x="75231" y="20769"/>
                </a:quadBezTo>
                <a:quadBezTo>
                  <a:pt x="74462" y="20000"/>
                  <a:pt x="73538" y="20000"/>
                </a:quadBezTo>
                <a:lnTo>
                  <a:pt x="22462" y="20000"/>
                </a:lnTo>
                <a:quadBezTo>
                  <a:pt x="21538" y="20000"/>
                  <a:pt x="20769" y="20769"/>
                </a:quadBezTo>
                <a:quadBezTo>
                  <a:pt x="20000" y="21538"/>
                  <a:pt x="20000" y="22462"/>
                </a:quadBezTo>
                <a:lnTo>
                  <a:pt x="20000" y="73538"/>
                </a:lnTo>
                <a:quadBezTo>
                  <a:pt x="20000" y="74462"/>
                  <a:pt x="20769" y="75231"/>
                </a:quadBezTo>
                <a:quadBezTo>
                  <a:pt x="21538" y="76000"/>
                  <a:pt x="22462" y="76000"/>
                </a:quadBezTo>
                <a:close/>
                <a:moveTo>
                  <a:pt x="20000" y="20000"/>
                </a:moveTo>
                <a:lnTo>
                  <a:pt x="20000" y="76000"/>
                </a:lnTo>
                <a:lnTo>
                  <a:pt x="20000" y="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7" name="TextBox 126"/>
          <p:cNvSpPr txBox="1"/>
          <p:nvPr/>
        </p:nvSpPr>
        <p:spPr>
          <a:xfrm>
            <a:off x="7428444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list alt</a:t>
            </a:r>
          </a:p>
        </p:txBody>
      </p:sp>
      <p:sp>
        <p:nvSpPr>
          <p:cNvPr id="128" name="Icon local_shipping"/>
          <p:cNvSpPr/>
          <p:nvPr/>
        </p:nvSpPr>
        <p:spPr>
          <a:xfrm>
            <a:off x="8620681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751" y="76462"/>
                </a:moveTo>
                <a:quadBezTo>
                  <a:pt x="18385" y="76462"/>
                  <a:pt x="15346" y="73410"/>
                </a:quadBezTo>
                <a:quadBezTo>
                  <a:pt x="12308" y="70359"/>
                  <a:pt x="12308" y="66000"/>
                </a:quadBezTo>
                <a:lnTo>
                  <a:pt x="6769" y="66000"/>
                </a:lnTo>
                <a:lnTo>
                  <a:pt x="6769" y="26462"/>
                </a:lnTo>
                <a:quadBezTo>
                  <a:pt x="6769" y="23700"/>
                  <a:pt x="8619" y="21850"/>
                </a:quadBezTo>
                <a:quadBezTo>
                  <a:pt x="10469" y="20000"/>
                  <a:pt x="13231" y="20000"/>
                </a:quadBezTo>
                <a:lnTo>
                  <a:pt x="66154" y="20000"/>
                </a:lnTo>
                <a:lnTo>
                  <a:pt x="66154" y="34462"/>
                </a:lnTo>
                <a:lnTo>
                  <a:pt x="75385" y="34462"/>
                </a:lnTo>
                <a:lnTo>
                  <a:pt x="89231" y="53077"/>
                </a:lnTo>
                <a:lnTo>
                  <a:pt x="89231" y="66000"/>
                </a:lnTo>
                <a:lnTo>
                  <a:pt x="82769" y="66000"/>
                </a:lnTo>
                <a:quadBezTo>
                  <a:pt x="82769" y="70359"/>
                  <a:pt x="79713" y="73410"/>
                </a:quadBezTo>
                <a:quadBezTo>
                  <a:pt x="76656" y="76462"/>
                  <a:pt x="72290" y="76462"/>
                </a:quadBezTo>
                <a:quadBezTo>
                  <a:pt x="67923" y="76462"/>
                  <a:pt x="64885" y="73410"/>
                </a:quadBezTo>
                <a:quadBezTo>
                  <a:pt x="61846" y="70359"/>
                  <a:pt x="61846" y="66000"/>
                </a:quadBezTo>
                <a:lnTo>
                  <a:pt x="33231" y="66000"/>
                </a:lnTo>
                <a:quadBezTo>
                  <a:pt x="33231" y="70385"/>
                  <a:pt x="30174" y="73423"/>
                </a:quadBezTo>
                <a:quadBezTo>
                  <a:pt x="27118" y="76462"/>
                  <a:pt x="22751" y="76462"/>
                </a:quadBezTo>
                <a:close/>
                <a:moveTo>
                  <a:pt x="22769" y="72462"/>
                </a:moveTo>
                <a:quadBezTo>
                  <a:pt x="25469" y="72462"/>
                  <a:pt x="27350" y="70581"/>
                </a:quadBezTo>
                <a:quadBezTo>
                  <a:pt x="29231" y="68700"/>
                  <a:pt x="29231" y="66000"/>
                </a:quadBezTo>
                <a:quadBezTo>
                  <a:pt x="29231" y="63300"/>
                  <a:pt x="27350" y="61419"/>
                </a:quadBezTo>
                <a:quadBezTo>
                  <a:pt x="25469" y="59538"/>
                  <a:pt x="22769" y="59538"/>
                </a:quadBezTo>
                <a:quadBezTo>
                  <a:pt x="20069" y="59538"/>
                  <a:pt x="18188" y="61419"/>
                </a:quadBezTo>
                <a:quadBezTo>
                  <a:pt x="16308" y="63300"/>
                  <a:pt x="16308" y="66000"/>
                </a:quadBezTo>
                <a:quadBezTo>
                  <a:pt x="16308" y="68700"/>
                  <a:pt x="18188" y="70581"/>
                </a:quadBezTo>
                <a:quadBezTo>
                  <a:pt x="20069" y="72462"/>
                  <a:pt x="22769" y="72462"/>
                </a:quadBezTo>
                <a:close/>
                <a:moveTo>
                  <a:pt x="10769" y="62000"/>
                </a:moveTo>
                <a:lnTo>
                  <a:pt x="13354" y="62000"/>
                </a:lnTo>
                <a:quadBezTo>
                  <a:pt x="14208" y="59354"/>
                  <a:pt x="16831" y="57446"/>
                </a:quadBezTo>
                <a:quadBezTo>
                  <a:pt x="19454" y="55538"/>
                  <a:pt x="22769" y="55538"/>
                </a:quadBezTo>
                <a:quadBezTo>
                  <a:pt x="25931" y="55538"/>
                  <a:pt x="28631" y="57408"/>
                </a:quadBezTo>
                <a:quadBezTo>
                  <a:pt x="31331" y="59277"/>
                  <a:pt x="32185" y="62000"/>
                </a:quadBezTo>
                <a:lnTo>
                  <a:pt x="62154" y="62000"/>
                </a:lnTo>
                <a:lnTo>
                  <a:pt x="62154" y="24000"/>
                </a:lnTo>
                <a:lnTo>
                  <a:pt x="13231" y="24000"/>
                </a:lnTo>
                <a:quadBezTo>
                  <a:pt x="12308" y="24000"/>
                  <a:pt x="11538" y="24769"/>
                </a:quadBezTo>
                <a:quadBezTo>
                  <a:pt x="10769" y="25538"/>
                  <a:pt x="10769" y="26462"/>
                </a:quadBezTo>
                <a:lnTo>
                  <a:pt x="10769" y="62000"/>
                </a:lnTo>
                <a:close/>
                <a:moveTo>
                  <a:pt x="72308" y="72462"/>
                </a:moveTo>
                <a:quadBezTo>
                  <a:pt x="75008" y="72462"/>
                  <a:pt x="76888" y="70581"/>
                </a:quadBezTo>
                <a:quadBezTo>
                  <a:pt x="78769" y="68700"/>
                  <a:pt x="78769" y="66000"/>
                </a:quadBezTo>
                <a:quadBezTo>
                  <a:pt x="78769" y="63300"/>
                  <a:pt x="76888" y="61419"/>
                </a:quadBezTo>
                <a:quadBezTo>
                  <a:pt x="75008" y="59538"/>
                  <a:pt x="72308" y="59538"/>
                </a:quadBezTo>
                <a:quadBezTo>
                  <a:pt x="69608" y="59538"/>
                  <a:pt x="67727" y="61419"/>
                </a:quadBezTo>
                <a:quadBezTo>
                  <a:pt x="65846" y="63300"/>
                  <a:pt x="65846" y="66000"/>
                </a:quadBezTo>
                <a:quadBezTo>
                  <a:pt x="65846" y="68700"/>
                  <a:pt x="67727" y="70581"/>
                </a:quadBezTo>
                <a:quadBezTo>
                  <a:pt x="69608" y="72462"/>
                  <a:pt x="72308" y="72462"/>
                </a:quadBezTo>
                <a:close/>
                <a:moveTo>
                  <a:pt x="66154" y="54000"/>
                </a:moveTo>
                <a:lnTo>
                  <a:pt x="85000" y="54000"/>
                </a:lnTo>
                <a:lnTo>
                  <a:pt x="73231" y="38462"/>
                </a:lnTo>
                <a:lnTo>
                  <a:pt x="66154" y="38462"/>
                </a:lnTo>
                <a:lnTo>
                  <a:pt x="66154" y="54000"/>
                </a:lnTo>
                <a:close/>
                <a:moveTo>
                  <a:pt x="36462" y="43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9" name="TextBox 128"/>
          <p:cNvSpPr txBox="1"/>
          <p:nvPr/>
        </p:nvSpPr>
        <p:spPr>
          <a:xfrm>
            <a:off x="8314709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local shipping</a:t>
            </a:r>
          </a:p>
        </p:txBody>
      </p:sp>
      <p:sp>
        <p:nvSpPr>
          <p:cNvPr id="130" name="Icon location_on"/>
          <p:cNvSpPr/>
          <p:nvPr/>
        </p:nvSpPr>
        <p:spPr>
          <a:xfrm>
            <a:off x="9506946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4" y="46923"/>
                </a:moveTo>
                <a:quadBezTo>
                  <a:pt x="50685" y="46923"/>
                  <a:pt x="52573" y="45021"/>
                </a:quadBezTo>
                <a:quadBezTo>
                  <a:pt x="54462" y="43119"/>
                  <a:pt x="54462" y="40448"/>
                </a:quadBezTo>
                <a:quadBezTo>
                  <a:pt x="54462" y="37777"/>
                  <a:pt x="52559" y="35888"/>
                </a:quadBezTo>
                <a:quadBezTo>
                  <a:pt x="50657" y="34000"/>
                  <a:pt x="47986" y="34000"/>
                </a:quadBezTo>
                <a:quadBezTo>
                  <a:pt x="45315" y="34000"/>
                  <a:pt x="43427" y="35902"/>
                </a:quadBezTo>
                <a:quadBezTo>
                  <a:pt x="41538" y="37804"/>
                  <a:pt x="41538" y="40475"/>
                </a:quadBezTo>
                <a:quadBezTo>
                  <a:pt x="41538" y="43146"/>
                  <a:pt x="43441" y="45035"/>
                </a:quadBezTo>
                <a:quadBezTo>
                  <a:pt x="45343" y="46923"/>
                  <a:pt x="48014" y="46923"/>
                </a:quadBezTo>
                <a:close/>
                <a:moveTo>
                  <a:pt x="48000" y="78708"/>
                </a:moveTo>
                <a:quadBezTo>
                  <a:pt x="59277" y="68892"/>
                  <a:pt x="65831" y="58742"/>
                </a:quadBezTo>
                <a:quadBezTo>
                  <a:pt x="72385" y="48592"/>
                  <a:pt x="72385" y="41185"/>
                </a:quadBezTo>
                <a:quadBezTo>
                  <a:pt x="72385" y="30208"/>
                  <a:pt x="65435" y="23065"/>
                </a:quadBezTo>
                <a:quadBezTo>
                  <a:pt x="58485" y="15923"/>
                  <a:pt x="48000" y="15923"/>
                </a:quadBezTo>
                <a:quadBezTo>
                  <a:pt x="37515" y="15923"/>
                  <a:pt x="30565" y="23065"/>
                </a:quadBezTo>
                <a:quadBezTo>
                  <a:pt x="23615" y="30208"/>
                  <a:pt x="23615" y="41185"/>
                </a:quadBezTo>
                <a:quadBezTo>
                  <a:pt x="23615" y="48592"/>
                  <a:pt x="30169" y="58742"/>
                </a:quadBezTo>
                <a:quadBezTo>
                  <a:pt x="36723" y="68892"/>
                  <a:pt x="48000" y="78708"/>
                </a:quadBezTo>
                <a:close/>
                <a:moveTo>
                  <a:pt x="48000" y="84077"/>
                </a:moveTo>
                <a:quadBezTo>
                  <a:pt x="33900" y="71608"/>
                  <a:pt x="26758" y="60819"/>
                </a:quadBezTo>
                <a:quadBezTo>
                  <a:pt x="19615" y="50031"/>
                  <a:pt x="19615" y="41185"/>
                </a:quadBezTo>
                <a:quadBezTo>
                  <a:pt x="19615" y="28492"/>
                  <a:pt x="27881" y="20246"/>
                </a:quadBezTo>
                <a:quadBezTo>
                  <a:pt x="36146" y="12000"/>
                  <a:pt x="48000" y="12000"/>
                </a:quadBezTo>
                <a:quadBezTo>
                  <a:pt x="59854" y="12000"/>
                  <a:pt x="68119" y="20246"/>
                </a:quadBezTo>
                <a:quadBezTo>
                  <a:pt x="76385" y="28492"/>
                  <a:pt x="76385" y="41185"/>
                </a:quadBezTo>
                <a:quadBezTo>
                  <a:pt x="76385" y="50031"/>
                  <a:pt x="69242" y="60819"/>
                </a:quadBezTo>
                <a:quadBezTo>
                  <a:pt x="62100" y="71608"/>
                  <a:pt x="48000" y="84077"/>
                </a:quadBezTo>
                <a:close/>
                <a:moveTo>
                  <a:pt x="48000" y="404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1" name="TextBox 130"/>
          <p:cNvSpPr txBox="1"/>
          <p:nvPr/>
        </p:nvSpPr>
        <p:spPr>
          <a:xfrm>
            <a:off x="9200974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location on</a:t>
            </a:r>
          </a:p>
        </p:txBody>
      </p:sp>
      <p:sp>
        <p:nvSpPr>
          <p:cNvPr id="132" name="Icon lock"/>
          <p:cNvSpPr/>
          <p:nvPr/>
        </p:nvSpPr>
        <p:spPr>
          <a:xfrm>
            <a:off x="10393211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6462" y="84000"/>
                </a:moveTo>
                <a:quadBezTo>
                  <a:pt x="23777" y="84000"/>
                  <a:pt x="21888" y="82112"/>
                </a:quadBezTo>
                <a:quadBezTo>
                  <a:pt x="20000" y="80223"/>
                  <a:pt x="20000" y="77538"/>
                </a:quadBezTo>
                <a:lnTo>
                  <a:pt x="20000" y="42462"/>
                </a:lnTo>
                <a:quadBezTo>
                  <a:pt x="20000" y="39777"/>
                  <a:pt x="21888" y="37888"/>
                </a:quadBezTo>
                <a:quadBezTo>
                  <a:pt x="23777" y="36000"/>
                  <a:pt x="26462" y="36000"/>
                </a:quadBezTo>
                <a:lnTo>
                  <a:pt x="32000" y="36000"/>
                </a:lnTo>
                <a:lnTo>
                  <a:pt x="32000" y="28000"/>
                </a:lnTo>
                <a:quadBezTo>
                  <a:pt x="32000" y="21315"/>
                  <a:pt x="36658" y="16658"/>
                </a:quadBezTo>
                <a:quadBezTo>
                  <a:pt x="41315" y="12000"/>
                  <a:pt x="48000" y="12000"/>
                </a:quadBezTo>
                <a:quadBezTo>
                  <a:pt x="54685" y="12000"/>
                  <a:pt x="59342" y="16658"/>
                </a:quadBezTo>
                <a:quadBezTo>
                  <a:pt x="64000" y="21315"/>
                  <a:pt x="64000" y="28000"/>
                </a:quadBezTo>
                <a:lnTo>
                  <a:pt x="64000" y="36000"/>
                </a:lnTo>
                <a:lnTo>
                  <a:pt x="69538" y="36000"/>
                </a:lnTo>
                <a:quadBezTo>
                  <a:pt x="72223" y="36000"/>
                  <a:pt x="74112" y="37888"/>
                </a:quadBezTo>
                <a:quadBezTo>
                  <a:pt x="76000" y="39777"/>
                  <a:pt x="76000" y="42462"/>
                </a:quadBezTo>
                <a:lnTo>
                  <a:pt x="76000" y="77538"/>
                </a:lnTo>
                <a:quadBezTo>
                  <a:pt x="76000" y="80223"/>
                  <a:pt x="74112" y="82112"/>
                </a:quadBezTo>
                <a:quadBezTo>
                  <a:pt x="72223" y="84000"/>
                  <a:pt x="69538" y="84000"/>
                </a:quadBezTo>
                <a:lnTo>
                  <a:pt x="26462" y="84000"/>
                </a:lnTo>
                <a:close/>
                <a:moveTo>
                  <a:pt x="26462" y="80000"/>
                </a:moveTo>
                <a:lnTo>
                  <a:pt x="69538" y="80000"/>
                </a:lnTo>
                <a:quadBezTo>
                  <a:pt x="70615" y="80000"/>
                  <a:pt x="71308" y="79308"/>
                </a:quadBezTo>
                <a:quadBezTo>
                  <a:pt x="72000" y="78615"/>
                  <a:pt x="72000" y="77538"/>
                </a:quadBezTo>
                <a:lnTo>
                  <a:pt x="72000" y="42462"/>
                </a:lnTo>
                <a:quadBezTo>
                  <a:pt x="72000" y="41385"/>
                  <a:pt x="71308" y="40692"/>
                </a:quadBezTo>
                <a:quadBezTo>
                  <a:pt x="70615" y="40000"/>
                  <a:pt x="69538" y="40000"/>
                </a:quadBezTo>
                <a:lnTo>
                  <a:pt x="26462" y="40000"/>
                </a:lnTo>
                <a:quadBezTo>
                  <a:pt x="25385" y="40000"/>
                  <a:pt x="24692" y="40692"/>
                </a:quadBezTo>
                <a:quadBezTo>
                  <a:pt x="24000" y="41385"/>
                  <a:pt x="24000" y="42462"/>
                </a:quadBezTo>
                <a:lnTo>
                  <a:pt x="24000" y="77538"/>
                </a:lnTo>
                <a:quadBezTo>
                  <a:pt x="24000" y="78615"/>
                  <a:pt x="24692" y="79308"/>
                </a:quadBezTo>
                <a:quadBezTo>
                  <a:pt x="25385" y="80000"/>
                  <a:pt x="26462" y="80000"/>
                </a:quadBezTo>
                <a:close/>
                <a:moveTo>
                  <a:pt x="48000" y="66000"/>
                </a:moveTo>
                <a:quadBezTo>
                  <a:pt x="50531" y="66000"/>
                  <a:pt x="52265" y="64265"/>
                </a:quadBezTo>
                <a:quadBezTo>
                  <a:pt x="54000" y="62531"/>
                  <a:pt x="54000" y="60000"/>
                </a:quadBezTo>
                <a:quadBezTo>
                  <a:pt x="54000" y="57469"/>
                  <a:pt x="52265" y="55735"/>
                </a:quadBezTo>
                <a:quadBezTo>
                  <a:pt x="50531" y="54000"/>
                  <a:pt x="48000" y="54000"/>
                </a:quadBezTo>
                <a:quadBezTo>
                  <a:pt x="45469" y="54000"/>
                  <a:pt x="43735" y="55735"/>
                </a:quadBezTo>
                <a:quadBezTo>
                  <a:pt x="42000" y="57469"/>
                  <a:pt x="42000" y="60000"/>
                </a:quadBezTo>
                <a:quadBezTo>
                  <a:pt x="42000" y="62531"/>
                  <a:pt x="43735" y="64265"/>
                </a:quadBezTo>
                <a:quadBezTo>
                  <a:pt x="45469" y="66000"/>
                  <a:pt x="48000" y="66000"/>
                </a:quadBezTo>
                <a:close/>
                <a:moveTo>
                  <a:pt x="36000" y="36000"/>
                </a:moveTo>
                <a:lnTo>
                  <a:pt x="60000" y="36000"/>
                </a:lnTo>
                <a:lnTo>
                  <a:pt x="60000" y="28000"/>
                </a:lnTo>
                <a:quadBezTo>
                  <a:pt x="60000" y="23000"/>
                  <a:pt x="56500" y="19500"/>
                </a:quadBezTo>
                <a:quadBezTo>
                  <a:pt x="53000" y="16000"/>
                  <a:pt x="48000" y="16000"/>
                </a:quadBezTo>
                <a:quadBezTo>
                  <a:pt x="43000" y="16000"/>
                  <a:pt x="39500" y="19500"/>
                </a:quadBezTo>
                <a:quadBezTo>
                  <a:pt x="36000" y="23000"/>
                  <a:pt x="36000" y="28000"/>
                </a:quadBezTo>
                <a:lnTo>
                  <a:pt x="36000" y="36000"/>
                </a:lnTo>
                <a:close/>
                <a:moveTo>
                  <a:pt x="24000" y="80000"/>
                </a:moveTo>
                <a:lnTo>
                  <a:pt x="24000" y="40000"/>
                </a:lnTo>
                <a:lnTo>
                  <a:pt x="24000" y="8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3" name="TextBox 132"/>
          <p:cNvSpPr txBox="1"/>
          <p:nvPr/>
        </p:nvSpPr>
        <p:spPr>
          <a:xfrm>
            <a:off x="10087238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lock</a:t>
            </a:r>
          </a:p>
        </p:txBody>
      </p:sp>
      <p:sp>
        <p:nvSpPr>
          <p:cNvPr id="134" name="Icon mail"/>
          <p:cNvSpPr/>
          <p:nvPr/>
        </p:nvSpPr>
        <p:spPr>
          <a:xfrm>
            <a:off x="11279475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462" y="76000"/>
                </a:moveTo>
                <a:quadBezTo>
                  <a:pt x="15700" y="76000"/>
                  <a:pt x="13850" y="74150"/>
                </a:quadBezTo>
                <a:quadBezTo>
                  <a:pt x="12000" y="72300"/>
                  <a:pt x="12000" y="69538"/>
                </a:quadBezTo>
                <a:lnTo>
                  <a:pt x="12000" y="26462"/>
                </a:lnTo>
                <a:quadBezTo>
                  <a:pt x="12000" y="23700"/>
                  <a:pt x="13850" y="21850"/>
                </a:quadBezTo>
                <a:quadBezTo>
                  <a:pt x="15700" y="20000"/>
                  <a:pt x="18462" y="20000"/>
                </a:quadBezTo>
                <a:lnTo>
                  <a:pt x="77538" y="20000"/>
                </a:lnTo>
                <a:quadBezTo>
                  <a:pt x="80300" y="20000"/>
                  <a:pt x="82150" y="21850"/>
                </a:quadBezTo>
                <a:quadBezTo>
                  <a:pt x="84000" y="23700"/>
                  <a:pt x="84000" y="26462"/>
                </a:quadBezTo>
                <a:lnTo>
                  <a:pt x="84000" y="69538"/>
                </a:lnTo>
                <a:quadBezTo>
                  <a:pt x="84000" y="72300"/>
                  <a:pt x="82150" y="74150"/>
                </a:quadBezTo>
                <a:quadBezTo>
                  <a:pt x="80300" y="76000"/>
                  <a:pt x="77538" y="76000"/>
                </a:quadBezTo>
                <a:lnTo>
                  <a:pt x="18462" y="76000"/>
                </a:lnTo>
                <a:close/>
                <a:moveTo>
                  <a:pt x="48000" y="48462"/>
                </a:moveTo>
                <a:lnTo>
                  <a:pt x="16000" y="27538"/>
                </a:lnTo>
                <a:lnTo>
                  <a:pt x="16000" y="69538"/>
                </a:lnTo>
                <a:quadBezTo>
                  <a:pt x="16000" y="70615"/>
                  <a:pt x="16692" y="71308"/>
                </a:quadBezTo>
                <a:quadBezTo>
                  <a:pt x="17385" y="72000"/>
                  <a:pt x="18462" y="72000"/>
                </a:quadBezTo>
                <a:lnTo>
                  <a:pt x="77538" y="72000"/>
                </a:lnTo>
                <a:quadBezTo>
                  <a:pt x="78615" y="72000"/>
                  <a:pt x="79308" y="71308"/>
                </a:quadBezTo>
                <a:quadBezTo>
                  <a:pt x="80000" y="70615"/>
                  <a:pt x="80000" y="69538"/>
                </a:quadBezTo>
                <a:lnTo>
                  <a:pt x="80000" y="27538"/>
                </a:lnTo>
                <a:lnTo>
                  <a:pt x="48000" y="48462"/>
                </a:lnTo>
                <a:close/>
                <a:moveTo>
                  <a:pt x="48000" y="44000"/>
                </a:moveTo>
                <a:lnTo>
                  <a:pt x="78769" y="24000"/>
                </a:lnTo>
                <a:lnTo>
                  <a:pt x="17231" y="24000"/>
                </a:lnTo>
                <a:lnTo>
                  <a:pt x="48000" y="44000"/>
                </a:lnTo>
                <a:close/>
                <a:moveTo>
                  <a:pt x="16000" y="27538"/>
                </a:moveTo>
                <a:lnTo>
                  <a:pt x="16000" y="24000"/>
                </a:lnTo>
                <a:lnTo>
                  <a:pt x="16000" y="69538"/>
                </a:lnTo>
                <a:quadBezTo>
                  <a:pt x="16000" y="70615"/>
                  <a:pt x="16692" y="71308"/>
                </a:quadBezTo>
                <a:quadBezTo>
                  <a:pt x="17385" y="72000"/>
                  <a:pt x="18462" y="72000"/>
                </a:quadBezTo>
                <a:lnTo>
                  <a:pt x="16000" y="72000"/>
                </a:lnTo>
                <a:lnTo>
                  <a:pt x="16000" y="27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5" name="TextBox 134"/>
          <p:cNvSpPr txBox="1"/>
          <p:nvPr/>
        </p:nvSpPr>
        <p:spPr>
          <a:xfrm>
            <a:off x="10973503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mail</a:t>
            </a:r>
          </a:p>
        </p:txBody>
      </p:sp>
      <p:sp>
        <p:nvSpPr>
          <p:cNvPr id="136" name="Icon map"/>
          <p:cNvSpPr/>
          <p:nvPr/>
        </p:nvSpPr>
        <p:spPr>
          <a:xfrm>
            <a:off x="644300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0000" y="79692"/>
                </a:moveTo>
                <a:lnTo>
                  <a:pt x="36000" y="71292"/>
                </a:lnTo>
                <a:lnTo>
                  <a:pt x="20169" y="77415"/>
                </a:lnTo>
                <a:quadBezTo>
                  <a:pt x="18631" y="77985"/>
                  <a:pt x="17315" y="77081"/>
                </a:quadBezTo>
                <a:quadBezTo>
                  <a:pt x="16000" y="76177"/>
                  <a:pt x="16000" y="74538"/>
                </a:quadBezTo>
                <a:lnTo>
                  <a:pt x="16000" y="25615"/>
                </a:lnTo>
                <a:quadBezTo>
                  <a:pt x="16000" y="24546"/>
                  <a:pt x="16519" y="23662"/>
                </a:quadBezTo>
                <a:quadBezTo>
                  <a:pt x="17038" y="22777"/>
                  <a:pt x="18031" y="22431"/>
                </a:quadBezTo>
                <a:lnTo>
                  <a:pt x="36000" y="16308"/>
                </a:lnTo>
                <a:lnTo>
                  <a:pt x="60000" y="24708"/>
                </a:lnTo>
                <a:lnTo>
                  <a:pt x="75831" y="18585"/>
                </a:lnTo>
                <a:quadBezTo>
                  <a:pt x="77369" y="18015"/>
                  <a:pt x="78685" y="18804"/>
                </a:quadBezTo>
                <a:quadBezTo>
                  <a:pt x="80000" y="19592"/>
                  <a:pt x="80000" y="21154"/>
                </a:quadBezTo>
                <a:lnTo>
                  <a:pt x="80000" y="70692"/>
                </a:lnTo>
                <a:quadBezTo>
                  <a:pt x="80000" y="71838"/>
                  <a:pt x="79365" y="72685"/>
                </a:quadBezTo>
                <a:quadBezTo>
                  <a:pt x="78731" y="73531"/>
                  <a:pt x="77662" y="73877"/>
                </a:quadBezTo>
                <a:lnTo>
                  <a:pt x="60000" y="79692"/>
                </a:lnTo>
                <a:close/>
                <a:moveTo>
                  <a:pt x="58000" y="74815"/>
                </a:moveTo>
                <a:lnTo>
                  <a:pt x="58000" y="28015"/>
                </a:lnTo>
                <a:lnTo>
                  <a:pt x="38000" y="21031"/>
                </a:lnTo>
                <a:lnTo>
                  <a:pt x="38000" y="67831"/>
                </a:lnTo>
                <a:lnTo>
                  <a:pt x="58000" y="74815"/>
                </a:lnTo>
                <a:close/>
                <a:moveTo>
                  <a:pt x="62000" y="74815"/>
                </a:moveTo>
                <a:lnTo>
                  <a:pt x="76000" y="70200"/>
                </a:lnTo>
                <a:lnTo>
                  <a:pt x="76000" y="22800"/>
                </a:lnTo>
                <a:lnTo>
                  <a:pt x="62000" y="28015"/>
                </a:lnTo>
                <a:lnTo>
                  <a:pt x="62000" y="74815"/>
                </a:lnTo>
                <a:close/>
                <a:moveTo>
                  <a:pt x="20000" y="73200"/>
                </a:moveTo>
                <a:lnTo>
                  <a:pt x="34000" y="67831"/>
                </a:lnTo>
                <a:lnTo>
                  <a:pt x="34000" y="21031"/>
                </a:lnTo>
                <a:lnTo>
                  <a:pt x="20000" y="25800"/>
                </a:lnTo>
                <a:lnTo>
                  <a:pt x="20000" y="73200"/>
                </a:lnTo>
                <a:close/>
                <a:moveTo>
                  <a:pt x="62000" y="28015"/>
                </a:moveTo>
                <a:lnTo>
                  <a:pt x="62000" y="74815"/>
                </a:lnTo>
                <a:lnTo>
                  <a:pt x="62000" y="28015"/>
                </a:lnTo>
                <a:close/>
                <a:moveTo>
                  <a:pt x="34000" y="21031"/>
                </a:moveTo>
                <a:lnTo>
                  <a:pt x="34000" y="67831"/>
                </a:lnTo>
                <a:lnTo>
                  <a:pt x="34000" y="210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7" name="TextBox 136"/>
          <p:cNvSpPr txBox="1"/>
          <p:nvPr/>
        </p:nvSpPr>
        <p:spPr>
          <a:xfrm>
            <a:off x="338328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map</a:t>
            </a:r>
          </a:p>
        </p:txBody>
      </p:sp>
      <p:sp>
        <p:nvSpPr>
          <p:cNvPr id="138" name="Icon medication"/>
          <p:cNvSpPr/>
          <p:nvPr/>
        </p:nvSpPr>
        <p:spPr>
          <a:xfrm>
            <a:off x="1530564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5538" y="66000"/>
                </a:moveTo>
                <a:lnTo>
                  <a:pt x="50462" y="66000"/>
                </a:lnTo>
                <a:lnTo>
                  <a:pt x="50462" y="56000"/>
                </a:lnTo>
                <a:lnTo>
                  <a:pt x="60462" y="56000"/>
                </a:lnTo>
                <a:lnTo>
                  <a:pt x="60462" y="51077"/>
                </a:lnTo>
                <a:lnTo>
                  <a:pt x="50462" y="51077"/>
                </a:lnTo>
                <a:lnTo>
                  <a:pt x="50462" y="41077"/>
                </a:lnTo>
                <a:lnTo>
                  <a:pt x="45538" y="41077"/>
                </a:lnTo>
                <a:lnTo>
                  <a:pt x="45538" y="51077"/>
                </a:lnTo>
                <a:lnTo>
                  <a:pt x="35538" y="51077"/>
                </a:lnTo>
                <a:lnTo>
                  <a:pt x="35538" y="56000"/>
                </a:lnTo>
                <a:lnTo>
                  <a:pt x="45538" y="56000"/>
                </a:lnTo>
                <a:lnTo>
                  <a:pt x="45538" y="66000"/>
                </a:lnTo>
                <a:close/>
                <a:moveTo>
                  <a:pt x="30462" y="79538"/>
                </a:moveTo>
                <a:quadBezTo>
                  <a:pt x="27796" y="79538"/>
                  <a:pt x="25898" y="77640"/>
                </a:quadBezTo>
                <a:quadBezTo>
                  <a:pt x="24000" y="75742"/>
                  <a:pt x="24000" y="73077"/>
                </a:quadBezTo>
                <a:lnTo>
                  <a:pt x="24000" y="34000"/>
                </a:lnTo>
                <a:quadBezTo>
                  <a:pt x="24000" y="31335"/>
                  <a:pt x="25898" y="29437"/>
                </a:quadBezTo>
                <a:quadBezTo>
                  <a:pt x="27796" y="27538"/>
                  <a:pt x="30462" y="27538"/>
                </a:quadBezTo>
                <a:lnTo>
                  <a:pt x="65538" y="27538"/>
                </a:lnTo>
                <a:quadBezTo>
                  <a:pt x="68204" y="27538"/>
                  <a:pt x="70102" y="29437"/>
                </a:quadBezTo>
                <a:quadBezTo>
                  <a:pt x="72000" y="31335"/>
                  <a:pt x="72000" y="34000"/>
                </a:quadBezTo>
                <a:lnTo>
                  <a:pt x="72000" y="73077"/>
                </a:lnTo>
                <a:quadBezTo>
                  <a:pt x="72000" y="75742"/>
                  <a:pt x="70102" y="77640"/>
                </a:quadBezTo>
                <a:quadBezTo>
                  <a:pt x="68204" y="79538"/>
                  <a:pt x="65538" y="79538"/>
                </a:quadBezTo>
                <a:lnTo>
                  <a:pt x="30462" y="79538"/>
                </a:lnTo>
                <a:close/>
                <a:moveTo>
                  <a:pt x="30462" y="75538"/>
                </a:moveTo>
                <a:lnTo>
                  <a:pt x="65538" y="75538"/>
                </a:lnTo>
                <a:quadBezTo>
                  <a:pt x="66462" y="75538"/>
                  <a:pt x="67231" y="74769"/>
                </a:quadBezTo>
                <a:quadBezTo>
                  <a:pt x="68000" y="74000"/>
                  <a:pt x="68000" y="73077"/>
                </a:quadBezTo>
                <a:lnTo>
                  <a:pt x="68000" y="34000"/>
                </a:lnTo>
                <a:quadBezTo>
                  <a:pt x="68000" y="33077"/>
                  <a:pt x="67231" y="32308"/>
                </a:quadBezTo>
                <a:quadBezTo>
                  <a:pt x="66462" y="31538"/>
                  <a:pt x="65538" y="31538"/>
                </a:quadBezTo>
                <a:lnTo>
                  <a:pt x="30462" y="31538"/>
                </a:lnTo>
                <a:quadBezTo>
                  <a:pt x="29538" y="31538"/>
                  <a:pt x="28769" y="32308"/>
                </a:quadBezTo>
                <a:quadBezTo>
                  <a:pt x="28000" y="33077"/>
                  <a:pt x="28000" y="34000"/>
                </a:quadBezTo>
                <a:lnTo>
                  <a:pt x="28000" y="73077"/>
                </a:lnTo>
                <a:quadBezTo>
                  <a:pt x="28000" y="74000"/>
                  <a:pt x="28769" y="74769"/>
                </a:quadBezTo>
                <a:quadBezTo>
                  <a:pt x="29538" y="75538"/>
                  <a:pt x="30462" y="75538"/>
                </a:quadBezTo>
                <a:close/>
                <a:moveTo>
                  <a:pt x="25846" y="20462"/>
                </a:moveTo>
                <a:lnTo>
                  <a:pt x="25846" y="16462"/>
                </a:lnTo>
                <a:lnTo>
                  <a:pt x="70154" y="16462"/>
                </a:lnTo>
                <a:lnTo>
                  <a:pt x="70154" y="20462"/>
                </a:lnTo>
                <a:lnTo>
                  <a:pt x="25846" y="20462"/>
                </a:lnTo>
                <a:close/>
                <a:moveTo>
                  <a:pt x="28000" y="31538"/>
                </a:moveTo>
                <a:lnTo>
                  <a:pt x="28000" y="75538"/>
                </a:lnTo>
                <a:lnTo>
                  <a:pt x="28000" y="31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9" name="TextBox 138"/>
          <p:cNvSpPr txBox="1"/>
          <p:nvPr/>
        </p:nvSpPr>
        <p:spPr>
          <a:xfrm>
            <a:off x="1224592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medication</a:t>
            </a:r>
          </a:p>
        </p:txBody>
      </p:sp>
      <p:sp>
        <p:nvSpPr>
          <p:cNvPr id="140" name="Icon memory"/>
          <p:cNvSpPr/>
          <p:nvPr/>
        </p:nvSpPr>
        <p:spPr>
          <a:xfrm>
            <a:off x="2416829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0" y="56000"/>
                </a:moveTo>
                <a:lnTo>
                  <a:pt x="40000" y="40000"/>
                </a:lnTo>
                <a:lnTo>
                  <a:pt x="56000" y="40000"/>
                </a:lnTo>
                <a:lnTo>
                  <a:pt x="56000" y="56000"/>
                </a:lnTo>
                <a:lnTo>
                  <a:pt x="40000" y="56000"/>
                </a:lnTo>
                <a:close/>
                <a:moveTo>
                  <a:pt x="44000" y="52000"/>
                </a:moveTo>
                <a:lnTo>
                  <a:pt x="52000" y="52000"/>
                </a:lnTo>
                <a:lnTo>
                  <a:pt x="52000" y="44000"/>
                </a:lnTo>
                <a:lnTo>
                  <a:pt x="44000" y="44000"/>
                </a:lnTo>
                <a:lnTo>
                  <a:pt x="44000" y="52000"/>
                </a:lnTo>
                <a:close/>
                <a:moveTo>
                  <a:pt x="38000" y="78154"/>
                </a:moveTo>
                <a:lnTo>
                  <a:pt x="38000" y="72000"/>
                </a:lnTo>
                <a:lnTo>
                  <a:pt x="30462" y="72000"/>
                </a:lnTo>
                <a:quadBezTo>
                  <a:pt x="27700" y="72000"/>
                  <a:pt x="25850" y="70150"/>
                </a:quadBezTo>
                <a:quadBezTo>
                  <a:pt x="24000" y="68300"/>
                  <a:pt x="24000" y="65538"/>
                </a:quadBezTo>
                <a:lnTo>
                  <a:pt x="24000" y="58000"/>
                </a:lnTo>
                <a:lnTo>
                  <a:pt x="17846" y="58000"/>
                </a:lnTo>
                <a:lnTo>
                  <a:pt x="17846" y="54000"/>
                </a:lnTo>
                <a:lnTo>
                  <a:pt x="24000" y="54000"/>
                </a:lnTo>
                <a:lnTo>
                  <a:pt x="24000" y="42000"/>
                </a:lnTo>
                <a:lnTo>
                  <a:pt x="17846" y="42000"/>
                </a:lnTo>
                <a:lnTo>
                  <a:pt x="17846" y="38000"/>
                </a:lnTo>
                <a:lnTo>
                  <a:pt x="24000" y="38000"/>
                </a:lnTo>
                <a:lnTo>
                  <a:pt x="24000" y="30462"/>
                </a:lnTo>
                <a:quadBezTo>
                  <a:pt x="24000" y="27700"/>
                  <a:pt x="25850" y="25850"/>
                </a:quadBezTo>
                <a:quadBezTo>
                  <a:pt x="27700" y="24000"/>
                  <a:pt x="30462" y="24000"/>
                </a:quadBezTo>
                <a:lnTo>
                  <a:pt x="38000" y="24000"/>
                </a:lnTo>
                <a:lnTo>
                  <a:pt x="38000" y="17846"/>
                </a:lnTo>
                <a:lnTo>
                  <a:pt x="42000" y="17846"/>
                </a:lnTo>
                <a:lnTo>
                  <a:pt x="42000" y="24000"/>
                </a:lnTo>
                <a:lnTo>
                  <a:pt x="54000" y="24000"/>
                </a:lnTo>
                <a:lnTo>
                  <a:pt x="54000" y="17846"/>
                </a:lnTo>
                <a:lnTo>
                  <a:pt x="58000" y="17846"/>
                </a:lnTo>
                <a:lnTo>
                  <a:pt x="58000" y="24000"/>
                </a:lnTo>
                <a:lnTo>
                  <a:pt x="65538" y="24000"/>
                </a:lnTo>
                <a:quadBezTo>
                  <a:pt x="68300" y="24000"/>
                  <a:pt x="70150" y="25850"/>
                </a:quadBezTo>
                <a:quadBezTo>
                  <a:pt x="72000" y="27700"/>
                  <a:pt x="72000" y="30462"/>
                </a:quadBezTo>
                <a:lnTo>
                  <a:pt x="72000" y="38000"/>
                </a:lnTo>
                <a:lnTo>
                  <a:pt x="78154" y="38000"/>
                </a:lnTo>
                <a:lnTo>
                  <a:pt x="78154" y="42000"/>
                </a:lnTo>
                <a:lnTo>
                  <a:pt x="72000" y="42000"/>
                </a:lnTo>
                <a:lnTo>
                  <a:pt x="72000" y="54000"/>
                </a:lnTo>
                <a:lnTo>
                  <a:pt x="78154" y="54000"/>
                </a:lnTo>
                <a:lnTo>
                  <a:pt x="78154" y="58000"/>
                </a:lnTo>
                <a:lnTo>
                  <a:pt x="72000" y="58000"/>
                </a:lnTo>
                <a:lnTo>
                  <a:pt x="72000" y="65538"/>
                </a:lnTo>
                <a:quadBezTo>
                  <a:pt x="72000" y="68300"/>
                  <a:pt x="70150" y="70150"/>
                </a:quadBezTo>
                <a:quadBezTo>
                  <a:pt x="68300" y="72000"/>
                  <a:pt x="65538" y="72000"/>
                </a:quadBezTo>
                <a:lnTo>
                  <a:pt x="58000" y="72000"/>
                </a:lnTo>
                <a:lnTo>
                  <a:pt x="58000" y="78154"/>
                </a:lnTo>
                <a:lnTo>
                  <a:pt x="54000" y="78154"/>
                </a:lnTo>
                <a:lnTo>
                  <a:pt x="54000" y="72000"/>
                </a:lnTo>
                <a:lnTo>
                  <a:pt x="42000" y="72000"/>
                </a:lnTo>
                <a:lnTo>
                  <a:pt x="42000" y="78154"/>
                </a:lnTo>
                <a:lnTo>
                  <a:pt x="38000" y="78154"/>
                </a:lnTo>
                <a:close/>
                <a:moveTo>
                  <a:pt x="65538" y="68000"/>
                </a:moveTo>
                <a:quadBezTo>
                  <a:pt x="66462" y="68000"/>
                  <a:pt x="67231" y="67231"/>
                </a:quadBezTo>
                <a:quadBezTo>
                  <a:pt x="68000" y="66462"/>
                  <a:pt x="68000" y="65538"/>
                </a:quadBezTo>
                <a:lnTo>
                  <a:pt x="68000" y="30462"/>
                </a:lnTo>
                <a:quadBezTo>
                  <a:pt x="68000" y="29538"/>
                  <a:pt x="67231" y="28769"/>
                </a:quadBezTo>
                <a:quadBezTo>
                  <a:pt x="66462" y="28000"/>
                  <a:pt x="65538" y="28000"/>
                </a:quadBezTo>
                <a:lnTo>
                  <a:pt x="30462" y="28000"/>
                </a:lnTo>
                <a:quadBezTo>
                  <a:pt x="29538" y="28000"/>
                  <a:pt x="28769" y="28769"/>
                </a:quadBezTo>
                <a:quadBezTo>
                  <a:pt x="28000" y="29538"/>
                  <a:pt x="28000" y="30462"/>
                </a:quadBezTo>
                <a:lnTo>
                  <a:pt x="28000" y="65538"/>
                </a:lnTo>
                <a:quadBezTo>
                  <a:pt x="28000" y="66462"/>
                  <a:pt x="28769" y="67231"/>
                </a:quadBezTo>
                <a:quadBezTo>
                  <a:pt x="29538" y="68000"/>
                  <a:pt x="30462" y="68000"/>
                </a:quadBezTo>
                <a:lnTo>
                  <a:pt x="65538" y="68000"/>
                </a:ln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1" name="TextBox 140"/>
          <p:cNvSpPr txBox="1"/>
          <p:nvPr/>
        </p:nvSpPr>
        <p:spPr>
          <a:xfrm>
            <a:off x="2110857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memory</a:t>
            </a:r>
          </a:p>
        </p:txBody>
      </p:sp>
      <p:sp>
        <p:nvSpPr>
          <p:cNvPr id="142" name="Icon menu_book"/>
          <p:cNvSpPr/>
          <p:nvPr/>
        </p:nvSpPr>
        <p:spPr>
          <a:xfrm>
            <a:off x="3303094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5538" y="38369"/>
                </a:moveTo>
                <a:lnTo>
                  <a:pt x="55538" y="34646"/>
                </a:lnTo>
                <a:quadBezTo>
                  <a:pt x="58762" y="33015"/>
                  <a:pt x="62442" y="32200"/>
                </a:quadBezTo>
                <a:quadBezTo>
                  <a:pt x="66123" y="31385"/>
                  <a:pt x="70000" y="31385"/>
                </a:quadBezTo>
                <a:quadBezTo>
                  <a:pt x="72215" y="31385"/>
                  <a:pt x="74254" y="31669"/>
                </a:quadBezTo>
                <a:quadBezTo>
                  <a:pt x="76292" y="31954"/>
                  <a:pt x="78462" y="32477"/>
                </a:quadBezTo>
                <a:lnTo>
                  <a:pt x="78462" y="36108"/>
                </a:lnTo>
                <a:quadBezTo>
                  <a:pt x="76369" y="35438"/>
                  <a:pt x="74381" y="35181"/>
                </a:quadBezTo>
                <a:quadBezTo>
                  <a:pt x="72392" y="34923"/>
                  <a:pt x="70000" y="34923"/>
                </a:quadBezTo>
                <a:quadBezTo>
                  <a:pt x="66123" y="34923"/>
                  <a:pt x="62431" y="35796"/>
                </a:quadBezTo>
                <a:quadBezTo>
                  <a:pt x="58738" y="36669"/>
                  <a:pt x="55538" y="38369"/>
                </a:quadBezTo>
                <a:close/>
                <a:moveTo>
                  <a:pt x="55538" y="60215"/>
                </a:moveTo>
                <a:lnTo>
                  <a:pt x="55538" y="56338"/>
                </a:lnTo>
                <a:quadBezTo>
                  <a:pt x="58608" y="54708"/>
                  <a:pt x="62404" y="53892"/>
                </a:quadBezTo>
                <a:quadBezTo>
                  <a:pt x="66200" y="53077"/>
                  <a:pt x="70000" y="53077"/>
                </a:quadBezTo>
                <a:quadBezTo>
                  <a:pt x="72215" y="53077"/>
                  <a:pt x="74254" y="53362"/>
                </a:quadBezTo>
                <a:quadBezTo>
                  <a:pt x="76292" y="53646"/>
                  <a:pt x="78462" y="54169"/>
                </a:quadBezTo>
                <a:lnTo>
                  <a:pt x="78462" y="57800"/>
                </a:lnTo>
                <a:quadBezTo>
                  <a:pt x="76369" y="57131"/>
                  <a:pt x="74381" y="56873"/>
                </a:quadBezTo>
                <a:quadBezTo>
                  <a:pt x="72392" y="56615"/>
                  <a:pt x="70000" y="56615"/>
                </a:quadBezTo>
                <a:quadBezTo>
                  <a:pt x="66123" y="56615"/>
                  <a:pt x="62431" y="57554"/>
                </a:quadBezTo>
                <a:quadBezTo>
                  <a:pt x="58738" y="58492"/>
                  <a:pt x="55538" y="60215"/>
                </a:quadBezTo>
                <a:close/>
                <a:moveTo>
                  <a:pt x="55538" y="49369"/>
                </a:moveTo>
                <a:lnTo>
                  <a:pt x="55538" y="45492"/>
                </a:lnTo>
                <a:quadBezTo>
                  <a:pt x="58762" y="43862"/>
                  <a:pt x="62442" y="43046"/>
                </a:quadBezTo>
                <a:quadBezTo>
                  <a:pt x="66123" y="42231"/>
                  <a:pt x="70000" y="42231"/>
                </a:quadBezTo>
                <a:quadBezTo>
                  <a:pt x="72215" y="42231"/>
                  <a:pt x="74254" y="42515"/>
                </a:quadBezTo>
                <a:quadBezTo>
                  <a:pt x="76292" y="42800"/>
                  <a:pt x="78462" y="43323"/>
                </a:quadBezTo>
                <a:lnTo>
                  <a:pt x="78462" y="46954"/>
                </a:lnTo>
                <a:quadBezTo>
                  <a:pt x="76369" y="46285"/>
                  <a:pt x="74381" y="46027"/>
                </a:quadBezTo>
                <a:quadBezTo>
                  <a:pt x="72392" y="45769"/>
                  <a:pt x="70000" y="45769"/>
                </a:quadBezTo>
                <a:quadBezTo>
                  <a:pt x="66123" y="45769"/>
                  <a:pt x="62431" y="46719"/>
                </a:quadBezTo>
                <a:quadBezTo>
                  <a:pt x="58738" y="47669"/>
                  <a:pt x="55538" y="49369"/>
                </a:quadBezTo>
                <a:close/>
                <a:moveTo>
                  <a:pt x="26000" y="64154"/>
                </a:moveTo>
                <a:quadBezTo>
                  <a:pt x="31238" y="64154"/>
                  <a:pt x="36188" y="65358"/>
                </a:quadBezTo>
                <a:quadBezTo>
                  <a:pt x="41138" y="66562"/>
                  <a:pt x="46000" y="69277"/>
                </a:quadBezTo>
                <a:lnTo>
                  <a:pt x="46000" y="30031"/>
                </a:lnTo>
                <a:quadBezTo>
                  <a:pt x="41669" y="26938"/>
                  <a:pt x="36454" y="25392"/>
                </a:quadBezTo>
                <a:quadBezTo>
                  <a:pt x="31238" y="23846"/>
                  <a:pt x="26000" y="23846"/>
                </a:quadBezTo>
                <a:quadBezTo>
                  <a:pt x="22400" y="23846"/>
                  <a:pt x="19696" y="24277"/>
                </a:quadBezTo>
                <a:quadBezTo>
                  <a:pt x="16992" y="24708"/>
                  <a:pt x="13692" y="25877"/>
                </a:quadBezTo>
                <a:quadBezTo>
                  <a:pt x="12769" y="26185"/>
                  <a:pt x="12385" y="26762"/>
                </a:quadBezTo>
                <a:quadBezTo>
                  <a:pt x="12000" y="27338"/>
                  <a:pt x="12000" y="28031"/>
                </a:quadBezTo>
                <a:lnTo>
                  <a:pt x="12000" y="64092"/>
                </a:lnTo>
                <a:quadBezTo>
                  <a:pt x="12000" y="65169"/>
                  <a:pt x="12769" y="65669"/>
                </a:quadBezTo>
                <a:quadBezTo>
                  <a:pt x="13538" y="66169"/>
                  <a:pt x="14462" y="65785"/>
                </a:quadBezTo>
                <a:quadBezTo>
                  <a:pt x="16654" y="65046"/>
                  <a:pt x="19527" y="64600"/>
                </a:quadBezTo>
                <a:quadBezTo>
                  <a:pt x="22400" y="64154"/>
                  <a:pt x="26000" y="64154"/>
                </a:quadBezTo>
                <a:close/>
                <a:moveTo>
                  <a:pt x="50000" y="69277"/>
                </a:moveTo>
                <a:quadBezTo>
                  <a:pt x="54862" y="66562"/>
                  <a:pt x="59812" y="65358"/>
                </a:quadBezTo>
                <a:quadBezTo>
                  <a:pt x="64762" y="64154"/>
                  <a:pt x="70000" y="64154"/>
                </a:quadBezTo>
                <a:quadBezTo>
                  <a:pt x="73600" y="64154"/>
                  <a:pt x="76473" y="64600"/>
                </a:quadBezTo>
                <a:quadBezTo>
                  <a:pt x="79346" y="65046"/>
                  <a:pt x="81538" y="65785"/>
                </a:quadBezTo>
                <a:quadBezTo>
                  <a:pt x="82462" y="66169"/>
                  <a:pt x="83231" y="65669"/>
                </a:quadBezTo>
                <a:quadBezTo>
                  <a:pt x="84000" y="65169"/>
                  <a:pt x="84000" y="64092"/>
                </a:quadBezTo>
                <a:lnTo>
                  <a:pt x="84000" y="28031"/>
                </a:lnTo>
                <a:quadBezTo>
                  <a:pt x="84000" y="27338"/>
                  <a:pt x="83615" y="26800"/>
                </a:quadBezTo>
                <a:quadBezTo>
                  <a:pt x="83231" y="26262"/>
                  <a:pt x="82308" y="25877"/>
                </a:quadBezTo>
                <a:quadBezTo>
                  <a:pt x="79008" y="24708"/>
                  <a:pt x="76304" y="24277"/>
                </a:quadBezTo>
                <a:quadBezTo>
                  <a:pt x="73600" y="23846"/>
                  <a:pt x="70000" y="23846"/>
                </a:quadBezTo>
                <a:quadBezTo>
                  <a:pt x="64762" y="23846"/>
                  <a:pt x="59546" y="25392"/>
                </a:quadBezTo>
                <a:quadBezTo>
                  <a:pt x="54331" y="26938"/>
                  <a:pt x="50000" y="30031"/>
                </a:quadBezTo>
                <a:lnTo>
                  <a:pt x="50000" y="69277"/>
                </a:lnTo>
                <a:close/>
                <a:moveTo>
                  <a:pt x="48000" y="75077"/>
                </a:moveTo>
                <a:quadBezTo>
                  <a:pt x="43123" y="71738"/>
                  <a:pt x="37523" y="69946"/>
                </a:quadBezTo>
                <a:quadBezTo>
                  <a:pt x="31923" y="68154"/>
                  <a:pt x="26000" y="68154"/>
                </a:quadBezTo>
                <a:quadBezTo>
                  <a:pt x="22877" y="68154"/>
                  <a:pt x="19865" y="68677"/>
                </a:quadBezTo>
                <a:quadBezTo>
                  <a:pt x="16854" y="69200"/>
                  <a:pt x="14000" y="70354"/>
                </a:quadBezTo>
                <a:quadBezTo>
                  <a:pt x="11823" y="71223"/>
                  <a:pt x="9912" y="69831"/>
                </a:quadBezTo>
                <a:quadBezTo>
                  <a:pt x="8000" y="68439"/>
                  <a:pt x="8000" y="65985"/>
                </a:quadBezTo>
                <a:lnTo>
                  <a:pt x="8000" y="27323"/>
                </a:lnTo>
                <a:quadBezTo>
                  <a:pt x="8000" y="25838"/>
                  <a:pt x="8781" y="24569"/>
                </a:quadBezTo>
                <a:quadBezTo>
                  <a:pt x="9562" y="23300"/>
                  <a:pt x="10969" y="22800"/>
                </a:quadBezTo>
                <a:quadBezTo>
                  <a:pt x="14492" y="21246"/>
                  <a:pt x="18300" y="20546"/>
                </a:quadBezTo>
                <a:quadBezTo>
                  <a:pt x="22108" y="19846"/>
                  <a:pt x="26000" y="19846"/>
                </a:quadBezTo>
                <a:quadBezTo>
                  <a:pt x="31877" y="19846"/>
                  <a:pt x="37465" y="21538"/>
                </a:quadBezTo>
                <a:quadBezTo>
                  <a:pt x="43054" y="23231"/>
                  <a:pt x="48000" y="26462"/>
                </a:quadBezTo>
                <a:quadBezTo>
                  <a:pt x="52946" y="23231"/>
                  <a:pt x="58535" y="21538"/>
                </a:quadBezTo>
                <a:quadBezTo>
                  <a:pt x="64123" y="19846"/>
                  <a:pt x="70000" y="19846"/>
                </a:quadBezTo>
                <a:quadBezTo>
                  <a:pt x="73892" y="19846"/>
                  <a:pt x="77700" y="20546"/>
                </a:quadBezTo>
                <a:quadBezTo>
                  <a:pt x="81508" y="21246"/>
                  <a:pt x="85031" y="22800"/>
                </a:quadBezTo>
                <a:quadBezTo>
                  <a:pt x="86438" y="23300"/>
                  <a:pt x="87219" y="24569"/>
                </a:quadBezTo>
                <a:quadBezTo>
                  <a:pt x="88000" y="25838"/>
                  <a:pt x="88000" y="27323"/>
                </a:quadBezTo>
                <a:lnTo>
                  <a:pt x="88000" y="65985"/>
                </a:lnTo>
                <a:quadBezTo>
                  <a:pt x="88000" y="68439"/>
                  <a:pt x="85935" y="69754"/>
                </a:quadBezTo>
                <a:quadBezTo>
                  <a:pt x="83869" y="71069"/>
                  <a:pt x="81538" y="70200"/>
                </a:quadBezTo>
                <a:quadBezTo>
                  <a:pt x="78762" y="69123"/>
                  <a:pt x="75865" y="68638"/>
                </a:quadBezTo>
                <a:quadBezTo>
                  <a:pt x="72969" y="68154"/>
                  <a:pt x="70000" y="68154"/>
                </a:quadBezTo>
                <a:quadBezTo>
                  <a:pt x="64077" y="68154"/>
                  <a:pt x="58477" y="69946"/>
                </a:quadBezTo>
                <a:quadBezTo>
                  <a:pt x="52877" y="71738"/>
                  <a:pt x="48000" y="75077"/>
                </a:quadBezTo>
                <a:close/>
                <a:moveTo>
                  <a:pt x="29000" y="460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3" name="TextBox 142"/>
          <p:cNvSpPr txBox="1"/>
          <p:nvPr/>
        </p:nvSpPr>
        <p:spPr>
          <a:xfrm>
            <a:off x="2997121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menu book</a:t>
            </a:r>
          </a:p>
        </p:txBody>
      </p:sp>
      <p:sp>
        <p:nvSpPr>
          <p:cNvPr id="144" name="Icon payments"/>
          <p:cNvSpPr/>
          <p:nvPr/>
        </p:nvSpPr>
        <p:spPr>
          <a:xfrm>
            <a:off x="4189358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4000" y="49692"/>
                </a:moveTo>
                <a:quadBezTo>
                  <a:pt x="50615" y="49692"/>
                  <a:pt x="48308" y="47385"/>
                </a:quadBezTo>
                <a:quadBezTo>
                  <a:pt x="46000" y="45077"/>
                  <a:pt x="46000" y="41692"/>
                </a:quadBezTo>
                <a:quadBezTo>
                  <a:pt x="46000" y="38308"/>
                  <a:pt x="48308" y="36000"/>
                </a:quadBezTo>
                <a:quadBezTo>
                  <a:pt x="50615" y="33692"/>
                  <a:pt x="54000" y="33692"/>
                </a:quadBezTo>
                <a:quadBezTo>
                  <a:pt x="57385" y="33692"/>
                  <a:pt x="59692" y="36000"/>
                </a:quadBezTo>
                <a:quadBezTo>
                  <a:pt x="62000" y="38308"/>
                  <a:pt x="62000" y="41692"/>
                </a:quadBezTo>
                <a:quadBezTo>
                  <a:pt x="62000" y="45077"/>
                  <a:pt x="59692" y="47385"/>
                </a:quadBezTo>
                <a:quadBezTo>
                  <a:pt x="57385" y="49692"/>
                  <a:pt x="54000" y="49692"/>
                </a:quadBezTo>
                <a:close/>
                <a:moveTo>
                  <a:pt x="29231" y="62462"/>
                </a:moveTo>
                <a:quadBezTo>
                  <a:pt x="26565" y="62462"/>
                  <a:pt x="24667" y="60563"/>
                </a:quadBezTo>
                <a:quadBezTo>
                  <a:pt x="22769" y="58665"/>
                  <a:pt x="22769" y="56000"/>
                </a:quadBezTo>
                <a:lnTo>
                  <a:pt x="22769" y="27385"/>
                </a:lnTo>
                <a:quadBezTo>
                  <a:pt x="22769" y="24719"/>
                  <a:pt x="24667" y="22821"/>
                </a:quadBezTo>
                <a:quadBezTo>
                  <a:pt x="26565" y="20923"/>
                  <a:pt x="29231" y="20923"/>
                </a:quadBezTo>
                <a:lnTo>
                  <a:pt x="78769" y="20923"/>
                </a:lnTo>
                <a:quadBezTo>
                  <a:pt x="81435" y="20923"/>
                  <a:pt x="83333" y="22821"/>
                </a:quadBezTo>
                <a:quadBezTo>
                  <a:pt x="85231" y="24719"/>
                  <a:pt x="85231" y="27385"/>
                </a:quadBezTo>
                <a:lnTo>
                  <a:pt x="85231" y="56000"/>
                </a:lnTo>
                <a:quadBezTo>
                  <a:pt x="85231" y="58665"/>
                  <a:pt x="83333" y="60563"/>
                </a:quadBezTo>
                <a:quadBezTo>
                  <a:pt x="81435" y="62462"/>
                  <a:pt x="78769" y="62462"/>
                </a:quadBezTo>
                <a:lnTo>
                  <a:pt x="29231" y="62462"/>
                </a:lnTo>
                <a:close/>
                <a:moveTo>
                  <a:pt x="33231" y="58462"/>
                </a:moveTo>
                <a:lnTo>
                  <a:pt x="74769" y="58462"/>
                </a:lnTo>
                <a:quadBezTo>
                  <a:pt x="74769" y="55777"/>
                  <a:pt x="76667" y="53888"/>
                </a:quadBezTo>
                <a:quadBezTo>
                  <a:pt x="78565" y="52000"/>
                  <a:pt x="81231" y="52000"/>
                </a:quadBezTo>
                <a:lnTo>
                  <a:pt x="81231" y="31385"/>
                </a:lnTo>
                <a:quadBezTo>
                  <a:pt x="78546" y="31385"/>
                  <a:pt x="76658" y="29487"/>
                </a:quadBezTo>
                <a:quadBezTo>
                  <a:pt x="74769" y="27588"/>
                  <a:pt x="74769" y="24923"/>
                </a:quadBezTo>
                <a:lnTo>
                  <a:pt x="33231" y="24923"/>
                </a:lnTo>
                <a:quadBezTo>
                  <a:pt x="33231" y="27608"/>
                  <a:pt x="31333" y="29496"/>
                </a:quadBezTo>
                <a:quadBezTo>
                  <a:pt x="29435" y="31385"/>
                  <a:pt x="26769" y="31385"/>
                </a:quadBezTo>
                <a:lnTo>
                  <a:pt x="26769" y="52000"/>
                </a:lnTo>
                <a:quadBezTo>
                  <a:pt x="29454" y="52000"/>
                  <a:pt x="31342" y="53898"/>
                </a:quadBezTo>
                <a:quadBezTo>
                  <a:pt x="33231" y="55796"/>
                  <a:pt x="33231" y="58462"/>
                </a:quadBezTo>
                <a:close/>
                <a:moveTo>
                  <a:pt x="73385" y="74462"/>
                </a:moveTo>
                <a:lnTo>
                  <a:pt x="17231" y="74462"/>
                </a:lnTo>
                <a:quadBezTo>
                  <a:pt x="14565" y="74462"/>
                  <a:pt x="12667" y="72563"/>
                </a:quadBezTo>
                <a:quadBezTo>
                  <a:pt x="10769" y="70665"/>
                  <a:pt x="10769" y="68000"/>
                </a:quadBezTo>
                <a:lnTo>
                  <a:pt x="10769" y="32769"/>
                </a:lnTo>
                <a:lnTo>
                  <a:pt x="14769" y="32769"/>
                </a:lnTo>
                <a:lnTo>
                  <a:pt x="14769" y="68000"/>
                </a:lnTo>
                <a:quadBezTo>
                  <a:pt x="14769" y="68923"/>
                  <a:pt x="15538" y="69692"/>
                </a:quadBezTo>
                <a:quadBezTo>
                  <a:pt x="16308" y="70462"/>
                  <a:pt x="17231" y="70462"/>
                </a:quadBezTo>
                <a:lnTo>
                  <a:pt x="73385" y="70462"/>
                </a:lnTo>
                <a:lnTo>
                  <a:pt x="73385" y="74462"/>
                </a:lnTo>
                <a:close/>
                <a:moveTo>
                  <a:pt x="29231" y="58462"/>
                </a:moveTo>
                <a:lnTo>
                  <a:pt x="26769" y="58462"/>
                </a:lnTo>
                <a:lnTo>
                  <a:pt x="26769" y="24923"/>
                </a:lnTo>
                <a:lnTo>
                  <a:pt x="29231" y="24923"/>
                </a:lnTo>
                <a:quadBezTo>
                  <a:pt x="28231" y="24923"/>
                  <a:pt x="27500" y="25654"/>
                </a:quadBezTo>
                <a:quadBezTo>
                  <a:pt x="26769" y="26385"/>
                  <a:pt x="26769" y="27385"/>
                </a:quadBezTo>
                <a:lnTo>
                  <a:pt x="26769" y="56000"/>
                </a:lnTo>
                <a:quadBezTo>
                  <a:pt x="26769" y="57000"/>
                  <a:pt x="27500" y="57731"/>
                </a:quadBezTo>
                <a:quadBezTo>
                  <a:pt x="28231" y="58462"/>
                  <a:pt x="29231" y="58462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5" name="TextBox 144"/>
          <p:cNvSpPr txBox="1"/>
          <p:nvPr/>
        </p:nvSpPr>
        <p:spPr>
          <a:xfrm>
            <a:off x="3883386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payments</a:t>
            </a:r>
          </a:p>
        </p:txBody>
      </p:sp>
      <p:sp>
        <p:nvSpPr>
          <p:cNvPr id="146" name="Icon person"/>
          <p:cNvSpPr/>
          <p:nvPr/>
        </p:nvSpPr>
        <p:spPr>
          <a:xfrm>
            <a:off x="5075623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7" name="TextBox 146"/>
          <p:cNvSpPr txBox="1"/>
          <p:nvPr/>
        </p:nvSpPr>
        <p:spPr>
          <a:xfrm>
            <a:off x="4769651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person</a:t>
            </a:r>
          </a:p>
        </p:txBody>
      </p:sp>
      <p:sp>
        <p:nvSpPr>
          <p:cNvPr id="148" name="Icon pie_chart"/>
          <p:cNvSpPr/>
          <p:nvPr/>
        </p:nvSpPr>
        <p:spPr>
          <a:xfrm>
            <a:off x="5961888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0000" y="46000"/>
                </a:moveTo>
                <a:lnTo>
                  <a:pt x="79954" y="46000"/>
                </a:lnTo>
                <a:quadBezTo>
                  <a:pt x="79146" y="33846"/>
                  <a:pt x="70650" y="25312"/>
                </a:quadBezTo>
                <a:quadBezTo>
                  <a:pt x="62154" y="16777"/>
                  <a:pt x="50000" y="16046"/>
                </a:quadBezTo>
                <a:lnTo>
                  <a:pt x="50000" y="46000"/>
                </a:lnTo>
                <a:close/>
                <a:moveTo>
                  <a:pt x="46000" y="79954"/>
                </a:moveTo>
                <a:lnTo>
                  <a:pt x="46000" y="16046"/>
                </a:lnTo>
                <a:quadBezTo>
                  <a:pt x="33362" y="16777"/>
                  <a:pt x="24681" y="25981"/>
                </a:quadBezTo>
                <a:quadBezTo>
                  <a:pt x="16000" y="35185"/>
                  <a:pt x="16000" y="48000"/>
                </a:quadBezTo>
                <a:quadBezTo>
                  <a:pt x="16000" y="60815"/>
                  <a:pt x="24681" y="70019"/>
                </a:quadBezTo>
                <a:quadBezTo>
                  <a:pt x="33362" y="79223"/>
                  <a:pt x="46000" y="79954"/>
                </a:quadBezTo>
                <a:close/>
                <a:moveTo>
                  <a:pt x="50000" y="79954"/>
                </a:moveTo>
                <a:quadBezTo>
                  <a:pt x="62154" y="79246"/>
                  <a:pt x="70662" y="70700"/>
                </a:quadBezTo>
                <a:quadBezTo>
                  <a:pt x="79169" y="62154"/>
                  <a:pt x="79954" y="50000"/>
                </a:quadBezTo>
                <a:lnTo>
                  <a:pt x="50000" y="50000"/>
                </a:lnTo>
                <a:lnTo>
                  <a:pt x="50000" y="79954"/>
                </a:lnTo>
                <a:close/>
                <a:moveTo>
                  <a:pt x="48000" y="48000"/>
                </a:move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12" y="14842"/>
                </a:quadBezTo>
                <a:quadBezTo>
                  <a:pt x="68569" y="17685"/>
                  <a:pt x="73442" y="22558"/>
                </a:quadBezTo>
                <a:quadBezTo>
                  <a:pt x="78315" y="27431"/>
                  <a:pt x="81158" y="33979"/>
                </a:quadBezTo>
                <a:quadBezTo>
                  <a:pt x="84000" y="40528"/>
                  <a:pt x="84000" y="48024"/>
                </a:quadBezTo>
                <a:quadBezTo>
                  <a:pt x="84000" y="55431"/>
                  <a:pt x="81166" y="61989"/>
                </a:quadBezTo>
                <a:quadBezTo>
                  <a:pt x="78332" y="68547"/>
                  <a:pt x="73474" y="73444"/>
                </a:quadBezTo>
                <a:quadBezTo>
                  <a:pt x="68616" y="78340"/>
                  <a:pt x="62048" y="81170"/>
                </a:quadBezTo>
                <a:quadBezTo>
                  <a:pt x="55481" y="84000"/>
                  <a:pt x="48013" y="84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9" name="TextBox 148"/>
          <p:cNvSpPr txBox="1"/>
          <p:nvPr/>
        </p:nvSpPr>
        <p:spPr>
          <a:xfrm>
            <a:off x="5655915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pie chart</a:t>
            </a:r>
          </a:p>
        </p:txBody>
      </p:sp>
      <p:sp>
        <p:nvSpPr>
          <p:cNvPr id="150" name="Icon precision_manufacturing"/>
          <p:cNvSpPr/>
          <p:nvPr/>
        </p:nvSpPr>
        <p:spPr>
          <a:xfrm>
            <a:off x="6848152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9054" y="77846"/>
                </a:moveTo>
                <a:lnTo>
                  <a:pt x="19054" y="71385"/>
                </a:lnTo>
                <a:lnTo>
                  <a:pt x="31146" y="71385"/>
                </a:lnTo>
                <a:lnTo>
                  <a:pt x="20792" y="37523"/>
                </a:lnTo>
                <a:quadBezTo>
                  <a:pt x="18169" y="36254"/>
                  <a:pt x="16612" y="33892"/>
                </a:quadBezTo>
                <a:quadBezTo>
                  <a:pt x="15054" y="31531"/>
                  <a:pt x="15054" y="28462"/>
                </a:quadBezTo>
                <a:quadBezTo>
                  <a:pt x="15054" y="24308"/>
                  <a:pt x="17977" y="21385"/>
                </a:quadBezTo>
                <a:quadBezTo>
                  <a:pt x="20900" y="18462"/>
                  <a:pt x="25054" y="18462"/>
                </a:quadBezTo>
                <a:quadBezTo>
                  <a:pt x="28723" y="18462"/>
                  <a:pt x="31350" y="20712"/>
                </a:quadBezTo>
                <a:quadBezTo>
                  <a:pt x="33977" y="22962"/>
                  <a:pt x="34869" y="26462"/>
                </a:quadBezTo>
                <a:lnTo>
                  <a:pt x="49515" y="26462"/>
                </a:lnTo>
                <a:lnTo>
                  <a:pt x="49515" y="20462"/>
                </a:lnTo>
                <a:quadBezTo>
                  <a:pt x="49515" y="19608"/>
                  <a:pt x="50088" y="19035"/>
                </a:quadBezTo>
                <a:quadBezTo>
                  <a:pt x="50662" y="18462"/>
                  <a:pt x="51515" y="18462"/>
                </a:quadBezTo>
                <a:quadBezTo>
                  <a:pt x="52185" y="18462"/>
                  <a:pt x="52688" y="18862"/>
                </a:quadBezTo>
                <a:quadBezTo>
                  <a:pt x="53192" y="19262"/>
                  <a:pt x="53331" y="19908"/>
                </a:quadBezTo>
                <a:lnTo>
                  <a:pt x="53331" y="20985"/>
                </a:lnTo>
                <a:lnTo>
                  <a:pt x="60592" y="14277"/>
                </a:lnTo>
                <a:quadBezTo>
                  <a:pt x="61415" y="13454"/>
                  <a:pt x="62435" y="13281"/>
                </a:quadBezTo>
                <a:quadBezTo>
                  <a:pt x="63454" y="13108"/>
                  <a:pt x="64423" y="13631"/>
                </a:quadBezTo>
                <a:lnTo>
                  <a:pt x="79562" y="20677"/>
                </a:lnTo>
                <a:quadBezTo>
                  <a:pt x="80300" y="21046"/>
                  <a:pt x="80673" y="21735"/>
                </a:quadBezTo>
                <a:quadBezTo>
                  <a:pt x="81046" y="22423"/>
                  <a:pt x="80700" y="23138"/>
                </a:quadBezTo>
                <a:quadBezTo>
                  <a:pt x="80331" y="23877"/>
                  <a:pt x="79642" y="24073"/>
                </a:quadBezTo>
                <a:quadBezTo>
                  <a:pt x="78954" y="24269"/>
                  <a:pt x="78238" y="23923"/>
                </a:quadBezTo>
                <a:lnTo>
                  <a:pt x="63069" y="16862"/>
                </a:lnTo>
                <a:lnTo>
                  <a:pt x="53515" y="25662"/>
                </a:lnTo>
                <a:lnTo>
                  <a:pt x="53515" y="31262"/>
                </a:lnTo>
                <a:lnTo>
                  <a:pt x="63069" y="39862"/>
                </a:lnTo>
                <a:lnTo>
                  <a:pt x="78238" y="32800"/>
                </a:lnTo>
                <a:quadBezTo>
                  <a:pt x="78954" y="32454"/>
                  <a:pt x="79654" y="32662"/>
                </a:quadBezTo>
                <a:quadBezTo>
                  <a:pt x="80354" y="32869"/>
                  <a:pt x="80700" y="33585"/>
                </a:quadBezTo>
                <a:quadBezTo>
                  <a:pt x="81069" y="34323"/>
                  <a:pt x="80685" y="35000"/>
                </a:quadBezTo>
                <a:quadBezTo>
                  <a:pt x="80300" y="35677"/>
                  <a:pt x="79562" y="36046"/>
                </a:quadBezTo>
                <a:lnTo>
                  <a:pt x="64423" y="43138"/>
                </a:lnTo>
                <a:quadBezTo>
                  <a:pt x="63454" y="43662"/>
                  <a:pt x="62435" y="43450"/>
                </a:quadBezTo>
                <a:quadBezTo>
                  <a:pt x="61415" y="43238"/>
                  <a:pt x="60592" y="42492"/>
                </a:quadBezTo>
                <a:lnTo>
                  <a:pt x="53331" y="35938"/>
                </a:lnTo>
                <a:lnTo>
                  <a:pt x="53331" y="37015"/>
                </a:lnTo>
                <a:quadBezTo>
                  <a:pt x="53192" y="37615"/>
                  <a:pt x="52688" y="38038"/>
                </a:quadBezTo>
                <a:quadBezTo>
                  <a:pt x="52185" y="38462"/>
                  <a:pt x="51515" y="38462"/>
                </a:quadBezTo>
                <a:quadBezTo>
                  <a:pt x="50662" y="38462"/>
                  <a:pt x="50088" y="37888"/>
                </a:quadBezTo>
                <a:quadBezTo>
                  <a:pt x="49515" y="37315"/>
                  <a:pt x="49515" y="36462"/>
                </a:quadBezTo>
                <a:lnTo>
                  <a:pt x="49515" y="30462"/>
                </a:lnTo>
                <a:lnTo>
                  <a:pt x="34869" y="30462"/>
                </a:lnTo>
                <a:quadBezTo>
                  <a:pt x="34569" y="31800"/>
                  <a:pt x="33873" y="33115"/>
                </a:quadBezTo>
                <a:quadBezTo>
                  <a:pt x="33177" y="34431"/>
                  <a:pt x="32346" y="35308"/>
                </a:quadBezTo>
                <a:lnTo>
                  <a:pt x="51731" y="71385"/>
                </a:lnTo>
                <a:lnTo>
                  <a:pt x="67054" y="71385"/>
                </a:lnTo>
                <a:lnTo>
                  <a:pt x="67054" y="77846"/>
                </a:lnTo>
                <a:lnTo>
                  <a:pt x="19054" y="77846"/>
                </a:lnTo>
                <a:close/>
                <a:moveTo>
                  <a:pt x="25054" y="34462"/>
                </a:moveTo>
                <a:quadBezTo>
                  <a:pt x="27523" y="34462"/>
                  <a:pt x="29288" y="32696"/>
                </a:quadBezTo>
                <a:quadBezTo>
                  <a:pt x="31054" y="30931"/>
                  <a:pt x="31054" y="28462"/>
                </a:quadBezTo>
                <a:quadBezTo>
                  <a:pt x="31054" y="25992"/>
                  <a:pt x="29288" y="24227"/>
                </a:quadBezTo>
                <a:quadBezTo>
                  <a:pt x="27523" y="22462"/>
                  <a:pt x="25054" y="22462"/>
                </a:quadBezTo>
                <a:quadBezTo>
                  <a:pt x="22585" y="22462"/>
                  <a:pt x="20819" y="24227"/>
                </a:quadBezTo>
                <a:quadBezTo>
                  <a:pt x="19054" y="25992"/>
                  <a:pt x="19054" y="28462"/>
                </a:quadBezTo>
                <a:quadBezTo>
                  <a:pt x="19054" y="30931"/>
                  <a:pt x="20819" y="32696"/>
                </a:quadBezTo>
                <a:quadBezTo>
                  <a:pt x="22585" y="34462"/>
                  <a:pt x="25054" y="34462"/>
                </a:quadBezTo>
                <a:close/>
                <a:moveTo>
                  <a:pt x="35346" y="71385"/>
                </a:moveTo>
                <a:lnTo>
                  <a:pt x="47146" y="71385"/>
                </a:lnTo>
                <a:lnTo>
                  <a:pt x="29023" y="37692"/>
                </a:lnTo>
                <a:quadBezTo>
                  <a:pt x="28408" y="38077"/>
                  <a:pt x="27285" y="38346"/>
                </a:quadBezTo>
                <a:quadBezTo>
                  <a:pt x="26162" y="38615"/>
                  <a:pt x="25238" y="38462"/>
                </a:quadBezTo>
                <a:lnTo>
                  <a:pt x="35346" y="71385"/>
                </a:lnTo>
                <a:close/>
                <a:moveTo>
                  <a:pt x="47146" y="71385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1" name="TextBox 150"/>
          <p:cNvSpPr txBox="1"/>
          <p:nvPr/>
        </p:nvSpPr>
        <p:spPr>
          <a:xfrm>
            <a:off x="6542180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precision manufacturing</a:t>
            </a:r>
          </a:p>
        </p:txBody>
      </p:sp>
      <p:sp>
        <p:nvSpPr>
          <p:cNvPr id="152" name="Icon psychology"/>
          <p:cNvSpPr/>
          <p:nvPr/>
        </p:nvSpPr>
        <p:spPr>
          <a:xfrm>
            <a:off x="7734417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8000" y="84000"/>
                </a:moveTo>
                <a:lnTo>
                  <a:pt x="28000" y="68954"/>
                </a:lnTo>
                <a:quadBezTo>
                  <a:pt x="22300" y="63754"/>
                  <a:pt x="19150" y="57265"/>
                </a:quadBezTo>
                <a:quadBezTo>
                  <a:pt x="16000" y="50777"/>
                  <a:pt x="16000" y="43944"/>
                </a:quadBezTo>
                <a:quadBezTo>
                  <a:pt x="16000" y="30634"/>
                  <a:pt x="25333" y="21317"/>
                </a:quadBezTo>
                <a:quadBezTo>
                  <a:pt x="34667" y="12000"/>
                  <a:pt x="48000" y="12000"/>
                </a:quadBezTo>
                <a:quadBezTo>
                  <a:pt x="58808" y="12000"/>
                  <a:pt x="67535" y="18581"/>
                </a:quadBezTo>
                <a:quadBezTo>
                  <a:pt x="76262" y="25162"/>
                  <a:pt x="78854" y="35577"/>
                </a:quadBezTo>
                <a:lnTo>
                  <a:pt x="83001" y="51994"/>
                </a:lnTo>
                <a:quadBezTo>
                  <a:pt x="83400" y="53515"/>
                  <a:pt x="82431" y="54758"/>
                </a:quadBezTo>
                <a:quadBezTo>
                  <a:pt x="81462" y="56000"/>
                  <a:pt x="79846" y="56000"/>
                </a:quadBezTo>
                <a:lnTo>
                  <a:pt x="72000" y="56000"/>
                </a:lnTo>
                <a:lnTo>
                  <a:pt x="72000" y="69538"/>
                </a:lnTo>
                <a:quadBezTo>
                  <a:pt x="72000" y="72204"/>
                  <a:pt x="70102" y="74102"/>
                </a:quadBezTo>
                <a:quadBezTo>
                  <a:pt x="68204" y="76000"/>
                  <a:pt x="65538" y="76000"/>
                </a:quadBezTo>
                <a:lnTo>
                  <a:pt x="56000" y="76000"/>
                </a:lnTo>
                <a:lnTo>
                  <a:pt x="56000" y="84000"/>
                </a:lnTo>
                <a:lnTo>
                  <a:pt x="52000" y="84000"/>
                </a:lnTo>
                <a:lnTo>
                  <a:pt x="52000" y="72000"/>
                </a:lnTo>
                <a:lnTo>
                  <a:pt x="65538" y="72000"/>
                </a:lnTo>
                <a:quadBezTo>
                  <a:pt x="66615" y="72000"/>
                  <a:pt x="67308" y="71308"/>
                </a:quadBezTo>
                <a:quadBezTo>
                  <a:pt x="68000" y="70615"/>
                  <a:pt x="68000" y="69538"/>
                </a:quadBezTo>
                <a:lnTo>
                  <a:pt x="68000" y="52000"/>
                </a:lnTo>
                <a:lnTo>
                  <a:pt x="78800" y="52000"/>
                </a:lnTo>
                <a:lnTo>
                  <a:pt x="75000" y="36500"/>
                </a:lnTo>
                <a:quadBezTo>
                  <a:pt x="72700" y="27323"/>
                  <a:pt x="65123" y="21662"/>
                </a:quadBezTo>
                <a:quadBezTo>
                  <a:pt x="57546" y="16000"/>
                  <a:pt x="48000" y="16000"/>
                </a:quadBezTo>
                <a:quadBezTo>
                  <a:pt x="36400" y="16000"/>
                  <a:pt x="28200" y="24122"/>
                </a:quadBezTo>
                <a:quadBezTo>
                  <a:pt x="20000" y="32245"/>
                  <a:pt x="20000" y="43877"/>
                </a:quadBezTo>
                <a:quadBezTo>
                  <a:pt x="20000" y="49857"/>
                  <a:pt x="22450" y="55239"/>
                </a:quadBezTo>
                <a:quadBezTo>
                  <a:pt x="24900" y="60622"/>
                  <a:pt x="29400" y="64808"/>
                </a:quadBezTo>
                <a:lnTo>
                  <a:pt x="32000" y="67200"/>
                </a:lnTo>
                <a:lnTo>
                  <a:pt x="32000" y="84000"/>
                </a:lnTo>
                <a:lnTo>
                  <a:pt x="28000" y="84000"/>
                </a:lnTo>
                <a:close/>
                <a:moveTo>
                  <a:pt x="49400" y="50000"/>
                </a:moveTo>
                <a:close/>
                <a:moveTo>
                  <a:pt x="45769" y="58308"/>
                </a:moveTo>
                <a:lnTo>
                  <a:pt x="50231" y="58308"/>
                </a:lnTo>
                <a:lnTo>
                  <a:pt x="50523" y="54615"/>
                </a:lnTo>
                <a:quadBezTo>
                  <a:pt x="52092" y="54315"/>
                  <a:pt x="53512" y="53569"/>
                </a:quadBezTo>
                <a:quadBezTo>
                  <a:pt x="54931" y="52823"/>
                  <a:pt x="55892" y="51631"/>
                </a:quadBezTo>
                <a:lnTo>
                  <a:pt x="59108" y="53246"/>
                </a:lnTo>
                <a:lnTo>
                  <a:pt x="61338" y="49446"/>
                </a:lnTo>
                <a:lnTo>
                  <a:pt x="58415" y="47292"/>
                </a:lnTo>
                <a:quadBezTo>
                  <a:pt x="59077" y="45646"/>
                  <a:pt x="59077" y="44000"/>
                </a:quadBezTo>
                <a:quadBezTo>
                  <a:pt x="59077" y="42354"/>
                  <a:pt x="58415" y="40708"/>
                </a:quadBezTo>
                <a:lnTo>
                  <a:pt x="61338" y="38554"/>
                </a:lnTo>
                <a:lnTo>
                  <a:pt x="59108" y="34754"/>
                </a:lnTo>
                <a:lnTo>
                  <a:pt x="55892" y="36369"/>
                </a:lnTo>
                <a:quadBezTo>
                  <a:pt x="54931" y="35177"/>
                  <a:pt x="53512" y="34431"/>
                </a:quadBezTo>
                <a:quadBezTo>
                  <a:pt x="52092" y="33685"/>
                  <a:pt x="50523" y="33385"/>
                </a:quadBezTo>
                <a:lnTo>
                  <a:pt x="50231" y="29692"/>
                </a:lnTo>
                <a:lnTo>
                  <a:pt x="45769" y="29692"/>
                </a:lnTo>
                <a:lnTo>
                  <a:pt x="45477" y="33385"/>
                </a:lnTo>
                <a:quadBezTo>
                  <a:pt x="43908" y="33685"/>
                  <a:pt x="42488" y="34431"/>
                </a:quadBezTo>
                <a:quadBezTo>
                  <a:pt x="41069" y="35177"/>
                  <a:pt x="40108" y="36369"/>
                </a:quadBezTo>
                <a:lnTo>
                  <a:pt x="36892" y="34754"/>
                </a:lnTo>
                <a:lnTo>
                  <a:pt x="34662" y="38554"/>
                </a:lnTo>
                <a:lnTo>
                  <a:pt x="37585" y="40708"/>
                </a:lnTo>
                <a:quadBezTo>
                  <a:pt x="36923" y="42354"/>
                  <a:pt x="36923" y="44000"/>
                </a:quadBezTo>
                <a:quadBezTo>
                  <a:pt x="36923" y="45646"/>
                  <a:pt x="37585" y="47292"/>
                </a:quadBezTo>
                <a:lnTo>
                  <a:pt x="34662" y="49446"/>
                </a:lnTo>
                <a:lnTo>
                  <a:pt x="36892" y="53246"/>
                </a:lnTo>
                <a:lnTo>
                  <a:pt x="40108" y="51631"/>
                </a:lnTo>
                <a:quadBezTo>
                  <a:pt x="41069" y="52823"/>
                  <a:pt x="42488" y="53569"/>
                </a:quadBezTo>
                <a:quadBezTo>
                  <a:pt x="43908" y="54315"/>
                  <a:pt x="45477" y="54615"/>
                </a:quadBezTo>
                <a:lnTo>
                  <a:pt x="45769" y="58308"/>
                </a:lnTo>
                <a:close/>
                <a:moveTo>
                  <a:pt x="47995" y="51462"/>
                </a:moveTo>
                <a:quadBezTo>
                  <a:pt x="44885" y="51462"/>
                  <a:pt x="42712" y="49284"/>
                </a:quadBezTo>
                <a:quadBezTo>
                  <a:pt x="40538" y="47106"/>
                  <a:pt x="40538" y="43995"/>
                </a:quadBezTo>
                <a:quadBezTo>
                  <a:pt x="40538" y="40885"/>
                  <a:pt x="42716" y="38712"/>
                </a:quadBezTo>
                <a:quadBezTo>
                  <a:pt x="44894" y="36538"/>
                  <a:pt x="48005" y="36538"/>
                </a:quadBezTo>
                <a:quadBezTo>
                  <a:pt x="51115" y="36538"/>
                  <a:pt x="53288" y="38716"/>
                </a:quadBezTo>
                <a:quadBezTo>
                  <a:pt x="55462" y="40894"/>
                  <a:pt x="55462" y="44005"/>
                </a:quadBezTo>
                <a:quadBezTo>
                  <a:pt x="55462" y="47115"/>
                  <a:pt x="53284" y="49288"/>
                </a:quadBezTo>
                <a:quadBezTo>
                  <a:pt x="51106" y="51462"/>
                  <a:pt x="47995" y="51462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3" name="TextBox 152"/>
          <p:cNvSpPr txBox="1"/>
          <p:nvPr/>
        </p:nvSpPr>
        <p:spPr>
          <a:xfrm>
            <a:off x="7428444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psychology</a:t>
            </a:r>
          </a:p>
        </p:txBody>
      </p:sp>
      <p:sp>
        <p:nvSpPr>
          <p:cNvPr id="154" name="Icon public"/>
          <p:cNvSpPr/>
          <p:nvPr/>
        </p:nvSpPr>
        <p:spPr>
          <a:xfrm>
            <a:off x="8620681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4000" y="79800"/>
                </a:moveTo>
                <a:lnTo>
                  <a:pt x="44000" y="72000"/>
                </a:lnTo>
                <a:quadBezTo>
                  <a:pt x="40700" y="72000"/>
                  <a:pt x="38350" y="69650"/>
                </a:quadBezTo>
                <a:quadBezTo>
                  <a:pt x="36000" y="67300"/>
                  <a:pt x="36000" y="64000"/>
                </a:quadBezTo>
                <a:lnTo>
                  <a:pt x="36000" y="60000"/>
                </a:lnTo>
                <a:lnTo>
                  <a:pt x="16800" y="40800"/>
                </a:lnTo>
                <a:quadBezTo>
                  <a:pt x="16500" y="42600"/>
                  <a:pt x="16250" y="44400"/>
                </a:quadBezTo>
                <a:quadBezTo>
                  <a:pt x="16000" y="46200"/>
                  <a:pt x="16000" y="48000"/>
                </a:quadBezTo>
                <a:quadBezTo>
                  <a:pt x="16000" y="60100"/>
                  <a:pt x="23950" y="69200"/>
                </a:quadBezTo>
                <a:quadBezTo>
                  <a:pt x="31900" y="78300"/>
                  <a:pt x="44000" y="79800"/>
                </a:quadBezTo>
                <a:close/>
                <a:moveTo>
                  <a:pt x="71600" y="69600"/>
                </a:moveTo>
                <a:quadBezTo>
                  <a:pt x="73600" y="67400"/>
                  <a:pt x="75200" y="64850"/>
                </a:quadBezTo>
                <a:quadBezTo>
                  <a:pt x="76800" y="62300"/>
                  <a:pt x="77850" y="59550"/>
                </a:quadBezTo>
                <a:quadBezTo>
                  <a:pt x="78900" y="56800"/>
                  <a:pt x="79450" y="53900"/>
                </a:quadBezTo>
                <a:quadBezTo>
                  <a:pt x="80000" y="51000"/>
                  <a:pt x="80000" y="48000"/>
                </a:quadBezTo>
                <a:quadBezTo>
                  <a:pt x="80000" y="38142"/>
                  <a:pt x="74588" y="29994"/>
                </a:quadBezTo>
                <a:quadBezTo>
                  <a:pt x="69177" y="21846"/>
                  <a:pt x="60000" y="18246"/>
                </a:quadBezTo>
                <a:lnTo>
                  <a:pt x="60000" y="20000"/>
                </a:lnTo>
                <a:quadBezTo>
                  <a:pt x="60000" y="23300"/>
                  <a:pt x="57650" y="25650"/>
                </a:quadBezTo>
                <a:quadBezTo>
                  <a:pt x="55300" y="28000"/>
                  <a:pt x="52000" y="28000"/>
                </a:quadBezTo>
                <a:lnTo>
                  <a:pt x="44000" y="28000"/>
                </a:lnTo>
                <a:lnTo>
                  <a:pt x="44000" y="36000"/>
                </a:lnTo>
                <a:quadBezTo>
                  <a:pt x="44000" y="37700"/>
                  <a:pt x="42850" y="38850"/>
                </a:quadBezTo>
                <a:quadBezTo>
                  <a:pt x="41700" y="40000"/>
                  <a:pt x="40000" y="40000"/>
                </a:quadBezTo>
                <a:lnTo>
                  <a:pt x="32000" y="40000"/>
                </a:lnTo>
                <a:lnTo>
                  <a:pt x="32000" y="48000"/>
                </a:lnTo>
                <a:lnTo>
                  <a:pt x="56000" y="48000"/>
                </a:lnTo>
                <a:quadBezTo>
                  <a:pt x="57700" y="48000"/>
                  <a:pt x="58850" y="49150"/>
                </a:quadBezTo>
                <a:quadBezTo>
                  <a:pt x="60000" y="50300"/>
                  <a:pt x="60000" y="52000"/>
                </a:quadBezTo>
                <a:lnTo>
                  <a:pt x="60000" y="64000"/>
                </a:lnTo>
                <a:lnTo>
                  <a:pt x="64000" y="64000"/>
                </a:lnTo>
                <a:quadBezTo>
                  <a:pt x="66600" y="64000"/>
                  <a:pt x="68700" y="65550"/>
                </a:quadBezTo>
                <a:quadBezTo>
                  <a:pt x="70800" y="67100"/>
                  <a:pt x="71600" y="696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5" name="TextBox 154"/>
          <p:cNvSpPr txBox="1"/>
          <p:nvPr/>
        </p:nvSpPr>
        <p:spPr>
          <a:xfrm>
            <a:off x="8314709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public</a:t>
            </a:r>
          </a:p>
        </p:txBody>
      </p:sp>
      <p:sp>
        <p:nvSpPr>
          <p:cNvPr id="156" name="Icon query_stats"/>
          <p:cNvSpPr/>
          <p:nvPr/>
        </p:nvSpPr>
        <p:spPr>
          <a:xfrm>
            <a:off x="9506946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9962" y="69854"/>
                </a:moveTo>
                <a:lnTo>
                  <a:pt x="6692" y="67462"/>
                </a:lnTo>
                <a:lnTo>
                  <a:pt x="24231" y="39385"/>
                </a:lnTo>
                <a:lnTo>
                  <a:pt x="36231" y="53385"/>
                </a:lnTo>
                <a:lnTo>
                  <a:pt x="52077" y="27692"/>
                </a:lnTo>
                <a:lnTo>
                  <a:pt x="60285" y="40069"/>
                </a:lnTo>
                <a:quadBezTo>
                  <a:pt x="59138" y="40246"/>
                  <a:pt x="58165" y="40465"/>
                </a:quadBezTo>
                <a:quadBezTo>
                  <a:pt x="57192" y="40685"/>
                  <a:pt x="56192" y="41023"/>
                </a:quadBezTo>
                <a:lnTo>
                  <a:pt x="52223" y="35108"/>
                </a:lnTo>
                <a:lnTo>
                  <a:pt x="36869" y="60115"/>
                </a:lnTo>
                <a:lnTo>
                  <a:pt x="24769" y="46015"/>
                </a:lnTo>
                <a:lnTo>
                  <a:pt x="9962" y="69854"/>
                </a:lnTo>
                <a:close/>
                <a:moveTo>
                  <a:pt x="86300" y="89154"/>
                </a:moveTo>
                <a:lnTo>
                  <a:pt x="72569" y="75577"/>
                </a:lnTo>
                <a:quadBezTo>
                  <a:pt x="70800" y="76900"/>
                  <a:pt x="68696" y="77600"/>
                </a:quadBezTo>
                <a:quadBezTo>
                  <a:pt x="66592" y="78300"/>
                  <a:pt x="64300" y="78300"/>
                </a:quadBezTo>
                <a:quadBezTo>
                  <a:pt x="58415" y="78300"/>
                  <a:pt x="54358" y="74242"/>
                </a:quadBezTo>
                <a:quadBezTo>
                  <a:pt x="50300" y="70185"/>
                  <a:pt x="50300" y="64300"/>
                </a:quadBezTo>
                <a:quadBezTo>
                  <a:pt x="50300" y="58415"/>
                  <a:pt x="54358" y="54358"/>
                </a:quadBezTo>
                <a:quadBezTo>
                  <a:pt x="58415" y="50300"/>
                  <a:pt x="64300" y="50300"/>
                </a:quadBezTo>
                <a:quadBezTo>
                  <a:pt x="70185" y="50300"/>
                  <a:pt x="74242" y="54358"/>
                </a:quadBezTo>
                <a:quadBezTo>
                  <a:pt x="78300" y="58415"/>
                  <a:pt x="78300" y="64300"/>
                </a:quadBezTo>
                <a:quadBezTo>
                  <a:pt x="78300" y="66669"/>
                  <a:pt x="77562" y="68812"/>
                </a:quadBezTo>
                <a:quadBezTo>
                  <a:pt x="76823" y="70954"/>
                  <a:pt x="75423" y="72746"/>
                </a:quadBezTo>
                <a:lnTo>
                  <a:pt x="89154" y="86300"/>
                </a:lnTo>
                <a:lnTo>
                  <a:pt x="86300" y="89154"/>
                </a:lnTo>
                <a:close/>
                <a:moveTo>
                  <a:pt x="64300" y="74300"/>
                </a:moveTo>
                <a:quadBezTo>
                  <a:pt x="68500" y="74300"/>
                  <a:pt x="71400" y="71400"/>
                </a:quadBezTo>
                <a:quadBezTo>
                  <a:pt x="74300" y="68500"/>
                  <a:pt x="74300" y="64300"/>
                </a:quadBezTo>
                <a:quadBezTo>
                  <a:pt x="74300" y="60100"/>
                  <a:pt x="71400" y="57200"/>
                </a:quadBezTo>
                <a:quadBezTo>
                  <a:pt x="68500" y="54300"/>
                  <a:pt x="64300" y="54300"/>
                </a:quadBezTo>
                <a:quadBezTo>
                  <a:pt x="60100" y="54300"/>
                  <a:pt x="57200" y="57200"/>
                </a:quadBezTo>
                <a:quadBezTo>
                  <a:pt x="54300" y="60100"/>
                  <a:pt x="54300" y="64300"/>
                </a:quadBezTo>
                <a:quadBezTo>
                  <a:pt x="54300" y="68500"/>
                  <a:pt x="57200" y="71400"/>
                </a:quadBezTo>
                <a:quadBezTo>
                  <a:pt x="60100" y="74300"/>
                  <a:pt x="64300" y="74300"/>
                </a:quadBezTo>
                <a:close/>
                <a:moveTo>
                  <a:pt x="71662" y="40915"/>
                </a:moveTo>
                <a:quadBezTo>
                  <a:pt x="70685" y="40577"/>
                  <a:pt x="69712" y="40346"/>
                </a:quadBezTo>
                <a:quadBezTo>
                  <a:pt x="68738" y="40115"/>
                  <a:pt x="67692" y="40015"/>
                </a:quadBezTo>
                <a:lnTo>
                  <a:pt x="86038" y="10846"/>
                </a:lnTo>
                <a:lnTo>
                  <a:pt x="89308" y="13238"/>
                </a:lnTo>
                <a:lnTo>
                  <a:pt x="71662" y="409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7" name="TextBox 156"/>
          <p:cNvSpPr txBox="1"/>
          <p:nvPr/>
        </p:nvSpPr>
        <p:spPr>
          <a:xfrm>
            <a:off x="9200974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query stats</a:t>
            </a:r>
          </a:p>
        </p:txBody>
      </p:sp>
      <p:sp>
        <p:nvSpPr>
          <p:cNvPr id="158" name="Icon receipt_long"/>
          <p:cNvSpPr/>
          <p:nvPr/>
        </p:nvSpPr>
        <p:spPr>
          <a:xfrm>
            <a:off x="10393211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84000"/>
                </a:moveTo>
                <a:quadBezTo>
                  <a:pt x="20615" y="84000"/>
                  <a:pt x="18308" y="81692"/>
                </a:quadBezTo>
                <a:quadBezTo>
                  <a:pt x="16000" y="79385"/>
                  <a:pt x="16000" y="76036"/>
                </a:quadBezTo>
                <a:lnTo>
                  <a:pt x="16000" y="68000"/>
                </a:lnTo>
                <a:lnTo>
                  <a:pt x="28000" y="68000"/>
                </a:lnTo>
                <a:lnTo>
                  <a:pt x="28000" y="13538"/>
                </a:lnTo>
                <a:lnTo>
                  <a:pt x="33077" y="17077"/>
                </a:lnTo>
                <a:lnTo>
                  <a:pt x="38308" y="13538"/>
                </a:lnTo>
                <a:lnTo>
                  <a:pt x="43538" y="17077"/>
                </a:lnTo>
                <a:lnTo>
                  <a:pt x="48769" y="13538"/>
                </a:lnTo>
                <a:lnTo>
                  <a:pt x="54000" y="17077"/>
                </a:lnTo>
                <a:lnTo>
                  <a:pt x="59231" y="13538"/>
                </a:lnTo>
                <a:lnTo>
                  <a:pt x="64462" y="17077"/>
                </a:lnTo>
                <a:lnTo>
                  <a:pt x="69692" y="13538"/>
                </a:lnTo>
                <a:lnTo>
                  <a:pt x="74923" y="17077"/>
                </a:lnTo>
                <a:lnTo>
                  <a:pt x="80000" y="13538"/>
                </a:lnTo>
                <a:lnTo>
                  <a:pt x="80000" y="76000"/>
                </a:lnTo>
                <a:quadBezTo>
                  <a:pt x="80000" y="79385"/>
                  <a:pt x="77692" y="81692"/>
                </a:quadBezTo>
                <a:quadBezTo>
                  <a:pt x="75385" y="84000"/>
                  <a:pt x="72000" y="84000"/>
                </a:quadBezTo>
                <a:lnTo>
                  <a:pt x="24000" y="84000"/>
                </a:lnTo>
                <a:close/>
                <a:moveTo>
                  <a:pt x="72000" y="80000"/>
                </a:moveTo>
                <a:quadBezTo>
                  <a:pt x="73700" y="80000"/>
                  <a:pt x="74850" y="78850"/>
                </a:quadBezTo>
                <a:quadBezTo>
                  <a:pt x="76000" y="77700"/>
                  <a:pt x="76000" y="76000"/>
                </a:quadBezTo>
                <a:lnTo>
                  <a:pt x="76000" y="20000"/>
                </a:lnTo>
                <a:lnTo>
                  <a:pt x="32000" y="20000"/>
                </a:lnTo>
                <a:lnTo>
                  <a:pt x="32000" y="68000"/>
                </a:lnTo>
                <a:lnTo>
                  <a:pt x="68000" y="68000"/>
                </a:lnTo>
                <a:lnTo>
                  <a:pt x="68000" y="76000"/>
                </a:lnTo>
                <a:quadBezTo>
                  <a:pt x="68000" y="77700"/>
                  <a:pt x="69150" y="78850"/>
                </a:quadBezTo>
                <a:quadBezTo>
                  <a:pt x="70300" y="80000"/>
                  <a:pt x="72000" y="80000"/>
                </a:quadBezTo>
                <a:close/>
                <a:moveTo>
                  <a:pt x="37538" y="34000"/>
                </a:moveTo>
                <a:lnTo>
                  <a:pt x="37538" y="30000"/>
                </a:lnTo>
                <a:lnTo>
                  <a:pt x="58923" y="30000"/>
                </a:lnTo>
                <a:lnTo>
                  <a:pt x="58923" y="34000"/>
                </a:lnTo>
                <a:lnTo>
                  <a:pt x="37538" y="34000"/>
                </a:lnTo>
                <a:close/>
                <a:moveTo>
                  <a:pt x="37538" y="46000"/>
                </a:moveTo>
                <a:lnTo>
                  <a:pt x="37538" y="42000"/>
                </a:lnTo>
                <a:lnTo>
                  <a:pt x="58923" y="42000"/>
                </a:lnTo>
                <a:lnTo>
                  <a:pt x="58923" y="46000"/>
                </a:lnTo>
                <a:lnTo>
                  <a:pt x="37538" y="46000"/>
                </a:lnTo>
                <a:close/>
                <a:moveTo>
                  <a:pt x="67538" y="35077"/>
                </a:moveTo>
                <a:quadBezTo>
                  <a:pt x="66300" y="35077"/>
                  <a:pt x="65381" y="34158"/>
                </a:quadBezTo>
                <a:quadBezTo>
                  <a:pt x="64462" y="33238"/>
                  <a:pt x="64462" y="32000"/>
                </a:quadBezTo>
                <a:quadBezTo>
                  <a:pt x="64462" y="30762"/>
                  <a:pt x="65381" y="29842"/>
                </a:quadBezTo>
                <a:quadBezTo>
                  <a:pt x="66300" y="28923"/>
                  <a:pt x="67538" y="28923"/>
                </a:quadBezTo>
                <a:quadBezTo>
                  <a:pt x="68777" y="28923"/>
                  <a:pt x="69696" y="29842"/>
                </a:quadBezTo>
                <a:quadBezTo>
                  <a:pt x="70615" y="30762"/>
                  <a:pt x="70615" y="32000"/>
                </a:quadBezTo>
                <a:quadBezTo>
                  <a:pt x="70615" y="33238"/>
                  <a:pt x="69696" y="34158"/>
                </a:quadBezTo>
                <a:quadBezTo>
                  <a:pt x="68777" y="35077"/>
                  <a:pt x="67538" y="35077"/>
                </a:quadBezTo>
                <a:close/>
                <a:moveTo>
                  <a:pt x="67538" y="47077"/>
                </a:moveTo>
                <a:quadBezTo>
                  <a:pt x="66300" y="47077"/>
                  <a:pt x="65381" y="46158"/>
                </a:quadBezTo>
                <a:quadBezTo>
                  <a:pt x="64462" y="45238"/>
                  <a:pt x="64462" y="44000"/>
                </a:quadBezTo>
                <a:quadBezTo>
                  <a:pt x="64462" y="42762"/>
                  <a:pt x="65381" y="41842"/>
                </a:quadBezTo>
                <a:quadBezTo>
                  <a:pt x="66300" y="40923"/>
                  <a:pt x="67538" y="40923"/>
                </a:quadBezTo>
                <a:quadBezTo>
                  <a:pt x="68777" y="40923"/>
                  <a:pt x="69696" y="41842"/>
                </a:quadBezTo>
                <a:quadBezTo>
                  <a:pt x="70615" y="42762"/>
                  <a:pt x="70615" y="44000"/>
                </a:quadBezTo>
                <a:quadBezTo>
                  <a:pt x="70615" y="45238"/>
                  <a:pt x="69696" y="46158"/>
                </a:quadBezTo>
                <a:quadBezTo>
                  <a:pt x="68777" y="47077"/>
                  <a:pt x="67538" y="47077"/>
                </a:quadBezTo>
                <a:close/>
                <a:moveTo>
                  <a:pt x="24000" y="80000"/>
                </a:moveTo>
                <a:lnTo>
                  <a:pt x="64000" y="80000"/>
                </a:lnTo>
                <a:lnTo>
                  <a:pt x="64000" y="72000"/>
                </a:lnTo>
                <a:lnTo>
                  <a:pt x="20000" y="72000"/>
                </a:lnTo>
                <a:lnTo>
                  <a:pt x="20000" y="76000"/>
                </a:lnTo>
                <a:quadBezTo>
                  <a:pt x="20000" y="77700"/>
                  <a:pt x="21150" y="78850"/>
                </a:quadBezTo>
                <a:quadBezTo>
                  <a:pt x="22300" y="80000"/>
                  <a:pt x="24000" y="80000"/>
                </a:quadBezTo>
                <a:close/>
                <a:moveTo>
                  <a:pt x="20000" y="80000"/>
                </a:moveTo>
                <a:lnTo>
                  <a:pt x="20000" y="72000"/>
                </a:lnTo>
                <a:lnTo>
                  <a:pt x="20000" y="8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9" name="TextBox 158"/>
          <p:cNvSpPr txBox="1"/>
          <p:nvPr/>
        </p:nvSpPr>
        <p:spPr>
          <a:xfrm>
            <a:off x="10087238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receipt long</a:t>
            </a:r>
          </a:p>
        </p:txBody>
      </p:sp>
      <p:sp>
        <p:nvSpPr>
          <p:cNvPr id="160" name="Icon recycling"/>
          <p:cNvSpPr/>
          <p:nvPr/>
        </p:nvSpPr>
        <p:spPr>
          <a:xfrm>
            <a:off x="11279475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8492" y="38800"/>
                </a:moveTo>
                <a:lnTo>
                  <a:pt x="46085" y="26408"/>
                </a:lnTo>
                <a:lnTo>
                  <a:pt x="41031" y="18069"/>
                </a:lnTo>
                <a:quadBezTo>
                  <a:pt x="40062" y="16377"/>
                  <a:pt x="38119" y="16377"/>
                </a:quadBezTo>
                <a:quadBezTo>
                  <a:pt x="36177" y="16377"/>
                  <a:pt x="35170" y="18074"/>
                </a:quadBezTo>
                <a:lnTo>
                  <a:pt x="26946" y="31908"/>
                </a:lnTo>
                <a:lnTo>
                  <a:pt x="38492" y="38800"/>
                </a:lnTo>
                <a:close/>
                <a:moveTo>
                  <a:pt x="71258" y="61846"/>
                </a:moveTo>
                <a:lnTo>
                  <a:pt x="63754" y="49354"/>
                </a:lnTo>
                <a:lnTo>
                  <a:pt x="75500" y="42585"/>
                </a:lnTo>
                <a:lnTo>
                  <a:pt x="80900" y="51592"/>
                </a:lnTo>
                <a:quadBezTo>
                  <a:pt x="81769" y="53062"/>
                  <a:pt x="81908" y="54854"/>
                </a:quadBezTo>
                <a:quadBezTo>
                  <a:pt x="82046" y="56646"/>
                  <a:pt x="81200" y="58138"/>
                </a:quadBezTo>
                <a:quadBezTo>
                  <a:pt x="80354" y="59908"/>
                  <a:pt x="78673" y="60877"/>
                </a:quadBezTo>
                <a:quadBezTo>
                  <a:pt x="76992" y="61846"/>
                  <a:pt x="75053" y="61846"/>
                </a:quadBezTo>
                <a:lnTo>
                  <a:pt x="71258" y="61846"/>
                </a:lnTo>
                <a:close/>
                <a:moveTo>
                  <a:pt x="61538" y="85539"/>
                </a:moveTo>
                <a:lnTo>
                  <a:pt x="48000" y="72000"/>
                </a:lnTo>
                <a:lnTo>
                  <a:pt x="61538" y="58462"/>
                </a:lnTo>
                <a:lnTo>
                  <a:pt x="61538" y="65231"/>
                </a:lnTo>
                <a:lnTo>
                  <a:pt x="77615" y="65231"/>
                </a:lnTo>
                <a:lnTo>
                  <a:pt x="72708" y="75046"/>
                </a:lnTo>
                <a:quadBezTo>
                  <a:pt x="71777" y="76738"/>
                  <a:pt x="70169" y="77754"/>
                </a:quadBezTo>
                <a:quadBezTo>
                  <a:pt x="68562" y="78769"/>
                  <a:pt x="66615" y="78769"/>
                </a:quadBezTo>
                <a:lnTo>
                  <a:pt x="61538" y="78769"/>
                </a:lnTo>
                <a:lnTo>
                  <a:pt x="61538" y="85539"/>
                </a:lnTo>
                <a:close/>
                <a:moveTo>
                  <a:pt x="28765" y="78769"/>
                </a:moveTo>
                <a:quadBezTo>
                  <a:pt x="27069" y="78769"/>
                  <a:pt x="25688" y="77912"/>
                </a:quadBezTo>
                <a:quadBezTo>
                  <a:pt x="24308" y="77054"/>
                  <a:pt x="23662" y="75592"/>
                </a:quadBezTo>
                <a:quadBezTo>
                  <a:pt x="23015" y="74215"/>
                  <a:pt x="23027" y="72735"/>
                </a:quadBezTo>
                <a:quadBezTo>
                  <a:pt x="23038" y="71254"/>
                  <a:pt x="23800" y="69981"/>
                </a:quadBezTo>
                <a:lnTo>
                  <a:pt x="26677" y="65231"/>
                </a:lnTo>
                <a:lnTo>
                  <a:pt x="41231" y="65231"/>
                </a:lnTo>
                <a:lnTo>
                  <a:pt x="41231" y="78769"/>
                </a:lnTo>
                <a:lnTo>
                  <a:pt x="28765" y="78769"/>
                </a:lnTo>
                <a:close/>
                <a:moveTo>
                  <a:pt x="20400" y="69138"/>
                </a:moveTo>
                <a:lnTo>
                  <a:pt x="14900" y="58138"/>
                </a:lnTo>
                <a:quadBezTo>
                  <a:pt x="14077" y="56569"/>
                  <a:pt x="14165" y="54827"/>
                </a:quadBezTo>
                <a:quadBezTo>
                  <a:pt x="14254" y="53085"/>
                  <a:pt x="15166" y="51592"/>
                </a:quadBezTo>
                <a:lnTo>
                  <a:pt x="16492" y="49354"/>
                </a:lnTo>
                <a:lnTo>
                  <a:pt x="10769" y="45869"/>
                </a:lnTo>
                <a:lnTo>
                  <a:pt x="29285" y="41215"/>
                </a:lnTo>
                <a:lnTo>
                  <a:pt x="33938" y="59831"/>
                </a:lnTo>
                <a:lnTo>
                  <a:pt x="28115" y="56246"/>
                </a:lnTo>
                <a:lnTo>
                  <a:pt x="20400" y="69138"/>
                </a:lnTo>
                <a:close/>
                <a:moveTo>
                  <a:pt x="66092" y="40169"/>
                </a:moveTo>
                <a:lnTo>
                  <a:pt x="47562" y="35518"/>
                </a:lnTo>
                <a:lnTo>
                  <a:pt x="53400" y="32051"/>
                </a:lnTo>
                <a:lnTo>
                  <a:pt x="42823" y="14461"/>
                </a:lnTo>
                <a:lnTo>
                  <a:pt x="54754" y="14461"/>
                </a:lnTo>
                <a:quadBezTo>
                  <a:pt x="56531" y="14461"/>
                  <a:pt x="58096" y="15346"/>
                </a:quadBezTo>
                <a:quadBezTo>
                  <a:pt x="59662" y="16230"/>
                  <a:pt x="60592" y="17746"/>
                </a:quadBezTo>
                <a:lnTo>
                  <a:pt x="65023" y="25138"/>
                </a:lnTo>
                <a:lnTo>
                  <a:pt x="70746" y="21554"/>
                </a:lnTo>
                <a:lnTo>
                  <a:pt x="66092" y="401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1" name="TextBox 160"/>
          <p:cNvSpPr txBox="1"/>
          <p:nvPr/>
        </p:nvSpPr>
        <p:spPr>
          <a:xfrm>
            <a:off x="10973503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recycling</a:t>
            </a:r>
          </a:p>
        </p:txBody>
      </p:sp>
      <p:sp>
        <p:nvSpPr>
          <p:cNvPr id="162" name="Icon robot_2"/>
          <p:cNvSpPr/>
          <p:nvPr/>
        </p:nvSpPr>
        <p:spPr>
          <a:xfrm>
            <a:off x="644300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000" y="80000"/>
                </a:moveTo>
                <a:lnTo>
                  <a:pt x="20000" y="63830"/>
                </a:lnTo>
                <a:quadBezTo>
                  <a:pt x="20000" y="61162"/>
                  <a:pt x="21898" y="59273"/>
                </a:quadBezTo>
                <a:quadBezTo>
                  <a:pt x="23796" y="57385"/>
                  <a:pt x="26462" y="57385"/>
                </a:quadBezTo>
                <a:lnTo>
                  <a:pt x="69538" y="57385"/>
                </a:lnTo>
                <a:quadBezTo>
                  <a:pt x="72204" y="57385"/>
                  <a:pt x="74102" y="59283"/>
                </a:quadBezTo>
                <a:quadBezTo>
                  <a:pt x="76000" y="61181"/>
                  <a:pt x="76000" y="63846"/>
                </a:quadBezTo>
                <a:lnTo>
                  <a:pt x="76000" y="80000"/>
                </a:lnTo>
                <a:lnTo>
                  <a:pt x="20000" y="80000"/>
                </a:lnTo>
                <a:close/>
                <a:moveTo>
                  <a:pt x="37154" y="50308"/>
                </a:moveTo>
                <a:quadBezTo>
                  <a:pt x="30035" y="50308"/>
                  <a:pt x="25017" y="45290"/>
                </a:quadBezTo>
                <a:quadBezTo>
                  <a:pt x="20000" y="40273"/>
                  <a:pt x="20000" y="33154"/>
                </a:quadBezTo>
                <a:quadBezTo>
                  <a:pt x="20000" y="26035"/>
                  <a:pt x="25017" y="21017"/>
                </a:quadBezTo>
                <a:quadBezTo>
                  <a:pt x="30035" y="16000"/>
                  <a:pt x="37154" y="16000"/>
                </a:quadBezTo>
                <a:lnTo>
                  <a:pt x="58846" y="16000"/>
                </a:lnTo>
                <a:quadBezTo>
                  <a:pt x="65965" y="16000"/>
                  <a:pt x="70983" y="21017"/>
                </a:quadBezTo>
                <a:quadBezTo>
                  <a:pt x="76000" y="26035"/>
                  <a:pt x="76000" y="33154"/>
                </a:quadBezTo>
                <a:quadBezTo>
                  <a:pt x="76000" y="40273"/>
                  <a:pt x="70983" y="45290"/>
                </a:quadBezTo>
                <a:quadBezTo>
                  <a:pt x="65965" y="50308"/>
                  <a:pt x="58846" y="50308"/>
                </a:quadBezTo>
                <a:lnTo>
                  <a:pt x="37154" y="50308"/>
                </a:lnTo>
                <a:close/>
                <a:moveTo>
                  <a:pt x="24000" y="76000"/>
                </a:moveTo>
                <a:lnTo>
                  <a:pt x="72000" y="76000"/>
                </a:lnTo>
                <a:lnTo>
                  <a:pt x="72000" y="63846"/>
                </a:lnTo>
                <a:quadBezTo>
                  <a:pt x="72000" y="62769"/>
                  <a:pt x="71308" y="62077"/>
                </a:quadBezTo>
                <a:quadBezTo>
                  <a:pt x="70615" y="61385"/>
                  <a:pt x="69538" y="61385"/>
                </a:quadBezTo>
                <a:lnTo>
                  <a:pt x="26462" y="61385"/>
                </a:lnTo>
                <a:quadBezTo>
                  <a:pt x="25385" y="61385"/>
                  <a:pt x="24692" y="62077"/>
                </a:quadBezTo>
                <a:quadBezTo>
                  <a:pt x="24000" y="62769"/>
                  <a:pt x="24000" y="63846"/>
                </a:quadBezTo>
                <a:lnTo>
                  <a:pt x="24000" y="76000"/>
                </a:lnTo>
                <a:close/>
                <a:moveTo>
                  <a:pt x="37154" y="46308"/>
                </a:moveTo>
                <a:lnTo>
                  <a:pt x="58846" y="46308"/>
                </a:lnTo>
                <a:quadBezTo>
                  <a:pt x="64385" y="46308"/>
                  <a:pt x="68192" y="42500"/>
                </a:quadBezTo>
                <a:quadBezTo>
                  <a:pt x="72000" y="38692"/>
                  <a:pt x="72000" y="33154"/>
                </a:quadBezTo>
                <a:quadBezTo>
                  <a:pt x="72000" y="27615"/>
                  <a:pt x="68192" y="23808"/>
                </a:quadBezTo>
                <a:quadBezTo>
                  <a:pt x="64385" y="20000"/>
                  <a:pt x="58846" y="20000"/>
                </a:quadBezTo>
                <a:lnTo>
                  <a:pt x="37154" y="20000"/>
                </a:lnTo>
                <a:quadBezTo>
                  <a:pt x="31615" y="20000"/>
                  <a:pt x="27808" y="23808"/>
                </a:quadBezTo>
                <a:quadBezTo>
                  <a:pt x="24000" y="27615"/>
                  <a:pt x="24000" y="33154"/>
                </a:quadBezTo>
                <a:quadBezTo>
                  <a:pt x="24000" y="38692"/>
                  <a:pt x="27808" y="42500"/>
                </a:quadBezTo>
                <a:quadBezTo>
                  <a:pt x="31615" y="46308"/>
                  <a:pt x="37154" y="46308"/>
                </a:quadBezTo>
                <a:close/>
                <a:moveTo>
                  <a:pt x="37151" y="36077"/>
                </a:moveTo>
                <a:quadBezTo>
                  <a:pt x="38392" y="36077"/>
                  <a:pt x="39235" y="35237"/>
                </a:quadBezTo>
                <a:quadBezTo>
                  <a:pt x="40077" y="34398"/>
                  <a:pt x="40077" y="33157"/>
                </a:quadBezTo>
                <a:quadBezTo>
                  <a:pt x="40077" y="31915"/>
                  <a:pt x="39237" y="31073"/>
                </a:quadBezTo>
                <a:quadBezTo>
                  <a:pt x="38398" y="30231"/>
                  <a:pt x="37157" y="30231"/>
                </a:quadBezTo>
                <a:quadBezTo>
                  <a:pt x="35915" y="30231"/>
                  <a:pt x="35073" y="31070"/>
                </a:quadBezTo>
                <a:quadBezTo>
                  <a:pt x="34231" y="31910"/>
                  <a:pt x="34231" y="33151"/>
                </a:quadBezTo>
                <a:quadBezTo>
                  <a:pt x="34231" y="34392"/>
                  <a:pt x="35070" y="35235"/>
                </a:quadBezTo>
                <a:quadBezTo>
                  <a:pt x="35910" y="36077"/>
                  <a:pt x="37151" y="36077"/>
                </a:quadBezTo>
                <a:close/>
                <a:moveTo>
                  <a:pt x="58843" y="36077"/>
                </a:moveTo>
                <a:quadBezTo>
                  <a:pt x="60085" y="36077"/>
                  <a:pt x="60927" y="35237"/>
                </a:quadBezTo>
                <a:quadBezTo>
                  <a:pt x="61769" y="34398"/>
                  <a:pt x="61769" y="33157"/>
                </a:quadBezTo>
                <a:quadBezTo>
                  <a:pt x="61769" y="31915"/>
                  <a:pt x="60930" y="31073"/>
                </a:quadBezTo>
                <a:quadBezTo>
                  <a:pt x="60090" y="30231"/>
                  <a:pt x="58849" y="30231"/>
                </a:quadBezTo>
                <a:quadBezTo>
                  <a:pt x="57608" y="30231"/>
                  <a:pt x="56765" y="31070"/>
                </a:quadBezTo>
                <a:quadBezTo>
                  <a:pt x="55923" y="31910"/>
                  <a:pt x="55923" y="33151"/>
                </a:quadBezTo>
                <a:quadBezTo>
                  <a:pt x="55923" y="34392"/>
                  <a:pt x="56763" y="35235"/>
                </a:quadBezTo>
                <a:quadBezTo>
                  <a:pt x="57602" y="36077"/>
                  <a:pt x="58843" y="36077"/>
                </a:quadBezTo>
                <a:close/>
                <a:moveTo>
                  <a:pt x="48000" y="76000"/>
                </a:moveTo>
                <a:close/>
                <a:moveTo>
                  <a:pt x="48000" y="33154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3" name="TextBox 162"/>
          <p:cNvSpPr txBox="1"/>
          <p:nvPr/>
        </p:nvSpPr>
        <p:spPr>
          <a:xfrm>
            <a:off x="338328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robot 2</a:t>
            </a:r>
          </a:p>
        </p:txBody>
      </p:sp>
      <p:sp>
        <p:nvSpPr>
          <p:cNvPr id="164" name="Icon rocket_launch"/>
          <p:cNvSpPr/>
          <p:nvPr/>
        </p:nvSpPr>
        <p:spPr>
          <a:xfrm>
            <a:off x="1530564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754" y="44869"/>
                </a:moveTo>
                <a:lnTo>
                  <a:pt x="30554" y="49015"/>
                </a:lnTo>
                <a:quadBezTo>
                  <a:pt x="32415" y="45292"/>
                  <a:pt x="34608" y="41808"/>
                </a:quadBezTo>
                <a:quadBezTo>
                  <a:pt x="36800" y="38323"/>
                  <a:pt x="39446" y="35031"/>
                </a:quadBezTo>
                <a:lnTo>
                  <a:pt x="33308" y="33854"/>
                </a:lnTo>
                <a:quadBezTo>
                  <a:pt x="32692" y="33700"/>
                  <a:pt x="32115" y="33892"/>
                </a:quadBezTo>
                <a:quadBezTo>
                  <a:pt x="31538" y="34085"/>
                  <a:pt x="31077" y="34546"/>
                </a:quadBezTo>
                <a:lnTo>
                  <a:pt x="20754" y="44869"/>
                </a:lnTo>
                <a:close/>
                <a:moveTo>
                  <a:pt x="33723" y="51554"/>
                </a:moveTo>
                <a:lnTo>
                  <a:pt x="45046" y="62854"/>
                </a:lnTo>
                <a:quadBezTo>
                  <a:pt x="49785" y="60715"/>
                  <a:pt x="54585" y="57415"/>
                </a:quadBezTo>
                <a:quadBezTo>
                  <a:pt x="59385" y="54115"/>
                  <a:pt x="63815" y="49685"/>
                </a:quadBezTo>
                <a:quadBezTo>
                  <a:pt x="70277" y="43223"/>
                  <a:pt x="73688" y="35904"/>
                </a:quadBezTo>
                <a:quadBezTo>
                  <a:pt x="77100" y="28585"/>
                  <a:pt x="77523" y="19000"/>
                </a:quadBezTo>
                <a:quadBezTo>
                  <a:pt x="67938" y="19423"/>
                  <a:pt x="60646" y="22835"/>
                </a:quadBezTo>
                <a:quadBezTo>
                  <a:pt x="53354" y="26246"/>
                  <a:pt x="46892" y="32708"/>
                </a:quadBezTo>
                <a:quadBezTo>
                  <a:pt x="42462" y="37138"/>
                  <a:pt x="39162" y="41977"/>
                </a:quadBezTo>
                <a:quadBezTo>
                  <a:pt x="35862" y="46815"/>
                  <a:pt x="33723" y="51554"/>
                </a:quadBezTo>
                <a:close/>
                <a:moveTo>
                  <a:pt x="54446" y="42054"/>
                </a:moveTo>
                <a:quadBezTo>
                  <a:pt x="52685" y="40292"/>
                  <a:pt x="52685" y="37827"/>
                </a:quadBezTo>
                <a:quadBezTo>
                  <a:pt x="52685" y="35362"/>
                  <a:pt x="54446" y="33600"/>
                </a:quadBezTo>
                <a:quadBezTo>
                  <a:pt x="56208" y="31838"/>
                  <a:pt x="58723" y="31838"/>
                </a:quadBezTo>
                <a:quadBezTo>
                  <a:pt x="61238" y="31838"/>
                  <a:pt x="63000" y="33600"/>
                </a:quadBezTo>
                <a:quadBezTo>
                  <a:pt x="64762" y="35362"/>
                  <a:pt x="64762" y="37827"/>
                </a:quadBezTo>
                <a:quadBezTo>
                  <a:pt x="64762" y="40292"/>
                  <a:pt x="63000" y="42054"/>
                </a:quadBezTo>
                <a:quadBezTo>
                  <a:pt x="61238" y="43815"/>
                  <a:pt x="58723" y="43815"/>
                </a:quadBezTo>
                <a:quadBezTo>
                  <a:pt x="56208" y="43815"/>
                  <a:pt x="54446" y="42054"/>
                </a:quadBezTo>
                <a:close/>
                <a:moveTo>
                  <a:pt x="51654" y="75846"/>
                </a:moveTo>
                <a:lnTo>
                  <a:pt x="61977" y="65523"/>
                </a:lnTo>
                <a:quadBezTo>
                  <a:pt x="62438" y="65062"/>
                  <a:pt x="62631" y="64485"/>
                </a:quadBezTo>
                <a:quadBezTo>
                  <a:pt x="62823" y="63908"/>
                  <a:pt x="62669" y="63292"/>
                </a:quadBezTo>
                <a:lnTo>
                  <a:pt x="61492" y="57154"/>
                </a:lnTo>
                <a:quadBezTo>
                  <a:pt x="58200" y="59800"/>
                  <a:pt x="54715" y="61981"/>
                </a:quadBezTo>
                <a:quadBezTo>
                  <a:pt x="51231" y="64162"/>
                  <a:pt x="47508" y="66023"/>
                </a:quadBezTo>
                <a:lnTo>
                  <a:pt x="51654" y="75846"/>
                </a:lnTo>
                <a:close/>
                <a:moveTo>
                  <a:pt x="81262" y="15315"/>
                </a:moveTo>
                <a:quadBezTo>
                  <a:pt x="81931" y="26338"/>
                  <a:pt x="78142" y="35596"/>
                </a:quadBezTo>
                <a:quadBezTo>
                  <a:pt x="74354" y="44854"/>
                  <a:pt x="66338" y="52869"/>
                </a:quadBezTo>
                <a:quadBezTo>
                  <a:pt x="65954" y="53254"/>
                  <a:pt x="65646" y="53562"/>
                </a:quadBezTo>
                <a:quadBezTo>
                  <a:pt x="65338" y="53869"/>
                  <a:pt x="64954" y="54254"/>
                </a:quadBezTo>
                <a:lnTo>
                  <a:pt x="66569" y="62462"/>
                </a:lnTo>
                <a:quadBezTo>
                  <a:pt x="66892" y="64077"/>
                  <a:pt x="66446" y="65592"/>
                </a:quadBezTo>
                <a:quadBezTo>
                  <a:pt x="66000" y="67108"/>
                  <a:pt x="64831" y="68277"/>
                </a:quadBezTo>
                <a:lnTo>
                  <a:pt x="50262" y="82769"/>
                </a:lnTo>
                <a:lnTo>
                  <a:pt x="43631" y="67146"/>
                </a:lnTo>
                <a:lnTo>
                  <a:pt x="29377" y="52892"/>
                </a:lnTo>
                <a:lnTo>
                  <a:pt x="13754" y="46185"/>
                </a:lnTo>
                <a:lnTo>
                  <a:pt x="28223" y="31692"/>
                </a:lnTo>
                <a:quadBezTo>
                  <a:pt x="29392" y="30523"/>
                  <a:pt x="30919" y="30038"/>
                </a:quadBezTo>
                <a:quadBezTo>
                  <a:pt x="32446" y="29554"/>
                  <a:pt x="34062" y="29877"/>
                </a:quadBezTo>
                <a:lnTo>
                  <a:pt x="42423" y="31569"/>
                </a:lnTo>
                <a:quadBezTo>
                  <a:pt x="42808" y="31185"/>
                  <a:pt x="43077" y="30877"/>
                </a:quadBezTo>
                <a:quadBezTo>
                  <a:pt x="43346" y="30569"/>
                  <a:pt x="43731" y="30185"/>
                </a:quadBezTo>
                <a:quadBezTo>
                  <a:pt x="51746" y="22169"/>
                  <a:pt x="60992" y="18408"/>
                </a:quadBezTo>
                <a:quadBezTo>
                  <a:pt x="70238" y="14646"/>
                  <a:pt x="81262" y="15315"/>
                </a:quadBezTo>
                <a:close/>
                <a:moveTo>
                  <a:pt x="20469" y="64669"/>
                </a:moveTo>
                <a:quadBezTo>
                  <a:pt x="22815" y="62323"/>
                  <a:pt x="26173" y="62350"/>
                </a:quadBezTo>
                <a:quadBezTo>
                  <a:pt x="29531" y="62377"/>
                  <a:pt x="31877" y="64723"/>
                </a:quadBezTo>
                <a:quadBezTo>
                  <a:pt x="34223" y="67069"/>
                  <a:pt x="34212" y="70427"/>
                </a:quadBezTo>
                <a:quadBezTo>
                  <a:pt x="34200" y="73785"/>
                  <a:pt x="31854" y="76131"/>
                </a:quadBezTo>
                <a:quadBezTo>
                  <a:pt x="29815" y="78169"/>
                  <a:pt x="25312" y="79623"/>
                </a:quadBezTo>
                <a:quadBezTo>
                  <a:pt x="20808" y="81077"/>
                  <a:pt x="14892" y="81631"/>
                </a:quadBezTo>
                <a:quadBezTo>
                  <a:pt x="15446" y="75715"/>
                  <a:pt x="16938" y="71212"/>
                </a:quadBezTo>
                <a:quadBezTo>
                  <a:pt x="18431" y="66708"/>
                  <a:pt x="20469" y="64669"/>
                </a:quadBezTo>
                <a:close/>
                <a:moveTo>
                  <a:pt x="23323" y="67577"/>
                </a:moveTo>
                <a:quadBezTo>
                  <a:pt x="22169" y="68731"/>
                  <a:pt x="21169" y="71342"/>
                </a:quadBezTo>
                <a:quadBezTo>
                  <a:pt x="20169" y="73954"/>
                  <a:pt x="19846" y="76731"/>
                </a:quadBezTo>
                <a:quadBezTo>
                  <a:pt x="22623" y="76408"/>
                  <a:pt x="25235" y="75381"/>
                </a:quadBezTo>
                <a:quadBezTo>
                  <a:pt x="27846" y="74354"/>
                  <a:pt x="29000" y="73200"/>
                </a:quadBezTo>
                <a:quadBezTo>
                  <a:pt x="30200" y="72000"/>
                  <a:pt x="30223" y="70338"/>
                </a:quadBezTo>
                <a:quadBezTo>
                  <a:pt x="30246" y="68677"/>
                  <a:pt x="29046" y="67477"/>
                </a:quadBezTo>
                <a:quadBezTo>
                  <a:pt x="27846" y="66277"/>
                  <a:pt x="26185" y="66327"/>
                </a:quadBezTo>
                <a:quadBezTo>
                  <a:pt x="24523" y="66377"/>
                  <a:pt x="23323" y="67577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5" name="TextBox 164"/>
          <p:cNvSpPr txBox="1"/>
          <p:nvPr/>
        </p:nvSpPr>
        <p:spPr>
          <a:xfrm>
            <a:off x="1224592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rocket launch</a:t>
            </a:r>
          </a:p>
        </p:txBody>
      </p:sp>
      <p:sp>
        <p:nvSpPr>
          <p:cNvPr id="166" name="Icon savings"/>
          <p:cNvSpPr/>
          <p:nvPr/>
        </p:nvSpPr>
        <p:spPr>
          <a:xfrm>
            <a:off x="2416829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4000" y="43077"/>
                </a:moveTo>
                <a:quadBezTo>
                  <a:pt x="65238" y="43077"/>
                  <a:pt x="66158" y="42158"/>
                </a:quadBezTo>
                <a:quadBezTo>
                  <a:pt x="67077" y="41238"/>
                  <a:pt x="67077" y="40000"/>
                </a:quadBezTo>
                <a:quadBezTo>
                  <a:pt x="67077" y="38762"/>
                  <a:pt x="66158" y="37842"/>
                </a:quadBezTo>
                <a:quadBezTo>
                  <a:pt x="65238" y="36923"/>
                  <a:pt x="64000" y="36923"/>
                </a:quadBezTo>
                <a:quadBezTo>
                  <a:pt x="62762" y="36923"/>
                  <a:pt x="61842" y="37842"/>
                </a:quadBezTo>
                <a:quadBezTo>
                  <a:pt x="60923" y="38762"/>
                  <a:pt x="60923" y="40000"/>
                </a:quadBezTo>
                <a:quadBezTo>
                  <a:pt x="60923" y="41238"/>
                  <a:pt x="61842" y="42158"/>
                </a:quadBezTo>
                <a:quadBezTo>
                  <a:pt x="62762" y="43077"/>
                  <a:pt x="64000" y="43077"/>
                </a:quadBezTo>
                <a:close/>
                <a:moveTo>
                  <a:pt x="32000" y="34000"/>
                </a:moveTo>
                <a:lnTo>
                  <a:pt x="52000" y="34000"/>
                </a:lnTo>
                <a:lnTo>
                  <a:pt x="52000" y="30000"/>
                </a:lnTo>
                <a:lnTo>
                  <a:pt x="32000" y="30000"/>
                </a:lnTo>
                <a:lnTo>
                  <a:pt x="32000" y="34000"/>
                </a:lnTo>
                <a:close/>
                <a:moveTo>
                  <a:pt x="21000" y="80000"/>
                </a:moveTo>
                <a:quadBezTo>
                  <a:pt x="18062" y="69523"/>
                  <a:pt x="15031" y="59212"/>
                </a:quadBezTo>
                <a:quadBezTo>
                  <a:pt x="12000" y="48900"/>
                  <a:pt x="12000" y="38000"/>
                </a:quadBezTo>
                <a:quadBezTo>
                  <a:pt x="12000" y="30492"/>
                  <a:pt x="17246" y="25246"/>
                </a:quadBezTo>
                <a:quadBezTo>
                  <a:pt x="22492" y="20000"/>
                  <a:pt x="30000" y="20000"/>
                </a:quadBezTo>
                <a:lnTo>
                  <a:pt x="52000" y="20000"/>
                </a:lnTo>
                <a:quadBezTo>
                  <a:pt x="54592" y="16585"/>
                  <a:pt x="58127" y="14292"/>
                </a:quadBezTo>
                <a:quadBezTo>
                  <a:pt x="61662" y="12000"/>
                  <a:pt x="66000" y="12000"/>
                </a:quadBezTo>
                <a:quadBezTo>
                  <a:pt x="66808" y="12000"/>
                  <a:pt x="67404" y="12596"/>
                </a:quadBezTo>
                <a:quadBezTo>
                  <a:pt x="68000" y="13192"/>
                  <a:pt x="68000" y="14000"/>
                </a:quadBezTo>
                <a:quadBezTo>
                  <a:pt x="68000" y="14215"/>
                  <a:pt x="67927" y="14431"/>
                </a:quadBezTo>
                <a:quadBezTo>
                  <a:pt x="67854" y="14646"/>
                  <a:pt x="67808" y="14838"/>
                </a:quadBezTo>
                <a:quadBezTo>
                  <a:pt x="67100" y="16631"/>
                  <a:pt x="66673" y="18512"/>
                </a:quadBezTo>
                <a:quadBezTo>
                  <a:pt x="66246" y="20392"/>
                  <a:pt x="65892" y="22285"/>
                </a:quadBezTo>
                <a:lnTo>
                  <a:pt x="77608" y="34000"/>
                </a:lnTo>
                <a:lnTo>
                  <a:pt x="84000" y="34000"/>
                </a:lnTo>
                <a:lnTo>
                  <a:pt x="84000" y="54977"/>
                </a:lnTo>
                <a:lnTo>
                  <a:pt x="73469" y="58446"/>
                </a:lnTo>
                <a:lnTo>
                  <a:pt x="67000" y="80000"/>
                </a:lnTo>
                <a:lnTo>
                  <a:pt x="52000" y="80000"/>
                </a:lnTo>
                <a:lnTo>
                  <a:pt x="52000" y="72000"/>
                </a:lnTo>
                <a:lnTo>
                  <a:pt x="36000" y="72000"/>
                </a:lnTo>
                <a:lnTo>
                  <a:pt x="36000" y="80000"/>
                </a:lnTo>
                <a:lnTo>
                  <a:pt x="21000" y="80000"/>
                </a:lnTo>
                <a:close/>
                <a:moveTo>
                  <a:pt x="24000" y="76000"/>
                </a:moveTo>
                <a:lnTo>
                  <a:pt x="32000" y="76000"/>
                </a:lnTo>
                <a:lnTo>
                  <a:pt x="32000" y="68000"/>
                </a:lnTo>
                <a:lnTo>
                  <a:pt x="56000" y="68000"/>
                </a:lnTo>
                <a:lnTo>
                  <a:pt x="56000" y="76000"/>
                </a:lnTo>
                <a:lnTo>
                  <a:pt x="64000" y="76000"/>
                </a:lnTo>
                <a:lnTo>
                  <a:pt x="70200" y="55400"/>
                </a:lnTo>
                <a:lnTo>
                  <a:pt x="80000" y="52100"/>
                </a:lnTo>
                <a:lnTo>
                  <a:pt x="80000" y="38000"/>
                </a:lnTo>
                <a:lnTo>
                  <a:pt x="76000" y="38000"/>
                </a:lnTo>
                <a:lnTo>
                  <a:pt x="62000" y="24000"/>
                </a:lnTo>
                <a:quadBezTo>
                  <a:pt x="62000" y="22000"/>
                  <a:pt x="62250" y="20150"/>
                </a:quadBezTo>
                <a:quadBezTo>
                  <a:pt x="62500" y="18300"/>
                  <a:pt x="63154" y="16477"/>
                </a:quadBezTo>
                <a:quadBezTo>
                  <a:pt x="60254" y="17277"/>
                  <a:pt x="58131" y="19304"/>
                </a:quadBezTo>
                <a:quadBezTo>
                  <a:pt x="56008" y="21331"/>
                  <a:pt x="54700" y="24000"/>
                </a:quadBezTo>
                <a:lnTo>
                  <a:pt x="30000" y="24000"/>
                </a:lnTo>
                <a:quadBezTo>
                  <a:pt x="24200" y="24000"/>
                  <a:pt x="20100" y="28100"/>
                </a:quadBezTo>
                <a:quadBezTo>
                  <a:pt x="16000" y="32200"/>
                  <a:pt x="16000" y="38000"/>
                </a:quadBezTo>
                <a:quadBezTo>
                  <a:pt x="16000" y="47800"/>
                  <a:pt x="18700" y="57150"/>
                </a:quadBezTo>
                <a:quadBezTo>
                  <a:pt x="21400" y="66500"/>
                  <a:pt x="24000" y="76000"/>
                </a:quadBezTo>
                <a:close/>
                <a:moveTo>
                  <a:pt x="48000" y="462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7" name="TextBox 166"/>
          <p:cNvSpPr txBox="1"/>
          <p:nvPr/>
        </p:nvSpPr>
        <p:spPr>
          <a:xfrm>
            <a:off x="2110857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savings</a:t>
            </a:r>
          </a:p>
        </p:txBody>
      </p:sp>
      <p:sp>
        <p:nvSpPr>
          <p:cNvPr id="168" name="Icon schedule"/>
          <p:cNvSpPr/>
          <p:nvPr/>
        </p:nvSpPr>
        <p:spPr>
          <a:xfrm>
            <a:off x="3303094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2585" y="65415"/>
                </a:moveTo>
                <a:lnTo>
                  <a:pt x="65415" y="62585"/>
                </a:lnTo>
                <a:lnTo>
                  <a:pt x="50000" y="47167"/>
                </a:lnTo>
                <a:lnTo>
                  <a:pt x="50000" y="28000"/>
                </a:lnTo>
                <a:lnTo>
                  <a:pt x="46000" y="28000"/>
                </a:lnTo>
                <a:lnTo>
                  <a:pt x="46000" y="48831"/>
                </a:lnTo>
                <a:lnTo>
                  <a:pt x="62585" y="65415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48000"/>
                </a:moveTo>
                <a:close/>
                <a:moveTo>
                  <a:pt x="48000" y="80000"/>
                </a:move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34700"/>
                  <a:pt x="70650" y="25350"/>
                </a:quadBezTo>
                <a:quadBezTo>
                  <a:pt x="61300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9" name="TextBox 168"/>
          <p:cNvSpPr txBox="1"/>
          <p:nvPr/>
        </p:nvSpPr>
        <p:spPr>
          <a:xfrm>
            <a:off x="2997121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schedule</a:t>
            </a:r>
          </a:p>
        </p:txBody>
      </p:sp>
      <p:sp>
        <p:nvSpPr>
          <p:cNvPr id="170" name="Icon school"/>
          <p:cNvSpPr/>
          <p:nvPr/>
        </p:nvSpPr>
        <p:spPr>
          <a:xfrm>
            <a:off x="4189358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74769"/>
                </a:moveTo>
                <a:lnTo>
                  <a:pt x="24000" y="61723"/>
                </a:lnTo>
                <a:lnTo>
                  <a:pt x="24000" y="42338"/>
                </a:lnTo>
                <a:lnTo>
                  <a:pt x="12308" y="36000"/>
                </a:lnTo>
                <a:lnTo>
                  <a:pt x="48000" y="16615"/>
                </a:lnTo>
                <a:lnTo>
                  <a:pt x="83692" y="36000"/>
                </a:lnTo>
                <a:lnTo>
                  <a:pt x="83692" y="61539"/>
                </a:lnTo>
                <a:lnTo>
                  <a:pt x="79692" y="61539"/>
                </a:lnTo>
                <a:lnTo>
                  <a:pt x="79692" y="38246"/>
                </a:lnTo>
                <a:lnTo>
                  <a:pt x="72000" y="42338"/>
                </a:lnTo>
                <a:lnTo>
                  <a:pt x="72000" y="61723"/>
                </a:lnTo>
                <a:lnTo>
                  <a:pt x="48000" y="74769"/>
                </a:lnTo>
                <a:close/>
                <a:moveTo>
                  <a:pt x="48000" y="50800"/>
                </a:moveTo>
                <a:lnTo>
                  <a:pt x="75323" y="36000"/>
                </a:lnTo>
                <a:lnTo>
                  <a:pt x="48000" y="21200"/>
                </a:lnTo>
                <a:lnTo>
                  <a:pt x="20677" y="36000"/>
                </a:lnTo>
                <a:lnTo>
                  <a:pt x="48000" y="50800"/>
                </a:lnTo>
                <a:close/>
                <a:moveTo>
                  <a:pt x="48000" y="70208"/>
                </a:moveTo>
                <a:lnTo>
                  <a:pt x="68000" y="59408"/>
                </a:lnTo>
                <a:lnTo>
                  <a:pt x="68000" y="44538"/>
                </a:lnTo>
                <a:lnTo>
                  <a:pt x="48000" y="55370"/>
                </a:lnTo>
                <a:lnTo>
                  <a:pt x="28000" y="44538"/>
                </a:lnTo>
                <a:lnTo>
                  <a:pt x="28000" y="59408"/>
                </a:lnTo>
                <a:lnTo>
                  <a:pt x="48000" y="70208"/>
                </a:lnTo>
                <a:close/>
                <a:moveTo>
                  <a:pt x="48000" y="50800"/>
                </a:moveTo>
                <a:close/>
                <a:moveTo>
                  <a:pt x="48000" y="56262"/>
                </a:moveTo>
                <a:close/>
                <a:moveTo>
                  <a:pt x="48000" y="562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1" name="TextBox 170"/>
          <p:cNvSpPr txBox="1"/>
          <p:nvPr/>
        </p:nvSpPr>
        <p:spPr>
          <a:xfrm>
            <a:off x="3883386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school</a:t>
            </a:r>
          </a:p>
        </p:txBody>
      </p:sp>
      <p:sp>
        <p:nvSpPr>
          <p:cNvPr id="172" name="Icon science"/>
          <p:cNvSpPr/>
          <p:nvPr/>
        </p:nvSpPr>
        <p:spPr>
          <a:xfrm>
            <a:off x="5075623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000" y="80000"/>
                </a:moveTo>
                <a:quadBezTo>
                  <a:pt x="17446" y="80000"/>
                  <a:pt x="16369" y="77719"/>
                </a:quadBezTo>
                <a:quadBezTo>
                  <a:pt x="15292" y="75438"/>
                  <a:pt x="16877" y="73462"/>
                </a:quadBezTo>
                <a:lnTo>
                  <a:pt x="40000" y="45385"/>
                </a:lnTo>
                <a:lnTo>
                  <a:pt x="40000" y="20000"/>
                </a:lnTo>
                <a:lnTo>
                  <a:pt x="34462" y="20000"/>
                </a:lnTo>
                <a:quadBezTo>
                  <a:pt x="33612" y="20000"/>
                  <a:pt x="33037" y="19424"/>
                </a:quadBezTo>
                <a:quadBezTo>
                  <a:pt x="32462" y="18848"/>
                  <a:pt x="32462" y="17997"/>
                </a:quadBezTo>
                <a:quadBezTo>
                  <a:pt x="32462" y="17146"/>
                  <a:pt x="33037" y="16573"/>
                </a:quadBezTo>
                <a:quadBezTo>
                  <a:pt x="33612" y="16000"/>
                  <a:pt x="34462" y="16000"/>
                </a:quadBezTo>
                <a:lnTo>
                  <a:pt x="61538" y="16000"/>
                </a:lnTo>
                <a:quadBezTo>
                  <a:pt x="62388" y="16000"/>
                  <a:pt x="62963" y="16576"/>
                </a:quadBezTo>
                <a:quadBezTo>
                  <a:pt x="63538" y="17152"/>
                  <a:pt x="63538" y="18003"/>
                </a:quadBezTo>
                <a:quadBezTo>
                  <a:pt x="63538" y="18854"/>
                  <a:pt x="62963" y="19427"/>
                </a:quadBezTo>
                <a:quadBezTo>
                  <a:pt x="62388" y="20000"/>
                  <a:pt x="61538" y="20000"/>
                </a:quadBezTo>
                <a:lnTo>
                  <a:pt x="56000" y="20000"/>
                </a:lnTo>
                <a:lnTo>
                  <a:pt x="56000" y="45385"/>
                </a:lnTo>
                <a:lnTo>
                  <a:pt x="79123" y="73462"/>
                </a:lnTo>
                <a:quadBezTo>
                  <a:pt x="80708" y="75438"/>
                  <a:pt x="79631" y="77719"/>
                </a:quadBezTo>
                <a:quadBezTo>
                  <a:pt x="78554" y="80000"/>
                  <a:pt x="76000" y="80000"/>
                </a:quadBezTo>
                <a:lnTo>
                  <a:pt x="20000" y="80000"/>
                </a:lnTo>
                <a:close/>
                <a:moveTo>
                  <a:pt x="20000" y="76000"/>
                </a:moveTo>
                <a:lnTo>
                  <a:pt x="76000" y="76000"/>
                </a:lnTo>
                <a:lnTo>
                  <a:pt x="52000" y="46800"/>
                </a:lnTo>
                <a:lnTo>
                  <a:pt x="52000" y="20000"/>
                </a:lnTo>
                <a:lnTo>
                  <a:pt x="44000" y="20000"/>
                </a:lnTo>
                <a:lnTo>
                  <a:pt x="44000" y="46800"/>
                </a:lnTo>
                <a:lnTo>
                  <a:pt x="20000" y="76000"/>
                </a:ln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3" name="TextBox 172"/>
          <p:cNvSpPr txBox="1"/>
          <p:nvPr/>
        </p:nvSpPr>
        <p:spPr>
          <a:xfrm>
            <a:off x="4769651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science</a:t>
            </a:r>
          </a:p>
        </p:txBody>
      </p:sp>
      <p:sp>
        <p:nvSpPr>
          <p:cNvPr id="174" name="Icon search"/>
          <p:cNvSpPr/>
          <p:nvPr/>
        </p:nvSpPr>
        <p:spPr>
          <a:xfrm>
            <a:off x="5961888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7938" y="80615"/>
                </a:moveTo>
                <a:lnTo>
                  <a:pt x="52892" y="55569"/>
                </a:lnTo>
                <a:quadBezTo>
                  <a:pt x="49892" y="58123"/>
                  <a:pt x="45992" y="59523"/>
                </a:quadBezTo>
                <a:quadBezTo>
                  <a:pt x="42092" y="60923"/>
                  <a:pt x="38154" y="60923"/>
                </a:quadBezTo>
                <a:quadBezTo>
                  <a:pt x="28544" y="60923"/>
                  <a:pt x="21887" y="54270"/>
                </a:quadBezTo>
                <a:quadBezTo>
                  <a:pt x="15231" y="47617"/>
                  <a:pt x="15231" y="38013"/>
                </a:quadBezTo>
                <a:quadBezTo>
                  <a:pt x="15231" y="28408"/>
                  <a:pt x="21884" y="21742"/>
                </a:quadBezTo>
                <a:quadBezTo>
                  <a:pt x="28537" y="15077"/>
                  <a:pt x="38141" y="15077"/>
                </a:quadBezTo>
                <a:quadBezTo>
                  <a:pt x="47746" y="15077"/>
                  <a:pt x="54412" y="21733"/>
                </a:quadBezTo>
                <a:quadBezTo>
                  <a:pt x="61077" y="28390"/>
                  <a:pt x="61077" y="38000"/>
                </a:quadBezTo>
                <a:quadBezTo>
                  <a:pt x="61077" y="42169"/>
                  <a:pt x="59600" y="46069"/>
                </a:quadBezTo>
                <a:quadBezTo>
                  <a:pt x="58123" y="49969"/>
                  <a:pt x="55723" y="52738"/>
                </a:quadBezTo>
                <a:lnTo>
                  <a:pt x="80769" y="77785"/>
                </a:lnTo>
                <a:lnTo>
                  <a:pt x="77938" y="80615"/>
                </a:lnTo>
                <a:close/>
                <a:moveTo>
                  <a:pt x="38154" y="56923"/>
                </a:moveTo>
                <a:quadBezTo>
                  <a:pt x="46115" y="56923"/>
                  <a:pt x="51596" y="51442"/>
                </a:quadBezTo>
                <a:quadBezTo>
                  <a:pt x="57077" y="45962"/>
                  <a:pt x="57077" y="38000"/>
                </a:quadBezTo>
                <a:quadBezTo>
                  <a:pt x="57077" y="30038"/>
                  <a:pt x="51596" y="24558"/>
                </a:quadBezTo>
                <a:quadBezTo>
                  <a:pt x="46115" y="19077"/>
                  <a:pt x="38154" y="19077"/>
                </a:quadBezTo>
                <a:quadBezTo>
                  <a:pt x="30192" y="19077"/>
                  <a:pt x="24712" y="24558"/>
                </a:quadBezTo>
                <a:quadBezTo>
                  <a:pt x="19231" y="30038"/>
                  <a:pt x="19231" y="38000"/>
                </a:quadBezTo>
                <a:quadBezTo>
                  <a:pt x="19231" y="45962"/>
                  <a:pt x="24712" y="51442"/>
                </a:quadBezTo>
                <a:quadBezTo>
                  <a:pt x="30192" y="56923"/>
                  <a:pt x="38154" y="56923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5" name="TextBox 174"/>
          <p:cNvSpPr txBox="1"/>
          <p:nvPr/>
        </p:nvSpPr>
        <p:spPr>
          <a:xfrm>
            <a:off x="5655915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search</a:t>
            </a:r>
          </a:p>
        </p:txBody>
      </p:sp>
      <p:sp>
        <p:nvSpPr>
          <p:cNvPr id="176" name="Icon security"/>
          <p:cNvSpPr/>
          <p:nvPr/>
        </p:nvSpPr>
        <p:spPr>
          <a:xfrm>
            <a:off x="6848152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3846"/>
                </a:moveTo>
                <a:quadBezTo>
                  <a:pt x="35946" y="80269"/>
                  <a:pt x="27973" y="69242"/>
                </a:quadBezTo>
                <a:quadBezTo>
                  <a:pt x="20000" y="58215"/>
                  <a:pt x="20000" y="44400"/>
                </a:quadBezTo>
                <a:lnTo>
                  <a:pt x="20000" y="22769"/>
                </a:lnTo>
                <a:lnTo>
                  <a:pt x="48000" y="12308"/>
                </a:lnTo>
                <a:lnTo>
                  <a:pt x="76000" y="22769"/>
                </a:lnTo>
                <a:lnTo>
                  <a:pt x="76000" y="44400"/>
                </a:lnTo>
                <a:quadBezTo>
                  <a:pt x="76000" y="58215"/>
                  <a:pt x="68027" y="69242"/>
                </a:quadBezTo>
                <a:quadBezTo>
                  <a:pt x="60054" y="80269"/>
                  <a:pt x="48000" y="83846"/>
                </a:quadBezTo>
                <a:close/>
                <a:moveTo>
                  <a:pt x="48000" y="79600"/>
                </a:moveTo>
                <a:quadBezTo>
                  <a:pt x="57700" y="76600"/>
                  <a:pt x="64200" y="67750"/>
                </a:quadBezTo>
                <a:quadBezTo>
                  <a:pt x="70700" y="58900"/>
                  <a:pt x="71800" y="48000"/>
                </a:quadBezTo>
                <a:lnTo>
                  <a:pt x="48000" y="48000"/>
                </a:lnTo>
                <a:lnTo>
                  <a:pt x="48000" y="16577"/>
                </a:lnTo>
                <a:lnTo>
                  <a:pt x="24000" y="25500"/>
                </a:lnTo>
                <a:lnTo>
                  <a:pt x="24000" y="46123"/>
                </a:lnTo>
                <a:quadBezTo>
                  <a:pt x="24000" y="46900"/>
                  <a:pt x="24200" y="48000"/>
                </a:quadBezTo>
                <a:lnTo>
                  <a:pt x="48000" y="48000"/>
                </a:lnTo>
                <a:lnTo>
                  <a:pt x="48000" y="79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7" name="TextBox 176"/>
          <p:cNvSpPr txBox="1"/>
          <p:nvPr/>
        </p:nvSpPr>
        <p:spPr>
          <a:xfrm>
            <a:off x="6542180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security</a:t>
            </a:r>
          </a:p>
        </p:txBody>
      </p:sp>
      <p:sp>
        <p:nvSpPr>
          <p:cNvPr id="178" name="Icon sell"/>
          <p:cNvSpPr/>
          <p:nvPr/>
        </p:nvSpPr>
        <p:spPr>
          <a:xfrm>
            <a:off x="7734417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82062" y="56615"/>
                </a:moveTo>
                <a:lnTo>
                  <a:pt x="56615" y="82062"/>
                </a:lnTo>
                <a:quadBezTo>
                  <a:pt x="55635" y="83031"/>
                  <a:pt x="54410" y="83515"/>
                </a:quadBezTo>
                <a:quadBezTo>
                  <a:pt x="53185" y="84000"/>
                  <a:pt x="51973" y="84000"/>
                </a:quadBezTo>
                <a:quadBezTo>
                  <a:pt x="50762" y="84000"/>
                  <a:pt x="49550" y="83515"/>
                </a:quadBezTo>
                <a:quadBezTo>
                  <a:pt x="48338" y="83031"/>
                  <a:pt x="47369" y="82062"/>
                </a:quadBezTo>
                <a:lnTo>
                  <a:pt x="13915" y="48685"/>
                </a:lnTo>
                <a:quadBezTo>
                  <a:pt x="12969" y="47815"/>
                  <a:pt x="12485" y="46613"/>
                </a:quadBezTo>
                <a:quadBezTo>
                  <a:pt x="12000" y="45411"/>
                  <a:pt x="12000" y="44085"/>
                </a:quadBezTo>
                <a:lnTo>
                  <a:pt x="12000" y="18538"/>
                </a:lnTo>
                <a:quadBezTo>
                  <a:pt x="12000" y="15841"/>
                  <a:pt x="13888" y="13921"/>
                </a:quadBezTo>
                <a:quadBezTo>
                  <a:pt x="15777" y="12000"/>
                  <a:pt x="18538" y="12000"/>
                </a:quadBezTo>
                <a:lnTo>
                  <a:pt x="44085" y="12000"/>
                </a:lnTo>
                <a:quadBezTo>
                  <a:pt x="45382" y="12000"/>
                  <a:pt x="46599" y="12525"/>
                </a:quadBezTo>
                <a:quadBezTo>
                  <a:pt x="47816" y="13050"/>
                  <a:pt x="48708" y="13938"/>
                </a:quadBezTo>
                <a:lnTo>
                  <a:pt x="82062" y="47315"/>
                </a:lnTo>
                <a:quadBezTo>
                  <a:pt x="83061" y="48296"/>
                  <a:pt x="83519" y="49521"/>
                </a:quadBezTo>
                <a:quadBezTo>
                  <a:pt x="83977" y="50746"/>
                  <a:pt x="83977" y="51986"/>
                </a:quadBezTo>
                <a:quadBezTo>
                  <a:pt x="83977" y="53226"/>
                  <a:pt x="83519" y="54425"/>
                </a:quadBezTo>
                <a:quadBezTo>
                  <a:pt x="83061" y="55623"/>
                  <a:pt x="82062" y="56615"/>
                </a:quadBezTo>
                <a:close/>
                <a:moveTo>
                  <a:pt x="53762" y="79231"/>
                </a:moveTo>
                <a:lnTo>
                  <a:pt x="79208" y="53785"/>
                </a:lnTo>
                <a:quadBezTo>
                  <a:pt x="79977" y="53015"/>
                  <a:pt x="79977" y="51977"/>
                </a:quadBezTo>
                <a:quadBezTo>
                  <a:pt x="79977" y="50938"/>
                  <a:pt x="79208" y="50169"/>
                </a:quadBezTo>
                <a:lnTo>
                  <a:pt x="45062" y="16077"/>
                </a:lnTo>
                <a:lnTo>
                  <a:pt x="18538" y="16077"/>
                </a:lnTo>
                <a:quadBezTo>
                  <a:pt x="17462" y="16077"/>
                  <a:pt x="16731" y="16769"/>
                </a:quadBezTo>
                <a:quadBezTo>
                  <a:pt x="16000" y="17462"/>
                  <a:pt x="16000" y="18538"/>
                </a:quadBezTo>
                <a:lnTo>
                  <a:pt x="16000" y="44062"/>
                </a:lnTo>
                <a:quadBezTo>
                  <a:pt x="16000" y="44523"/>
                  <a:pt x="16154" y="44985"/>
                </a:quadBezTo>
                <a:quadBezTo>
                  <a:pt x="16308" y="45446"/>
                  <a:pt x="16692" y="45831"/>
                </a:quadBezTo>
                <a:lnTo>
                  <a:pt x="50146" y="79231"/>
                </a:lnTo>
                <a:quadBezTo>
                  <a:pt x="50915" y="80000"/>
                  <a:pt x="51954" y="80000"/>
                </a:quadBezTo>
                <a:quadBezTo>
                  <a:pt x="52992" y="80000"/>
                  <a:pt x="53762" y="79231"/>
                </a:quadBezTo>
                <a:close/>
                <a:moveTo>
                  <a:pt x="26199" y="30231"/>
                </a:moveTo>
                <a:quadBezTo>
                  <a:pt x="27885" y="30231"/>
                  <a:pt x="29058" y="29064"/>
                </a:quadBezTo>
                <a:quadBezTo>
                  <a:pt x="30231" y="27897"/>
                  <a:pt x="30231" y="26231"/>
                </a:quadBezTo>
                <a:quadBezTo>
                  <a:pt x="30231" y="24532"/>
                  <a:pt x="29064" y="23343"/>
                </a:quadBezTo>
                <a:quadBezTo>
                  <a:pt x="27897" y="22154"/>
                  <a:pt x="26231" y="22154"/>
                </a:quadBezTo>
                <a:quadBezTo>
                  <a:pt x="24532" y="22154"/>
                  <a:pt x="23343" y="23334"/>
                </a:quadBezTo>
                <a:quadBezTo>
                  <a:pt x="22154" y="24514"/>
                  <a:pt x="22154" y="26199"/>
                </a:quadBezTo>
                <a:quadBezTo>
                  <a:pt x="22154" y="27885"/>
                  <a:pt x="23334" y="29058"/>
                </a:quadBezTo>
                <a:quadBezTo>
                  <a:pt x="24514" y="30231"/>
                  <a:pt x="26199" y="30231"/>
                </a:quadBezTo>
                <a:close/>
                <a:moveTo>
                  <a:pt x="48154" y="48154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9" name="TextBox 178"/>
          <p:cNvSpPr txBox="1"/>
          <p:nvPr/>
        </p:nvSpPr>
        <p:spPr>
          <a:xfrm>
            <a:off x="7428444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sell</a:t>
            </a:r>
          </a:p>
        </p:txBody>
      </p:sp>
      <p:sp>
        <p:nvSpPr>
          <p:cNvPr id="180" name="Icon settings"/>
          <p:cNvSpPr/>
          <p:nvPr/>
        </p:nvSpPr>
        <p:spPr>
          <a:xfrm>
            <a:off x="8620681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538" y="84000"/>
                </a:moveTo>
                <a:lnTo>
                  <a:pt x="39092" y="72431"/>
                </a:lnTo>
                <a:quadBezTo>
                  <a:pt x="37177" y="71854"/>
                  <a:pt x="34950" y="70615"/>
                </a:quadBezTo>
                <a:quadBezTo>
                  <a:pt x="32723" y="69377"/>
                  <a:pt x="31162" y="67962"/>
                </a:quadBezTo>
                <a:lnTo>
                  <a:pt x="20492" y="72500"/>
                </a:lnTo>
                <a:lnTo>
                  <a:pt x="13031" y="59500"/>
                </a:lnTo>
                <a:lnTo>
                  <a:pt x="22254" y="52546"/>
                </a:lnTo>
                <a:quadBezTo>
                  <a:pt x="22077" y="51462"/>
                  <a:pt x="21962" y="50312"/>
                </a:quadBezTo>
                <a:quadBezTo>
                  <a:pt x="21846" y="49162"/>
                  <a:pt x="21846" y="48077"/>
                </a:quadBezTo>
                <a:quadBezTo>
                  <a:pt x="21846" y="47069"/>
                  <a:pt x="21962" y="45958"/>
                </a:quadBezTo>
                <a:quadBezTo>
                  <a:pt x="22077" y="44846"/>
                  <a:pt x="22254" y="43454"/>
                </a:quadBezTo>
                <a:lnTo>
                  <a:pt x="13031" y="36500"/>
                </a:lnTo>
                <a:lnTo>
                  <a:pt x="20492" y="23654"/>
                </a:lnTo>
                <a:lnTo>
                  <a:pt x="31085" y="28115"/>
                </a:lnTo>
                <a:quadBezTo>
                  <a:pt x="32877" y="26623"/>
                  <a:pt x="34962" y="25423"/>
                </a:quadBezTo>
                <a:quadBezTo>
                  <a:pt x="37046" y="24223"/>
                  <a:pt x="39015" y="23569"/>
                </a:quadBezTo>
                <a:lnTo>
                  <a:pt x="40538" y="12000"/>
                </a:lnTo>
                <a:lnTo>
                  <a:pt x="55462" y="12000"/>
                </a:lnTo>
                <a:lnTo>
                  <a:pt x="56908" y="23646"/>
                </a:lnTo>
                <a:quadBezTo>
                  <a:pt x="59208" y="24454"/>
                  <a:pt x="60973" y="25500"/>
                </a:quadBezTo>
                <a:quadBezTo>
                  <a:pt x="62738" y="26546"/>
                  <a:pt x="64608" y="28115"/>
                </a:quadBezTo>
                <a:lnTo>
                  <a:pt x="75508" y="23654"/>
                </a:lnTo>
                <a:lnTo>
                  <a:pt x="82969" y="36500"/>
                </a:lnTo>
                <a:lnTo>
                  <a:pt x="73438" y="43685"/>
                </a:lnTo>
                <a:quadBezTo>
                  <a:pt x="73769" y="44923"/>
                  <a:pt x="73808" y="45958"/>
                </a:quadBezTo>
                <a:quadBezTo>
                  <a:pt x="73846" y="46992"/>
                  <a:pt x="73846" y="48000"/>
                </a:quadBezTo>
                <a:quadBezTo>
                  <a:pt x="73846" y="48931"/>
                  <a:pt x="73769" y="49965"/>
                </a:quadBezTo>
                <a:quadBezTo>
                  <a:pt x="73692" y="51000"/>
                  <a:pt x="73415" y="52469"/>
                </a:quadBezTo>
                <a:lnTo>
                  <a:pt x="82792" y="59500"/>
                </a:lnTo>
                <a:lnTo>
                  <a:pt x="75331" y="72500"/>
                </a:lnTo>
                <a:lnTo>
                  <a:pt x="64608" y="67885"/>
                </a:lnTo>
                <a:quadBezTo>
                  <a:pt x="62738" y="69454"/>
                  <a:pt x="60846" y="70577"/>
                </a:quadBezTo>
                <a:quadBezTo>
                  <a:pt x="58954" y="71700"/>
                  <a:pt x="56908" y="72354"/>
                </a:quadBezTo>
                <a:lnTo>
                  <a:pt x="55462" y="84000"/>
                </a:lnTo>
                <a:lnTo>
                  <a:pt x="40538" y="84000"/>
                </a:lnTo>
                <a:close/>
                <a:moveTo>
                  <a:pt x="44000" y="80000"/>
                </a:moveTo>
                <a:lnTo>
                  <a:pt x="51823" y="80000"/>
                </a:lnTo>
                <a:lnTo>
                  <a:pt x="53300" y="69169"/>
                </a:lnTo>
                <a:quadBezTo>
                  <a:pt x="56323" y="68369"/>
                  <a:pt x="58742" y="66973"/>
                </a:quadBezTo>
                <a:quadBezTo>
                  <a:pt x="61162" y="65577"/>
                  <a:pt x="63669" y="63146"/>
                </a:quadBezTo>
                <a:lnTo>
                  <a:pt x="73646" y="67400"/>
                </a:lnTo>
                <a:lnTo>
                  <a:pt x="77623" y="60600"/>
                </a:lnTo>
                <a:lnTo>
                  <a:pt x="68869" y="54023"/>
                </a:lnTo>
                <a:quadBezTo>
                  <a:pt x="69369" y="52315"/>
                  <a:pt x="69531" y="50881"/>
                </a:quadBezTo>
                <a:quadBezTo>
                  <a:pt x="69692" y="49446"/>
                  <a:pt x="69692" y="48000"/>
                </a:quadBezTo>
                <a:quadBezTo>
                  <a:pt x="69692" y="46477"/>
                  <a:pt x="69531" y="45119"/>
                </a:quadBezTo>
                <a:quadBezTo>
                  <a:pt x="69369" y="43762"/>
                  <a:pt x="68869" y="42131"/>
                </a:quadBezTo>
                <a:lnTo>
                  <a:pt x="77777" y="35400"/>
                </a:lnTo>
                <a:lnTo>
                  <a:pt x="73800" y="28600"/>
                </a:lnTo>
                <a:lnTo>
                  <a:pt x="63592" y="32877"/>
                </a:lnTo>
                <a:quadBezTo>
                  <a:pt x="61777" y="30885"/>
                  <a:pt x="58819" y="29142"/>
                </a:quadBezTo>
                <a:quadBezTo>
                  <a:pt x="55862" y="27400"/>
                  <a:pt x="53223" y="26831"/>
                </a:quadBezTo>
                <a:lnTo>
                  <a:pt x="52000" y="16000"/>
                </a:lnTo>
                <a:lnTo>
                  <a:pt x="44023" y="16000"/>
                </a:lnTo>
                <a:lnTo>
                  <a:pt x="42777" y="26754"/>
                </a:lnTo>
                <a:quadBezTo>
                  <a:pt x="39754" y="27400"/>
                  <a:pt x="37219" y="28835"/>
                </a:quadBezTo>
                <a:quadBezTo>
                  <a:pt x="34685" y="30269"/>
                  <a:pt x="32177" y="32777"/>
                </a:quadBezTo>
                <a:lnTo>
                  <a:pt x="22200" y="28600"/>
                </a:lnTo>
                <a:lnTo>
                  <a:pt x="18223" y="35400"/>
                </a:lnTo>
                <a:lnTo>
                  <a:pt x="26900" y="41877"/>
                </a:lnTo>
                <a:quadBezTo>
                  <a:pt x="26400" y="43223"/>
                  <a:pt x="26200" y="44800"/>
                </a:quadBezTo>
                <a:quadBezTo>
                  <a:pt x="26000" y="46377"/>
                  <a:pt x="26000" y="48077"/>
                </a:quadBezTo>
                <a:quadBezTo>
                  <a:pt x="26000" y="49600"/>
                  <a:pt x="26200" y="51100"/>
                </a:quadBezTo>
                <a:quadBezTo>
                  <a:pt x="26400" y="52600"/>
                  <a:pt x="26823" y="54023"/>
                </a:quadBezTo>
                <a:lnTo>
                  <a:pt x="18223" y="60600"/>
                </a:lnTo>
                <a:lnTo>
                  <a:pt x="22200" y="67400"/>
                </a:lnTo>
                <a:lnTo>
                  <a:pt x="32100" y="63200"/>
                </a:lnTo>
                <a:quadBezTo>
                  <a:pt x="34454" y="65577"/>
                  <a:pt x="36988" y="67012"/>
                </a:quadBezTo>
                <a:quadBezTo>
                  <a:pt x="39523" y="68446"/>
                  <a:pt x="42700" y="69246"/>
                </a:quadBezTo>
                <a:lnTo>
                  <a:pt x="44000" y="80000"/>
                </a:lnTo>
                <a:close/>
                <a:moveTo>
                  <a:pt x="47892" y="58000"/>
                </a:moveTo>
                <a:quadBezTo>
                  <a:pt x="52077" y="58000"/>
                  <a:pt x="54985" y="55092"/>
                </a:quadBezTo>
                <a:quadBezTo>
                  <a:pt x="57892" y="52185"/>
                  <a:pt x="57892" y="48000"/>
                </a:quadBezTo>
                <a:quadBezTo>
                  <a:pt x="57892" y="43815"/>
                  <a:pt x="54985" y="40908"/>
                </a:quadBezTo>
                <a:quadBezTo>
                  <a:pt x="52077" y="38000"/>
                  <a:pt x="47892" y="38000"/>
                </a:quadBezTo>
                <a:quadBezTo>
                  <a:pt x="43685" y="38000"/>
                  <a:pt x="40788" y="40908"/>
                </a:quadBezTo>
                <a:quadBezTo>
                  <a:pt x="37892" y="43815"/>
                  <a:pt x="37892" y="48000"/>
                </a:quadBezTo>
                <a:quadBezTo>
                  <a:pt x="37892" y="52185"/>
                  <a:pt x="40788" y="55092"/>
                </a:quadBezTo>
                <a:quadBezTo>
                  <a:pt x="43685" y="58000"/>
                  <a:pt x="47892" y="58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1" name="TextBox 180"/>
          <p:cNvSpPr txBox="1"/>
          <p:nvPr/>
        </p:nvSpPr>
        <p:spPr>
          <a:xfrm>
            <a:off x="8314709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settings</a:t>
            </a:r>
          </a:p>
        </p:txBody>
      </p:sp>
      <p:sp>
        <p:nvSpPr>
          <p:cNvPr id="182" name="Icon settings_suggest"/>
          <p:cNvSpPr/>
          <p:nvPr/>
        </p:nvSpPr>
        <p:spPr>
          <a:xfrm>
            <a:off x="9506946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05" y="96835"/>
                </a:moveTo>
                <a:lnTo>
                  <a:pt x="1713" y="96640"/>
                </a:lnTo>
                <a:lnTo>
                  <a:pt x="1520" y="96550"/>
                </a:lnTo>
                <a:lnTo>
                  <a:pt x="1713" y="96460"/>
                </a:lnTo>
                <a:lnTo>
                  <a:pt x="1805" y="96265"/>
                </a:lnTo>
                <a:lnTo>
                  <a:pt x="1895" y="96460"/>
                </a:lnTo>
                <a:lnTo>
                  <a:pt x="2090" y="96550"/>
                </a:lnTo>
                <a:lnTo>
                  <a:pt x="1895" y="96640"/>
                </a:lnTo>
                <a:close/>
                <a:moveTo>
                  <a:pt x="2005" y="97565"/>
                </a:moveTo>
                <a:lnTo>
                  <a:pt x="1935" y="97420"/>
                </a:lnTo>
                <a:lnTo>
                  <a:pt x="1790" y="97350"/>
                </a:lnTo>
                <a:lnTo>
                  <a:pt x="1935" y="97280"/>
                </a:lnTo>
                <a:lnTo>
                  <a:pt x="2005" y="97135"/>
                </a:lnTo>
                <a:lnTo>
                  <a:pt x="2073" y="97280"/>
                </a:lnTo>
                <a:lnTo>
                  <a:pt x="2220" y="97350"/>
                </a:lnTo>
                <a:lnTo>
                  <a:pt x="2073" y="97420"/>
                </a:lnTo>
                <a:close/>
                <a:moveTo>
                  <a:pt x="793" y="98100"/>
                </a:moveTo>
                <a:lnTo>
                  <a:pt x="768" y="97895"/>
                </a:lnTo>
                <a:quadBezTo>
                  <a:pt x="730" y="97883"/>
                  <a:pt x="686" y="97856"/>
                </a:quadBezTo>
                <a:quadBezTo>
                  <a:pt x="643" y="97830"/>
                  <a:pt x="615" y="97805"/>
                </a:quadBezTo>
                <a:lnTo>
                  <a:pt x="427" y="97888"/>
                </a:lnTo>
                <a:lnTo>
                  <a:pt x="265" y="97608"/>
                </a:lnTo>
                <a:lnTo>
                  <a:pt x="432" y="97485"/>
                </a:lnTo>
                <a:quadBezTo>
                  <a:pt x="422" y="97438"/>
                  <a:pt x="422" y="97400"/>
                </a:quadBezTo>
                <a:quadBezTo>
                  <a:pt x="422" y="97363"/>
                  <a:pt x="432" y="97315"/>
                </a:quadBezTo>
                <a:lnTo>
                  <a:pt x="265" y="97193"/>
                </a:lnTo>
                <a:lnTo>
                  <a:pt x="428" y="96913"/>
                </a:lnTo>
                <a:lnTo>
                  <a:pt x="615" y="96995"/>
                </a:lnTo>
                <a:quadBezTo>
                  <a:pt x="643" y="96970"/>
                  <a:pt x="686" y="96944"/>
                </a:quadBezTo>
                <a:quadBezTo>
                  <a:pt x="730" y="96918"/>
                  <a:pt x="768" y="96905"/>
                </a:quadBezTo>
                <a:lnTo>
                  <a:pt x="793" y="96700"/>
                </a:lnTo>
                <a:lnTo>
                  <a:pt x="1115" y="96700"/>
                </a:lnTo>
                <a:lnTo>
                  <a:pt x="1143" y="96905"/>
                </a:lnTo>
                <a:quadBezTo>
                  <a:pt x="1180" y="96918"/>
                  <a:pt x="1224" y="96944"/>
                </a:quadBezTo>
                <a:quadBezTo>
                  <a:pt x="1268" y="96970"/>
                  <a:pt x="1293" y="96995"/>
                </a:quadBezTo>
                <a:lnTo>
                  <a:pt x="1483" y="96913"/>
                </a:lnTo>
                <a:lnTo>
                  <a:pt x="1643" y="97193"/>
                </a:lnTo>
                <a:lnTo>
                  <a:pt x="1478" y="97315"/>
                </a:lnTo>
                <a:quadBezTo>
                  <a:pt x="1488" y="97363"/>
                  <a:pt x="1488" y="97400"/>
                </a:quadBezTo>
                <a:quadBezTo>
                  <a:pt x="1488" y="97438"/>
                  <a:pt x="1478" y="97485"/>
                </a:quadBezTo>
                <a:lnTo>
                  <a:pt x="1643" y="97608"/>
                </a:lnTo>
                <a:lnTo>
                  <a:pt x="1483" y="97888"/>
                </a:lnTo>
                <a:lnTo>
                  <a:pt x="1293" y="97805"/>
                </a:lnTo>
                <a:quadBezTo>
                  <a:pt x="1268" y="97830"/>
                  <a:pt x="1224" y="97856"/>
                </a:quadBezTo>
                <a:quadBezTo>
                  <a:pt x="1180" y="97883"/>
                  <a:pt x="1143" y="97895"/>
                </a:quadBezTo>
                <a:lnTo>
                  <a:pt x="1115" y="98100"/>
                </a:lnTo>
                <a:close/>
                <a:moveTo>
                  <a:pt x="955" y="97645"/>
                </a:moveTo>
                <a:quadBezTo>
                  <a:pt x="1058" y="97645"/>
                  <a:pt x="1129" y="97574"/>
                </a:quadBezTo>
                <a:quadBezTo>
                  <a:pt x="1200" y="97503"/>
                  <a:pt x="1200" y="97400"/>
                </a:quadBezTo>
                <a:quadBezTo>
                  <a:pt x="1200" y="97298"/>
                  <a:pt x="1129" y="97226"/>
                </a:quadBezTo>
                <a:quadBezTo>
                  <a:pt x="1058" y="97155"/>
                  <a:pt x="955" y="97155"/>
                </a:quadBezTo>
                <a:quadBezTo>
                  <a:pt x="853" y="97155"/>
                  <a:pt x="780" y="97226"/>
                </a:quadBezTo>
                <a:quadBezTo>
                  <a:pt x="708" y="97298"/>
                  <a:pt x="708" y="97400"/>
                </a:quadBezTo>
                <a:quadBezTo>
                  <a:pt x="708" y="97503"/>
                  <a:pt x="780" y="97574"/>
                </a:quadBezTo>
                <a:quadBezTo>
                  <a:pt x="853" y="97645"/>
                  <a:pt x="955" y="97645"/>
                </a:quadBezTo>
                <a:close/>
                <a:moveTo>
                  <a:pt x="955" y="97545"/>
                </a:moveTo>
                <a:quadBezTo>
                  <a:pt x="895" y="97545"/>
                  <a:pt x="851" y="97503"/>
                </a:quadBezTo>
                <a:quadBezTo>
                  <a:pt x="807" y="97460"/>
                  <a:pt x="807" y="97400"/>
                </a:quadBezTo>
                <a:quadBezTo>
                  <a:pt x="807" y="97340"/>
                  <a:pt x="851" y="97298"/>
                </a:quadBezTo>
                <a:quadBezTo>
                  <a:pt x="895" y="97255"/>
                  <a:pt x="955" y="97255"/>
                </a:quadBezTo>
                <a:quadBezTo>
                  <a:pt x="1015" y="97255"/>
                  <a:pt x="1058" y="97298"/>
                </a:quadBezTo>
                <a:quadBezTo>
                  <a:pt x="1100" y="97340"/>
                  <a:pt x="1100" y="97400"/>
                </a:quadBezTo>
                <a:quadBezTo>
                  <a:pt x="1100" y="97460"/>
                  <a:pt x="1058" y="97503"/>
                </a:quadBezTo>
                <a:quadBezTo>
                  <a:pt x="1015" y="97545"/>
                  <a:pt x="955" y="97545"/>
                </a:quadBezTo>
                <a:close/>
                <a:moveTo>
                  <a:pt x="880" y="98000"/>
                </a:moveTo>
                <a:lnTo>
                  <a:pt x="1030" y="98000"/>
                </a:lnTo>
                <a:lnTo>
                  <a:pt x="1050" y="97820"/>
                </a:lnTo>
                <a:quadBezTo>
                  <a:pt x="1123" y="97800"/>
                  <a:pt x="1174" y="97769"/>
                </a:quadBezTo>
                <a:quadBezTo>
                  <a:pt x="1225" y="97738"/>
                  <a:pt x="1275" y="97685"/>
                </a:quadBezTo>
                <a:lnTo>
                  <a:pt x="1440" y="97760"/>
                </a:lnTo>
                <a:lnTo>
                  <a:pt x="1513" y="97630"/>
                </a:lnTo>
                <a:lnTo>
                  <a:pt x="1365" y="97525"/>
                </a:lnTo>
                <a:quadBezTo>
                  <a:pt x="1388" y="97468"/>
                  <a:pt x="1388" y="97400"/>
                </a:quadBezTo>
                <a:quadBezTo>
                  <a:pt x="1388" y="97333"/>
                  <a:pt x="1365" y="97275"/>
                </a:quadBezTo>
                <a:lnTo>
                  <a:pt x="1510" y="97165"/>
                </a:lnTo>
                <a:lnTo>
                  <a:pt x="1440" y="97040"/>
                </a:lnTo>
                <a:lnTo>
                  <a:pt x="1275" y="97115"/>
                </a:lnTo>
                <a:quadBezTo>
                  <a:pt x="1225" y="97063"/>
                  <a:pt x="1174" y="97031"/>
                </a:quadBezTo>
                <a:quadBezTo>
                  <a:pt x="1123" y="97000"/>
                  <a:pt x="1050" y="96980"/>
                </a:quadBezTo>
                <a:lnTo>
                  <a:pt x="1030" y="96800"/>
                </a:lnTo>
                <a:lnTo>
                  <a:pt x="880" y="96800"/>
                </a:lnTo>
                <a:lnTo>
                  <a:pt x="860" y="96980"/>
                </a:lnTo>
                <a:quadBezTo>
                  <a:pt x="788" y="97000"/>
                  <a:pt x="736" y="97031"/>
                </a:quadBezTo>
                <a:quadBezTo>
                  <a:pt x="685" y="97063"/>
                  <a:pt x="635" y="97115"/>
                </a:quadBezTo>
                <a:lnTo>
                  <a:pt x="470" y="97040"/>
                </a:lnTo>
                <a:lnTo>
                  <a:pt x="400" y="97165"/>
                </a:lnTo>
                <a:lnTo>
                  <a:pt x="545" y="97275"/>
                </a:lnTo>
                <a:quadBezTo>
                  <a:pt x="523" y="97333"/>
                  <a:pt x="523" y="97400"/>
                </a:quadBezTo>
                <a:quadBezTo>
                  <a:pt x="523" y="97468"/>
                  <a:pt x="545" y="97525"/>
                </a:quadBezTo>
                <a:lnTo>
                  <a:pt x="395" y="97630"/>
                </a:lnTo>
                <a:lnTo>
                  <a:pt x="470" y="97760"/>
                </a:lnTo>
                <a:lnTo>
                  <a:pt x="635" y="97685"/>
                </a:lnTo>
                <a:quadBezTo>
                  <a:pt x="685" y="97738"/>
                  <a:pt x="736" y="97769"/>
                </a:quadBezTo>
                <a:quadBezTo>
                  <a:pt x="788" y="97800"/>
                  <a:pt x="860" y="97820"/>
                </a:quadBezTo>
                <a:close/>
                <a:moveTo>
                  <a:pt x="955" y="974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200974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settings suggest</a:t>
            </a:r>
          </a:p>
        </p:txBody>
      </p:sp>
      <p:sp>
        <p:nvSpPr>
          <p:cNvPr id="184" name="Icon share"/>
          <p:cNvSpPr/>
          <p:nvPr/>
        </p:nvSpPr>
        <p:spPr>
          <a:xfrm>
            <a:off x="10393211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2009" y="86000"/>
                </a:moveTo>
                <a:quadBezTo>
                  <a:pt x="67846" y="86000"/>
                  <a:pt x="64923" y="83083"/>
                </a:quadBezTo>
                <a:quadBezTo>
                  <a:pt x="62000" y="80167"/>
                  <a:pt x="62000" y="76000"/>
                </a:quadBezTo>
                <a:quadBezTo>
                  <a:pt x="62000" y="75202"/>
                  <a:pt x="62138" y="74347"/>
                </a:quadBezTo>
                <a:quadBezTo>
                  <a:pt x="62277" y="73492"/>
                  <a:pt x="62554" y="72738"/>
                </a:quadBezTo>
                <a:lnTo>
                  <a:pt x="31585" y="54492"/>
                </a:lnTo>
                <a:quadBezTo>
                  <a:pt x="30115" y="56146"/>
                  <a:pt x="28169" y="57073"/>
                </a:quadBezTo>
                <a:quadBezTo>
                  <a:pt x="26223" y="58000"/>
                  <a:pt x="24000" y="58000"/>
                </a:quadBezTo>
                <a:quadBezTo>
                  <a:pt x="19833" y="58000"/>
                  <a:pt x="16917" y="55086"/>
                </a:quadBezTo>
                <a:quadBezTo>
                  <a:pt x="14000" y="52172"/>
                  <a:pt x="14000" y="48009"/>
                </a:quadBezTo>
                <a:quadBezTo>
                  <a:pt x="14000" y="43846"/>
                  <a:pt x="16917" y="40923"/>
                </a:quadBezTo>
                <a:quadBezTo>
                  <a:pt x="19833" y="38000"/>
                  <a:pt x="24000" y="38000"/>
                </a:quadBezTo>
                <a:quadBezTo>
                  <a:pt x="26223" y="38000"/>
                  <a:pt x="28169" y="38927"/>
                </a:quadBezTo>
                <a:quadBezTo>
                  <a:pt x="30115" y="39854"/>
                  <a:pt x="31585" y="41508"/>
                </a:quadBezTo>
                <a:lnTo>
                  <a:pt x="62554" y="23262"/>
                </a:lnTo>
                <a:quadBezTo>
                  <a:pt x="62277" y="22508"/>
                  <a:pt x="62138" y="21653"/>
                </a:quadBezTo>
                <a:quadBezTo>
                  <a:pt x="62000" y="20798"/>
                  <a:pt x="62000" y="20000"/>
                </a:quadBezTo>
                <a:quadBezTo>
                  <a:pt x="62000" y="15833"/>
                  <a:pt x="64914" y="12917"/>
                </a:quadBezTo>
                <a:quadBezTo>
                  <a:pt x="67828" y="10000"/>
                  <a:pt x="71991" y="10000"/>
                </a:quadBezTo>
                <a:quadBezTo>
                  <a:pt x="76154" y="10000"/>
                  <a:pt x="79077" y="12914"/>
                </a:quadBezTo>
                <a:quadBezTo>
                  <a:pt x="82000" y="15828"/>
                  <a:pt x="82000" y="19991"/>
                </a:quadBezTo>
                <a:quadBezTo>
                  <a:pt x="82000" y="24154"/>
                  <a:pt x="79083" y="27077"/>
                </a:quadBezTo>
                <a:quadBezTo>
                  <a:pt x="76167" y="30000"/>
                  <a:pt x="72000" y="30000"/>
                </a:quadBezTo>
                <a:quadBezTo>
                  <a:pt x="69777" y="30000"/>
                  <a:pt x="67831" y="29073"/>
                </a:quadBezTo>
                <a:quadBezTo>
                  <a:pt x="65885" y="28146"/>
                  <a:pt x="64415" y="26492"/>
                </a:quadBezTo>
                <a:lnTo>
                  <a:pt x="33446" y="44738"/>
                </a:lnTo>
                <a:quadBezTo>
                  <a:pt x="33723" y="45492"/>
                  <a:pt x="33862" y="46342"/>
                </a:quadBezTo>
                <a:quadBezTo>
                  <a:pt x="34000" y="47191"/>
                  <a:pt x="34000" y="47984"/>
                </a:quadBezTo>
                <a:quadBezTo>
                  <a:pt x="34000" y="48777"/>
                  <a:pt x="33862" y="49642"/>
                </a:quadBezTo>
                <a:quadBezTo>
                  <a:pt x="33723" y="50508"/>
                  <a:pt x="33446" y="51262"/>
                </a:quadBezTo>
                <a:lnTo>
                  <a:pt x="64415" y="69508"/>
                </a:lnTo>
                <a:quadBezTo>
                  <a:pt x="65885" y="67854"/>
                  <a:pt x="67831" y="66927"/>
                </a:quadBezTo>
                <a:quadBezTo>
                  <a:pt x="69777" y="66000"/>
                  <a:pt x="72000" y="66000"/>
                </a:quadBezTo>
                <a:quadBezTo>
                  <a:pt x="76167" y="66000"/>
                  <a:pt x="79083" y="68914"/>
                </a:quadBezTo>
                <a:quadBezTo>
                  <a:pt x="82000" y="71828"/>
                  <a:pt x="82000" y="75991"/>
                </a:quadBezTo>
                <a:quadBezTo>
                  <a:pt x="82000" y="80154"/>
                  <a:pt x="79086" y="83077"/>
                </a:quadBezTo>
                <a:quadBezTo>
                  <a:pt x="76172" y="86000"/>
                  <a:pt x="72009" y="86000"/>
                </a:quadBezTo>
                <a:close/>
                <a:moveTo>
                  <a:pt x="72000" y="26000"/>
                </a:moveTo>
                <a:quadBezTo>
                  <a:pt x="74469" y="26000"/>
                  <a:pt x="76235" y="24235"/>
                </a:quadBezTo>
                <a:quadBezTo>
                  <a:pt x="78000" y="22469"/>
                  <a:pt x="78000" y="20000"/>
                </a:quadBezTo>
                <a:quadBezTo>
                  <a:pt x="78000" y="17531"/>
                  <a:pt x="76235" y="15765"/>
                </a:quadBezTo>
                <a:quadBezTo>
                  <a:pt x="74469" y="14000"/>
                  <a:pt x="72000" y="14000"/>
                </a:quadBezTo>
                <a:quadBezTo>
                  <a:pt x="69531" y="14000"/>
                  <a:pt x="67765" y="15765"/>
                </a:quadBezTo>
                <a:quadBezTo>
                  <a:pt x="66000" y="17531"/>
                  <a:pt x="66000" y="20000"/>
                </a:quadBezTo>
                <a:quadBezTo>
                  <a:pt x="66000" y="22469"/>
                  <a:pt x="67765" y="24235"/>
                </a:quadBezTo>
                <a:quadBezTo>
                  <a:pt x="69531" y="26000"/>
                  <a:pt x="72000" y="26000"/>
                </a:quadBezTo>
                <a:close/>
                <a:moveTo>
                  <a:pt x="24000" y="54000"/>
                </a:moveTo>
                <a:quadBezTo>
                  <a:pt x="26469" y="54000"/>
                  <a:pt x="28235" y="52235"/>
                </a:quadBezTo>
                <a:quadBezTo>
                  <a:pt x="30000" y="50469"/>
                  <a:pt x="30000" y="48000"/>
                </a:quadBezTo>
                <a:quadBezTo>
                  <a:pt x="30000" y="45531"/>
                  <a:pt x="28235" y="43765"/>
                </a:quadBezTo>
                <a:quadBezTo>
                  <a:pt x="26469" y="42000"/>
                  <a:pt x="24000" y="42000"/>
                </a:quadBezTo>
                <a:quadBezTo>
                  <a:pt x="21531" y="42000"/>
                  <a:pt x="19765" y="43765"/>
                </a:quadBezTo>
                <a:quadBezTo>
                  <a:pt x="18000" y="45531"/>
                  <a:pt x="18000" y="48000"/>
                </a:quadBezTo>
                <a:quadBezTo>
                  <a:pt x="18000" y="50469"/>
                  <a:pt x="19765" y="52235"/>
                </a:quadBezTo>
                <a:quadBezTo>
                  <a:pt x="21531" y="54000"/>
                  <a:pt x="24000" y="54000"/>
                </a:quadBezTo>
                <a:close/>
                <a:moveTo>
                  <a:pt x="72000" y="82000"/>
                </a:moveTo>
                <a:quadBezTo>
                  <a:pt x="74469" y="82000"/>
                  <a:pt x="76235" y="80235"/>
                </a:quadBezTo>
                <a:quadBezTo>
                  <a:pt x="78000" y="78469"/>
                  <a:pt x="78000" y="76000"/>
                </a:quadBezTo>
                <a:quadBezTo>
                  <a:pt x="78000" y="73531"/>
                  <a:pt x="76235" y="71765"/>
                </a:quadBezTo>
                <a:quadBezTo>
                  <a:pt x="74469" y="70000"/>
                  <a:pt x="72000" y="70000"/>
                </a:quadBezTo>
                <a:quadBezTo>
                  <a:pt x="69531" y="70000"/>
                  <a:pt x="67765" y="71765"/>
                </a:quadBezTo>
                <a:quadBezTo>
                  <a:pt x="66000" y="73531"/>
                  <a:pt x="66000" y="76000"/>
                </a:quadBezTo>
                <a:quadBezTo>
                  <a:pt x="66000" y="78469"/>
                  <a:pt x="67765" y="80235"/>
                </a:quadBezTo>
                <a:quadBezTo>
                  <a:pt x="69531" y="82000"/>
                  <a:pt x="72000" y="82000"/>
                </a:quadBezTo>
                <a:close/>
                <a:moveTo>
                  <a:pt x="72000" y="20000"/>
                </a:moveTo>
                <a:close/>
                <a:moveTo>
                  <a:pt x="24000" y="48000"/>
                </a:moveTo>
                <a:close/>
                <a:moveTo>
                  <a:pt x="72000" y="7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5" name="TextBox 184"/>
          <p:cNvSpPr txBox="1"/>
          <p:nvPr/>
        </p:nvSpPr>
        <p:spPr>
          <a:xfrm>
            <a:off x="10087238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share</a:t>
            </a:r>
          </a:p>
        </p:txBody>
      </p:sp>
      <p:sp>
        <p:nvSpPr>
          <p:cNvPr id="186" name="Icon shield"/>
          <p:cNvSpPr/>
          <p:nvPr/>
        </p:nvSpPr>
        <p:spPr>
          <a:xfrm>
            <a:off x="11279475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3846"/>
                </a:moveTo>
                <a:quadBezTo>
                  <a:pt x="35946" y="80269"/>
                  <a:pt x="27973" y="69242"/>
                </a:quadBezTo>
                <a:quadBezTo>
                  <a:pt x="20000" y="58215"/>
                  <a:pt x="20000" y="44400"/>
                </a:quadBezTo>
                <a:lnTo>
                  <a:pt x="20000" y="22769"/>
                </a:lnTo>
                <a:lnTo>
                  <a:pt x="48000" y="12308"/>
                </a:lnTo>
                <a:lnTo>
                  <a:pt x="76000" y="22769"/>
                </a:lnTo>
                <a:lnTo>
                  <a:pt x="76000" y="44400"/>
                </a:lnTo>
                <a:quadBezTo>
                  <a:pt x="76000" y="58215"/>
                  <a:pt x="68027" y="69242"/>
                </a:quadBezTo>
                <a:quadBezTo>
                  <a:pt x="60054" y="80269"/>
                  <a:pt x="48000" y="83846"/>
                </a:quadBezTo>
                <a:close/>
                <a:moveTo>
                  <a:pt x="48000" y="79600"/>
                </a:moveTo>
                <a:quadBezTo>
                  <a:pt x="58400" y="76300"/>
                  <a:pt x="65200" y="66400"/>
                </a:quadBezTo>
                <a:quadBezTo>
                  <a:pt x="72000" y="56500"/>
                  <a:pt x="72000" y="44400"/>
                </a:quadBezTo>
                <a:lnTo>
                  <a:pt x="72000" y="25500"/>
                </a:lnTo>
                <a:lnTo>
                  <a:pt x="48000" y="16577"/>
                </a:lnTo>
                <a:lnTo>
                  <a:pt x="24000" y="25500"/>
                </a:lnTo>
                <a:lnTo>
                  <a:pt x="24000" y="44400"/>
                </a:lnTo>
                <a:quadBezTo>
                  <a:pt x="24000" y="56500"/>
                  <a:pt x="30800" y="66400"/>
                </a:quadBezTo>
                <a:quadBezTo>
                  <a:pt x="37600" y="76300"/>
                  <a:pt x="48000" y="79600"/>
                </a:quadBezTo>
                <a:close/>
                <a:moveTo>
                  <a:pt x="48000" y="48077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7" name="TextBox 186"/>
          <p:cNvSpPr txBox="1"/>
          <p:nvPr/>
        </p:nvSpPr>
        <p:spPr>
          <a:xfrm>
            <a:off x="10973503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shield</a:t>
            </a:r>
          </a:p>
        </p:txBody>
      </p:sp>
      <p:sp>
        <p:nvSpPr>
          <p:cNvPr id="188" name="Icon shopping_cart"/>
          <p:cNvSpPr/>
          <p:nvPr/>
        </p:nvSpPr>
        <p:spPr>
          <a:xfrm>
            <a:off x="644300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9231" y="84462"/>
                </a:moveTo>
                <a:quadBezTo>
                  <a:pt x="26700" y="84462"/>
                  <a:pt x="24965" y="82727"/>
                </a:quadBezTo>
                <a:quadBezTo>
                  <a:pt x="23231" y="80992"/>
                  <a:pt x="23231" y="78462"/>
                </a:quadBezTo>
                <a:quadBezTo>
                  <a:pt x="23231" y="75931"/>
                  <a:pt x="24965" y="74196"/>
                </a:quadBezTo>
                <a:quadBezTo>
                  <a:pt x="26700" y="72462"/>
                  <a:pt x="29231" y="72462"/>
                </a:quadBezTo>
                <a:quadBezTo>
                  <a:pt x="31762" y="72462"/>
                  <a:pt x="33496" y="74196"/>
                </a:quadBezTo>
                <a:quadBezTo>
                  <a:pt x="35231" y="75931"/>
                  <a:pt x="35231" y="78462"/>
                </a:quadBezTo>
                <a:quadBezTo>
                  <a:pt x="35231" y="80992"/>
                  <a:pt x="33496" y="82727"/>
                </a:quadBezTo>
                <a:quadBezTo>
                  <a:pt x="31762" y="84462"/>
                  <a:pt x="29231" y="84462"/>
                </a:quadBezTo>
                <a:close/>
                <a:moveTo>
                  <a:pt x="66769" y="84462"/>
                </a:moveTo>
                <a:quadBezTo>
                  <a:pt x="64238" y="84462"/>
                  <a:pt x="62504" y="82727"/>
                </a:quadBezTo>
                <a:quadBezTo>
                  <a:pt x="60769" y="80992"/>
                  <a:pt x="60769" y="78462"/>
                </a:quadBezTo>
                <a:quadBezTo>
                  <a:pt x="60769" y="75931"/>
                  <a:pt x="62504" y="74196"/>
                </a:quadBezTo>
                <a:quadBezTo>
                  <a:pt x="64238" y="72462"/>
                  <a:pt x="66769" y="72462"/>
                </a:quadBezTo>
                <a:quadBezTo>
                  <a:pt x="69300" y="72462"/>
                  <a:pt x="71035" y="74196"/>
                </a:quadBezTo>
                <a:quadBezTo>
                  <a:pt x="72769" y="75931"/>
                  <a:pt x="72769" y="78462"/>
                </a:quadBezTo>
                <a:quadBezTo>
                  <a:pt x="72769" y="80992"/>
                  <a:pt x="71035" y="82727"/>
                </a:quadBezTo>
                <a:quadBezTo>
                  <a:pt x="69300" y="84462"/>
                  <a:pt x="66769" y="84462"/>
                </a:quadBezTo>
                <a:close/>
                <a:moveTo>
                  <a:pt x="23523" y="22000"/>
                </a:moveTo>
                <a:lnTo>
                  <a:pt x="34200" y="44462"/>
                </a:lnTo>
                <a:lnTo>
                  <a:pt x="60738" y="44462"/>
                </a:lnTo>
                <a:quadBezTo>
                  <a:pt x="61431" y="44462"/>
                  <a:pt x="61969" y="44115"/>
                </a:quadBezTo>
                <a:quadBezTo>
                  <a:pt x="62508" y="43769"/>
                  <a:pt x="62892" y="43154"/>
                </a:quadBezTo>
                <a:lnTo>
                  <a:pt x="73354" y="24154"/>
                </a:lnTo>
                <a:quadBezTo>
                  <a:pt x="73815" y="23308"/>
                  <a:pt x="73431" y="22654"/>
                </a:quadBezTo>
                <a:quadBezTo>
                  <a:pt x="73046" y="22000"/>
                  <a:pt x="72123" y="22000"/>
                </a:quadBezTo>
                <a:lnTo>
                  <a:pt x="23523" y="22000"/>
                </a:lnTo>
                <a:close/>
                <a:moveTo>
                  <a:pt x="21569" y="18000"/>
                </a:moveTo>
                <a:lnTo>
                  <a:pt x="73646" y="18000"/>
                </a:lnTo>
                <a:quadBezTo>
                  <a:pt x="76254" y="18000"/>
                  <a:pt x="77569" y="20127"/>
                </a:quadBezTo>
                <a:quadBezTo>
                  <a:pt x="78885" y="22254"/>
                  <a:pt x="77708" y="24508"/>
                </a:quadBezTo>
                <a:lnTo>
                  <a:pt x="66277" y="45338"/>
                </a:lnTo>
                <a:quadBezTo>
                  <a:pt x="65408" y="46800"/>
                  <a:pt x="64019" y="47631"/>
                </a:quadBezTo>
                <a:quadBezTo>
                  <a:pt x="62631" y="48462"/>
                  <a:pt x="60969" y="48462"/>
                </a:quadBezTo>
                <a:lnTo>
                  <a:pt x="32400" y="48462"/>
                </a:lnTo>
                <a:lnTo>
                  <a:pt x="27538" y="57385"/>
                </a:lnTo>
                <a:quadBezTo>
                  <a:pt x="26923" y="58308"/>
                  <a:pt x="27500" y="59385"/>
                </a:quadBezTo>
                <a:quadBezTo>
                  <a:pt x="28077" y="60462"/>
                  <a:pt x="29231" y="60462"/>
                </a:quadBezTo>
                <a:lnTo>
                  <a:pt x="72769" y="60462"/>
                </a:lnTo>
                <a:lnTo>
                  <a:pt x="72769" y="64462"/>
                </a:lnTo>
                <a:lnTo>
                  <a:pt x="29231" y="64462"/>
                </a:lnTo>
                <a:quadBezTo>
                  <a:pt x="25731" y="64462"/>
                  <a:pt x="24008" y="61512"/>
                </a:quadBezTo>
                <a:quadBezTo>
                  <a:pt x="22285" y="58562"/>
                  <a:pt x="23923" y="55585"/>
                </a:quadBezTo>
                <a:lnTo>
                  <a:pt x="29938" y="44862"/>
                </a:lnTo>
                <a:lnTo>
                  <a:pt x="15231" y="14000"/>
                </a:lnTo>
                <a:lnTo>
                  <a:pt x="8000" y="14000"/>
                </a:lnTo>
                <a:lnTo>
                  <a:pt x="8000" y="10000"/>
                </a:lnTo>
                <a:lnTo>
                  <a:pt x="17769" y="10000"/>
                </a:lnTo>
                <a:lnTo>
                  <a:pt x="21569" y="18000"/>
                </a:lnTo>
                <a:close/>
                <a:moveTo>
                  <a:pt x="34200" y="44462"/>
                </a:moveTo>
                <a:lnTo>
                  <a:pt x="62200" y="44462"/>
                </a:lnTo>
                <a:lnTo>
                  <a:pt x="34200" y="4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9" name="TextBox 188"/>
          <p:cNvSpPr txBox="1"/>
          <p:nvPr/>
        </p:nvSpPr>
        <p:spPr>
          <a:xfrm>
            <a:off x="338328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shopping cart</a:t>
            </a:r>
          </a:p>
        </p:txBody>
      </p:sp>
      <p:sp>
        <p:nvSpPr>
          <p:cNvPr id="190" name="Icon show_chart"/>
          <p:cNvSpPr/>
          <p:nvPr/>
        </p:nvSpPr>
        <p:spPr>
          <a:xfrm>
            <a:off x="1530564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000" y="71231"/>
                </a:moveTo>
                <a:lnTo>
                  <a:pt x="11077" y="68308"/>
                </a:lnTo>
                <a:lnTo>
                  <a:pt x="38308" y="41077"/>
                </a:lnTo>
                <a:lnTo>
                  <a:pt x="54308" y="57077"/>
                </a:lnTo>
                <a:lnTo>
                  <a:pt x="82246" y="25077"/>
                </a:lnTo>
                <a:lnTo>
                  <a:pt x="85077" y="27754"/>
                </a:lnTo>
                <a:lnTo>
                  <a:pt x="54462" y="63077"/>
                </a:lnTo>
                <a:lnTo>
                  <a:pt x="38308" y="46923"/>
                </a:lnTo>
                <a:lnTo>
                  <a:pt x="14000" y="712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1" name="TextBox 190"/>
          <p:cNvSpPr txBox="1"/>
          <p:nvPr/>
        </p:nvSpPr>
        <p:spPr>
          <a:xfrm>
            <a:off x="1224592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show chart</a:t>
            </a:r>
          </a:p>
        </p:txBody>
      </p:sp>
      <p:sp>
        <p:nvSpPr>
          <p:cNvPr id="192" name="Icon smartphone"/>
          <p:cNvSpPr/>
          <p:nvPr/>
        </p:nvSpPr>
        <p:spPr>
          <a:xfrm>
            <a:off x="2416829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0462" y="88000"/>
                </a:moveTo>
                <a:quadBezTo>
                  <a:pt x="27700" y="88000"/>
                  <a:pt x="25850" y="86150"/>
                </a:quadBezTo>
                <a:quadBezTo>
                  <a:pt x="24000" y="84300"/>
                  <a:pt x="24000" y="81538"/>
                </a:quadBezTo>
                <a:lnTo>
                  <a:pt x="24000" y="14462"/>
                </a:lnTo>
                <a:quadBezTo>
                  <a:pt x="24000" y="11700"/>
                  <a:pt x="25850" y="9850"/>
                </a:quadBezTo>
                <a:quadBezTo>
                  <a:pt x="27700" y="8000"/>
                  <a:pt x="30462" y="8000"/>
                </a:quadBezTo>
                <a:lnTo>
                  <a:pt x="65538" y="8000"/>
                </a:lnTo>
                <a:quadBezTo>
                  <a:pt x="68300" y="8000"/>
                  <a:pt x="70150" y="9850"/>
                </a:quadBezTo>
                <a:quadBezTo>
                  <a:pt x="72000" y="11700"/>
                  <a:pt x="72000" y="14462"/>
                </a:quadBezTo>
                <a:lnTo>
                  <a:pt x="72000" y="81538"/>
                </a:lnTo>
                <a:quadBezTo>
                  <a:pt x="72000" y="84300"/>
                  <a:pt x="70150" y="86150"/>
                </a:quadBezTo>
                <a:quadBezTo>
                  <a:pt x="68300" y="88000"/>
                  <a:pt x="65538" y="88000"/>
                </a:quadBezTo>
                <a:lnTo>
                  <a:pt x="30462" y="88000"/>
                </a:lnTo>
                <a:close/>
                <a:moveTo>
                  <a:pt x="28000" y="78000"/>
                </a:moveTo>
                <a:lnTo>
                  <a:pt x="28000" y="81538"/>
                </a:lnTo>
                <a:quadBezTo>
                  <a:pt x="28000" y="82462"/>
                  <a:pt x="28769" y="83231"/>
                </a:quadBezTo>
                <a:quadBezTo>
                  <a:pt x="29538" y="84000"/>
                  <a:pt x="30462" y="84000"/>
                </a:quadBezTo>
                <a:lnTo>
                  <a:pt x="65538" y="84000"/>
                </a:lnTo>
                <a:quadBezTo>
                  <a:pt x="66462" y="84000"/>
                  <a:pt x="67231" y="83231"/>
                </a:quadBezTo>
                <a:quadBezTo>
                  <a:pt x="68000" y="82462"/>
                  <a:pt x="68000" y="81538"/>
                </a:quadBezTo>
                <a:lnTo>
                  <a:pt x="68000" y="78000"/>
                </a:lnTo>
                <a:lnTo>
                  <a:pt x="28000" y="78000"/>
                </a:lnTo>
                <a:close/>
                <a:moveTo>
                  <a:pt x="28000" y="74000"/>
                </a:moveTo>
                <a:lnTo>
                  <a:pt x="68000" y="74000"/>
                </a:lnTo>
                <a:lnTo>
                  <a:pt x="68000" y="22000"/>
                </a:lnTo>
                <a:lnTo>
                  <a:pt x="28000" y="22000"/>
                </a:lnTo>
                <a:lnTo>
                  <a:pt x="28000" y="74000"/>
                </a:lnTo>
                <a:close/>
                <a:moveTo>
                  <a:pt x="28000" y="18000"/>
                </a:moveTo>
                <a:lnTo>
                  <a:pt x="68000" y="18000"/>
                </a:lnTo>
                <a:lnTo>
                  <a:pt x="68000" y="14462"/>
                </a:lnTo>
                <a:quadBezTo>
                  <a:pt x="68000" y="13538"/>
                  <a:pt x="67231" y="12769"/>
                </a:quadBezTo>
                <a:quadBezTo>
                  <a:pt x="66462" y="12000"/>
                  <a:pt x="65538" y="12000"/>
                </a:quadBezTo>
                <a:lnTo>
                  <a:pt x="30462" y="12000"/>
                </a:lnTo>
                <a:quadBezTo>
                  <a:pt x="29538" y="12000"/>
                  <a:pt x="28769" y="12769"/>
                </a:quadBezTo>
                <a:quadBezTo>
                  <a:pt x="28000" y="13538"/>
                  <a:pt x="28000" y="14462"/>
                </a:quadBezTo>
                <a:lnTo>
                  <a:pt x="28000" y="18000"/>
                </a:lnTo>
                <a:close/>
                <a:moveTo>
                  <a:pt x="28000" y="18000"/>
                </a:moveTo>
                <a:lnTo>
                  <a:pt x="28000" y="12000"/>
                </a:lnTo>
                <a:lnTo>
                  <a:pt x="28000" y="18000"/>
                </a:lnTo>
                <a:close/>
                <a:moveTo>
                  <a:pt x="28000" y="78000"/>
                </a:moveTo>
                <a:lnTo>
                  <a:pt x="28000" y="84000"/>
                </a:lnTo>
                <a:lnTo>
                  <a:pt x="28000" y="7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3" name="TextBox 192"/>
          <p:cNvSpPr txBox="1"/>
          <p:nvPr/>
        </p:nvSpPr>
        <p:spPr>
          <a:xfrm>
            <a:off x="2110857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smartphone</a:t>
            </a:r>
          </a:p>
        </p:txBody>
      </p:sp>
      <p:sp>
        <p:nvSpPr>
          <p:cNvPr id="194" name="Icon solar_power"/>
          <p:cNvSpPr/>
          <p:nvPr/>
        </p:nvSpPr>
        <p:spPr>
          <a:xfrm>
            <a:off x="3303094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846" y="83846"/>
                </a:moveTo>
                <a:lnTo>
                  <a:pt x="19231" y="51923"/>
                </a:lnTo>
                <a:lnTo>
                  <a:pt x="76692" y="51923"/>
                </a:lnTo>
                <a:lnTo>
                  <a:pt x="83077" y="83846"/>
                </a:lnTo>
                <a:lnTo>
                  <a:pt x="12846" y="83846"/>
                </a:lnTo>
                <a:close/>
                <a:moveTo>
                  <a:pt x="14769" y="16000"/>
                </a:moveTo>
                <a:lnTo>
                  <a:pt x="14769" y="12000"/>
                </a:lnTo>
                <a:lnTo>
                  <a:pt x="25615" y="12000"/>
                </a:lnTo>
                <a:lnTo>
                  <a:pt x="25615" y="16000"/>
                </a:lnTo>
                <a:lnTo>
                  <a:pt x="14769" y="16000"/>
                </a:lnTo>
                <a:close/>
                <a:moveTo>
                  <a:pt x="17800" y="79846"/>
                </a:moveTo>
                <a:lnTo>
                  <a:pt x="46000" y="79846"/>
                </a:lnTo>
                <a:lnTo>
                  <a:pt x="46000" y="70000"/>
                </a:lnTo>
                <a:lnTo>
                  <a:pt x="19785" y="70000"/>
                </a:lnTo>
                <a:lnTo>
                  <a:pt x="17800" y="79846"/>
                </a:lnTo>
                <a:close/>
                <a:moveTo>
                  <a:pt x="24038" y="36915"/>
                </a:moveTo>
                <a:lnTo>
                  <a:pt x="21185" y="34162"/>
                </a:lnTo>
                <a:lnTo>
                  <a:pt x="28838" y="26508"/>
                </a:lnTo>
                <a:lnTo>
                  <a:pt x="31692" y="29262"/>
                </a:lnTo>
                <a:lnTo>
                  <a:pt x="24038" y="36915"/>
                </a:lnTo>
                <a:close/>
                <a:moveTo>
                  <a:pt x="20615" y="66000"/>
                </a:moveTo>
                <a:lnTo>
                  <a:pt x="46000" y="66000"/>
                </a:lnTo>
                <a:lnTo>
                  <a:pt x="46000" y="55923"/>
                </a:lnTo>
                <a:lnTo>
                  <a:pt x="22600" y="55923"/>
                </a:lnTo>
                <a:lnTo>
                  <a:pt x="20615" y="66000"/>
                </a:lnTo>
                <a:close/>
                <a:moveTo>
                  <a:pt x="48000" y="28077"/>
                </a:moveTo>
                <a:quadBezTo>
                  <a:pt x="41238" y="28077"/>
                  <a:pt x="36542" y="23381"/>
                </a:quadBezTo>
                <a:quadBezTo>
                  <a:pt x="31846" y="18685"/>
                  <a:pt x="31846" y="11923"/>
                </a:quadBezTo>
                <a:lnTo>
                  <a:pt x="35846" y="11923"/>
                </a:lnTo>
                <a:quadBezTo>
                  <a:pt x="35846" y="16987"/>
                  <a:pt x="39394" y="20532"/>
                </a:quadBezTo>
                <a:quadBezTo>
                  <a:pt x="42941" y="24077"/>
                  <a:pt x="48009" y="24077"/>
                </a:quadBezTo>
                <a:quadBezTo>
                  <a:pt x="53077" y="24077"/>
                  <a:pt x="56615" y="20532"/>
                </a:quadBezTo>
                <a:quadBezTo>
                  <a:pt x="60154" y="16987"/>
                  <a:pt x="60154" y="11923"/>
                </a:quadBezTo>
                <a:lnTo>
                  <a:pt x="64154" y="11923"/>
                </a:lnTo>
                <a:quadBezTo>
                  <a:pt x="64154" y="18685"/>
                  <a:pt x="59458" y="23381"/>
                </a:quadBezTo>
                <a:quadBezTo>
                  <a:pt x="54762" y="28077"/>
                  <a:pt x="48000" y="28077"/>
                </a:quadBezTo>
                <a:close/>
                <a:moveTo>
                  <a:pt x="48000" y="11923"/>
                </a:moveTo>
                <a:close/>
                <a:moveTo>
                  <a:pt x="46000" y="44769"/>
                </a:moveTo>
                <a:lnTo>
                  <a:pt x="46000" y="33923"/>
                </a:lnTo>
                <a:lnTo>
                  <a:pt x="50000" y="33923"/>
                </a:lnTo>
                <a:lnTo>
                  <a:pt x="50000" y="44769"/>
                </a:lnTo>
                <a:lnTo>
                  <a:pt x="46000" y="44769"/>
                </a:lnTo>
                <a:close/>
                <a:moveTo>
                  <a:pt x="50000" y="79846"/>
                </a:moveTo>
                <a:lnTo>
                  <a:pt x="78123" y="79846"/>
                </a:lnTo>
                <a:lnTo>
                  <a:pt x="76138" y="70000"/>
                </a:lnTo>
                <a:lnTo>
                  <a:pt x="50000" y="70000"/>
                </a:lnTo>
                <a:lnTo>
                  <a:pt x="50000" y="79846"/>
                </a:lnTo>
                <a:close/>
                <a:moveTo>
                  <a:pt x="50000" y="66000"/>
                </a:moveTo>
                <a:lnTo>
                  <a:pt x="75308" y="66000"/>
                </a:lnTo>
                <a:lnTo>
                  <a:pt x="73323" y="55923"/>
                </a:lnTo>
                <a:lnTo>
                  <a:pt x="50000" y="55923"/>
                </a:lnTo>
                <a:lnTo>
                  <a:pt x="50000" y="66000"/>
                </a:lnTo>
                <a:close/>
                <a:moveTo>
                  <a:pt x="72115" y="36992"/>
                </a:moveTo>
                <a:lnTo>
                  <a:pt x="64408" y="29262"/>
                </a:lnTo>
                <a:lnTo>
                  <a:pt x="67162" y="26508"/>
                </a:lnTo>
                <a:lnTo>
                  <a:pt x="74969" y="34138"/>
                </a:lnTo>
                <a:lnTo>
                  <a:pt x="72115" y="36992"/>
                </a:lnTo>
                <a:close/>
                <a:moveTo>
                  <a:pt x="70385" y="16000"/>
                </a:moveTo>
                <a:lnTo>
                  <a:pt x="70385" y="12000"/>
                </a:lnTo>
                <a:lnTo>
                  <a:pt x="81231" y="12000"/>
                </a:lnTo>
                <a:lnTo>
                  <a:pt x="81231" y="16000"/>
                </a:lnTo>
                <a:lnTo>
                  <a:pt x="70385" y="1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5" name="TextBox 194"/>
          <p:cNvSpPr txBox="1"/>
          <p:nvPr/>
        </p:nvSpPr>
        <p:spPr>
          <a:xfrm>
            <a:off x="2997121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solar power</a:t>
            </a:r>
          </a:p>
        </p:txBody>
      </p:sp>
      <p:sp>
        <p:nvSpPr>
          <p:cNvPr id="196" name="Icon speed"/>
          <p:cNvSpPr/>
          <p:nvPr/>
        </p:nvSpPr>
        <p:spPr>
          <a:xfrm>
            <a:off x="4189358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3031" y="60769"/>
                </a:moveTo>
                <a:quadBezTo>
                  <a:pt x="44892" y="62631"/>
                  <a:pt x="47808" y="62465"/>
                </a:quadBezTo>
                <a:quadBezTo>
                  <a:pt x="50723" y="62300"/>
                  <a:pt x="52062" y="60369"/>
                </a:quadBezTo>
                <a:lnTo>
                  <a:pt x="73077" y="31077"/>
                </a:lnTo>
                <a:lnTo>
                  <a:pt x="43631" y="51938"/>
                </a:lnTo>
                <a:quadBezTo>
                  <a:pt x="41623" y="53277"/>
                  <a:pt x="41396" y="56092"/>
                </a:quadBezTo>
                <a:quadBezTo>
                  <a:pt x="41169" y="58908"/>
                  <a:pt x="43031" y="60769"/>
                </a:quadBezTo>
                <a:close/>
                <a:moveTo>
                  <a:pt x="48000" y="20000"/>
                </a:moveTo>
                <a:quadBezTo>
                  <a:pt x="53515" y="20000"/>
                  <a:pt x="58042" y="21342"/>
                </a:quadBezTo>
                <a:quadBezTo>
                  <a:pt x="62569" y="22685"/>
                  <a:pt x="67062" y="25446"/>
                </a:quadBezTo>
                <a:lnTo>
                  <a:pt x="63385" y="27938"/>
                </a:lnTo>
                <a:quadBezTo>
                  <a:pt x="59854" y="26008"/>
                  <a:pt x="56073" y="25004"/>
                </a:quadBezTo>
                <a:quadBezTo>
                  <a:pt x="52292" y="24000"/>
                  <a:pt x="48000" y="24000"/>
                </a:quadBezTo>
                <a:quadBezTo>
                  <a:pt x="34700" y="24000"/>
                  <a:pt x="25350" y="33350"/>
                </a:quadBezTo>
                <a:quadBezTo>
                  <a:pt x="16000" y="42700"/>
                  <a:pt x="16000" y="56000"/>
                </a:quadBezTo>
                <a:quadBezTo>
                  <a:pt x="16000" y="60200"/>
                  <a:pt x="17150" y="64300"/>
                </a:quadBezTo>
                <a:quadBezTo>
                  <a:pt x="18300" y="68400"/>
                  <a:pt x="20400" y="72000"/>
                </a:quadBezTo>
                <a:lnTo>
                  <a:pt x="75600" y="72000"/>
                </a:lnTo>
                <a:quadBezTo>
                  <a:pt x="77900" y="68200"/>
                  <a:pt x="78950" y="64100"/>
                </a:quadBezTo>
                <a:quadBezTo>
                  <a:pt x="80000" y="60000"/>
                  <a:pt x="80000" y="55600"/>
                </a:quadBezTo>
                <a:quadBezTo>
                  <a:pt x="80000" y="52000"/>
                  <a:pt x="79073" y="48023"/>
                </a:quadBezTo>
                <a:quadBezTo>
                  <a:pt x="78146" y="44046"/>
                  <a:pt x="76138" y="40615"/>
                </a:quadBezTo>
                <a:lnTo>
                  <a:pt x="78631" y="36938"/>
                </a:lnTo>
                <a:quadBezTo>
                  <a:pt x="81554" y="41946"/>
                  <a:pt x="82765" y="46362"/>
                </a:quadBezTo>
                <a:quadBezTo>
                  <a:pt x="83977" y="50777"/>
                  <a:pt x="84000" y="55554"/>
                </a:quadBezTo>
                <a:quadBezTo>
                  <a:pt x="84023" y="60715"/>
                  <a:pt x="82854" y="65185"/>
                </a:quadBezTo>
                <a:quadBezTo>
                  <a:pt x="81685" y="69654"/>
                  <a:pt x="79215" y="74200"/>
                </a:quadBezTo>
                <a:quadBezTo>
                  <a:pt x="78731" y="75000"/>
                  <a:pt x="77754" y="75500"/>
                </a:quadBezTo>
                <a:quadBezTo>
                  <a:pt x="76777" y="76000"/>
                  <a:pt x="75600" y="76000"/>
                </a:quadBezTo>
                <a:lnTo>
                  <a:pt x="20400" y="76000"/>
                </a:lnTo>
                <a:quadBezTo>
                  <a:pt x="19300" y="76000"/>
                  <a:pt x="18362" y="75462"/>
                </a:quadBezTo>
                <a:quadBezTo>
                  <a:pt x="17423" y="74923"/>
                  <a:pt x="16785" y="73892"/>
                </a:quadBezTo>
                <a:quadBezTo>
                  <a:pt x="14800" y="70392"/>
                  <a:pt x="13400" y="65996"/>
                </a:quadBezTo>
                <a:quadBezTo>
                  <a:pt x="12000" y="61600"/>
                  <a:pt x="12000" y="56000"/>
                </a:quadBezTo>
                <a:quadBezTo>
                  <a:pt x="12000" y="48623"/>
                  <a:pt x="14798" y="42076"/>
                </a:quadBezTo>
                <a:quadBezTo>
                  <a:pt x="17596" y="35528"/>
                  <a:pt x="22436" y="30606"/>
                </a:quadBezTo>
                <a:quadBezTo>
                  <a:pt x="27277" y="25685"/>
                  <a:pt x="33885" y="22842"/>
                </a:quadBezTo>
                <a:quadBezTo>
                  <a:pt x="40492" y="20000"/>
                  <a:pt x="48000" y="20000"/>
                </a:quadBezTo>
                <a:close/>
                <a:moveTo>
                  <a:pt x="48162" y="478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7" name="TextBox 196"/>
          <p:cNvSpPr txBox="1"/>
          <p:nvPr/>
        </p:nvSpPr>
        <p:spPr>
          <a:xfrm>
            <a:off x="3883386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speed</a:t>
            </a:r>
          </a:p>
        </p:txBody>
      </p:sp>
      <p:sp>
        <p:nvSpPr>
          <p:cNvPr id="198" name="Icon star"/>
          <p:cNvSpPr/>
          <p:nvPr/>
        </p:nvSpPr>
        <p:spPr>
          <a:xfrm>
            <a:off x="5075623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5400" y="67300"/>
                </a:moveTo>
                <a:lnTo>
                  <a:pt x="48000" y="59700"/>
                </a:lnTo>
                <a:lnTo>
                  <a:pt x="60600" y="67400"/>
                </a:lnTo>
                <a:lnTo>
                  <a:pt x="57300" y="53000"/>
                </a:lnTo>
                <a:lnTo>
                  <a:pt x="68400" y="43400"/>
                </a:lnTo>
                <a:lnTo>
                  <a:pt x="53800" y="42100"/>
                </a:lnTo>
                <a:lnTo>
                  <a:pt x="48000" y="28500"/>
                </a:lnTo>
                <a:lnTo>
                  <a:pt x="42200" y="42000"/>
                </a:lnTo>
                <a:lnTo>
                  <a:pt x="27600" y="43300"/>
                </a:lnTo>
                <a:lnTo>
                  <a:pt x="38700" y="53000"/>
                </a:lnTo>
                <a:lnTo>
                  <a:pt x="35400" y="67300"/>
                </a:lnTo>
                <a:close/>
                <a:moveTo>
                  <a:pt x="29300" y="75692"/>
                </a:moveTo>
                <a:lnTo>
                  <a:pt x="34262" y="54438"/>
                </a:lnTo>
                <a:lnTo>
                  <a:pt x="17769" y="40154"/>
                </a:lnTo>
                <a:lnTo>
                  <a:pt x="39492" y="38269"/>
                </a:lnTo>
                <a:lnTo>
                  <a:pt x="48000" y="18231"/>
                </a:lnTo>
                <a:lnTo>
                  <a:pt x="56508" y="38269"/>
                </a:lnTo>
                <a:lnTo>
                  <a:pt x="78231" y="40154"/>
                </a:lnTo>
                <a:lnTo>
                  <a:pt x="61738" y="54438"/>
                </a:lnTo>
                <a:lnTo>
                  <a:pt x="66700" y="75692"/>
                </a:lnTo>
                <a:lnTo>
                  <a:pt x="48000" y="64408"/>
                </a:lnTo>
                <a:lnTo>
                  <a:pt x="29300" y="75692"/>
                </a:lnTo>
                <a:close/>
                <a:moveTo>
                  <a:pt x="48000" y="49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9" name="TextBox 198"/>
          <p:cNvSpPr txBox="1"/>
          <p:nvPr/>
        </p:nvSpPr>
        <p:spPr>
          <a:xfrm>
            <a:off x="4769651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star</a:t>
            </a:r>
          </a:p>
        </p:txBody>
      </p:sp>
      <p:sp>
        <p:nvSpPr>
          <p:cNvPr id="200" name="Icon support_agent"/>
          <p:cNvSpPr/>
          <p:nvPr/>
        </p:nvSpPr>
        <p:spPr>
          <a:xfrm>
            <a:off x="5961888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7077" y="80000"/>
                </a:moveTo>
                <a:lnTo>
                  <a:pt x="47077" y="76000"/>
                </a:lnTo>
                <a:lnTo>
                  <a:pt x="73538" y="76000"/>
                </a:lnTo>
                <a:quadBezTo>
                  <a:pt x="74538" y="76000"/>
                  <a:pt x="75269" y="75385"/>
                </a:quadBezTo>
                <a:quadBezTo>
                  <a:pt x="76000" y="74769"/>
                  <a:pt x="76000" y="73769"/>
                </a:quadBezTo>
                <a:lnTo>
                  <a:pt x="76000" y="46215"/>
                </a:lnTo>
                <a:quadBezTo>
                  <a:pt x="76000" y="34977"/>
                  <a:pt x="67735" y="27442"/>
                </a:quadBezTo>
                <a:quadBezTo>
                  <a:pt x="59469" y="19908"/>
                  <a:pt x="48000" y="19908"/>
                </a:quadBezTo>
                <a:quadBezTo>
                  <a:pt x="36531" y="19908"/>
                  <a:pt x="28265" y="27442"/>
                </a:quadBezTo>
                <a:quadBezTo>
                  <a:pt x="20000" y="34977"/>
                  <a:pt x="20000" y="46215"/>
                </a:quadBezTo>
                <a:lnTo>
                  <a:pt x="20000" y="68923"/>
                </a:lnTo>
                <a:lnTo>
                  <a:pt x="18000" y="68923"/>
                </a:lnTo>
                <a:quadBezTo>
                  <a:pt x="15546" y="68923"/>
                  <a:pt x="13773" y="67265"/>
                </a:quadBezTo>
                <a:quadBezTo>
                  <a:pt x="12000" y="65608"/>
                  <a:pt x="12000" y="63154"/>
                </a:quadBezTo>
                <a:lnTo>
                  <a:pt x="12000" y="55615"/>
                </a:lnTo>
                <a:quadBezTo>
                  <a:pt x="12000" y="53823"/>
                  <a:pt x="13165" y="52435"/>
                </a:quadBezTo>
                <a:quadBezTo>
                  <a:pt x="14331" y="51046"/>
                  <a:pt x="16000" y="50177"/>
                </a:quadBezTo>
                <a:lnTo>
                  <a:pt x="16069" y="45262"/>
                </a:lnTo>
                <a:quadBezTo>
                  <a:pt x="16254" y="39000"/>
                  <a:pt x="18904" y="33662"/>
                </a:quadBezTo>
                <a:quadBezTo>
                  <a:pt x="21554" y="28323"/>
                  <a:pt x="25881" y="24369"/>
                </a:quadBezTo>
                <a:quadBezTo>
                  <a:pt x="30208" y="20415"/>
                  <a:pt x="35935" y="18208"/>
                </a:quadBezTo>
                <a:quadBezTo>
                  <a:pt x="41662" y="16000"/>
                  <a:pt x="48000" y="16000"/>
                </a:quadBezTo>
                <a:quadBezTo>
                  <a:pt x="54338" y="16000"/>
                  <a:pt x="60054" y="18208"/>
                </a:quadBezTo>
                <a:quadBezTo>
                  <a:pt x="65769" y="20415"/>
                  <a:pt x="70108" y="24358"/>
                </a:quadBezTo>
                <a:quadBezTo>
                  <a:pt x="74446" y="28300"/>
                  <a:pt x="77085" y="33638"/>
                </a:quadBezTo>
                <a:quadBezTo>
                  <a:pt x="79723" y="38977"/>
                  <a:pt x="79931" y="45238"/>
                </a:quadBezTo>
                <a:lnTo>
                  <a:pt x="80000" y="50054"/>
                </a:lnTo>
                <a:quadBezTo>
                  <a:pt x="81592" y="50800"/>
                  <a:pt x="82796" y="52062"/>
                </a:quadBezTo>
                <a:quadBezTo>
                  <a:pt x="84000" y="53323"/>
                  <a:pt x="84000" y="55092"/>
                </a:quadBezTo>
                <a:lnTo>
                  <a:pt x="84000" y="63754"/>
                </a:lnTo>
                <a:quadBezTo>
                  <a:pt x="84000" y="65523"/>
                  <a:pt x="82796" y="66785"/>
                </a:quadBezTo>
                <a:quadBezTo>
                  <a:pt x="81592" y="68046"/>
                  <a:pt x="80000" y="68792"/>
                </a:quadBezTo>
                <a:lnTo>
                  <a:pt x="80000" y="73769"/>
                </a:lnTo>
                <a:quadBezTo>
                  <a:pt x="80000" y="76377"/>
                  <a:pt x="78112" y="78188"/>
                </a:quadBezTo>
                <a:quadBezTo>
                  <a:pt x="76223" y="80000"/>
                  <a:pt x="73538" y="80000"/>
                </a:quadBezTo>
                <a:lnTo>
                  <a:pt x="47077" y="80000"/>
                </a:lnTo>
                <a:close/>
                <a:moveTo>
                  <a:pt x="37538" y="54154"/>
                </a:moveTo>
                <a:quadBezTo>
                  <a:pt x="36300" y="54154"/>
                  <a:pt x="35381" y="53312"/>
                </a:quadBezTo>
                <a:quadBezTo>
                  <a:pt x="34462" y="52469"/>
                  <a:pt x="34462" y="51231"/>
                </a:quadBezTo>
                <a:quadBezTo>
                  <a:pt x="34462" y="49992"/>
                  <a:pt x="35381" y="49112"/>
                </a:quadBezTo>
                <a:quadBezTo>
                  <a:pt x="36300" y="48231"/>
                  <a:pt x="37538" y="48231"/>
                </a:quadBezTo>
                <a:quadBezTo>
                  <a:pt x="38777" y="48231"/>
                  <a:pt x="39696" y="49112"/>
                </a:quadBezTo>
                <a:quadBezTo>
                  <a:pt x="40615" y="49992"/>
                  <a:pt x="40615" y="51231"/>
                </a:quadBezTo>
                <a:quadBezTo>
                  <a:pt x="40615" y="52469"/>
                  <a:pt x="39696" y="53312"/>
                </a:quadBezTo>
                <a:quadBezTo>
                  <a:pt x="38777" y="54154"/>
                  <a:pt x="37538" y="54154"/>
                </a:quadBezTo>
                <a:close/>
                <a:moveTo>
                  <a:pt x="58462" y="54154"/>
                </a:moveTo>
                <a:quadBezTo>
                  <a:pt x="57223" y="54154"/>
                  <a:pt x="56304" y="53312"/>
                </a:quadBezTo>
                <a:quadBezTo>
                  <a:pt x="55385" y="52469"/>
                  <a:pt x="55385" y="51231"/>
                </a:quadBezTo>
                <a:quadBezTo>
                  <a:pt x="55385" y="49992"/>
                  <a:pt x="56304" y="49112"/>
                </a:quadBezTo>
                <a:quadBezTo>
                  <a:pt x="57223" y="48231"/>
                  <a:pt x="58462" y="48231"/>
                </a:quadBezTo>
                <a:quadBezTo>
                  <a:pt x="59700" y="48231"/>
                  <a:pt x="60619" y="49112"/>
                </a:quadBezTo>
                <a:quadBezTo>
                  <a:pt x="61538" y="49992"/>
                  <a:pt x="61538" y="51231"/>
                </a:quadBezTo>
                <a:quadBezTo>
                  <a:pt x="61538" y="52469"/>
                  <a:pt x="60619" y="53312"/>
                </a:quadBezTo>
                <a:quadBezTo>
                  <a:pt x="59700" y="54154"/>
                  <a:pt x="58462" y="54154"/>
                </a:quadBezTo>
                <a:close/>
                <a:moveTo>
                  <a:pt x="26869" y="47800"/>
                </a:moveTo>
                <a:quadBezTo>
                  <a:pt x="26323" y="38815"/>
                  <a:pt x="32654" y="32485"/>
                </a:quadBezTo>
                <a:quadBezTo>
                  <a:pt x="38985" y="26154"/>
                  <a:pt x="48200" y="26154"/>
                </a:quadBezTo>
                <a:quadBezTo>
                  <a:pt x="55946" y="26154"/>
                  <a:pt x="61927" y="30804"/>
                </a:quadBezTo>
                <a:quadBezTo>
                  <a:pt x="67908" y="35454"/>
                  <a:pt x="69231" y="43023"/>
                </a:quadBezTo>
                <a:quadBezTo>
                  <a:pt x="61285" y="42923"/>
                  <a:pt x="54481" y="38969"/>
                </a:quadBezTo>
                <a:quadBezTo>
                  <a:pt x="47677" y="35015"/>
                  <a:pt x="44038" y="27969"/>
                </a:quadBezTo>
                <a:quadBezTo>
                  <a:pt x="42592" y="34892"/>
                  <a:pt x="38019" y="40104"/>
                </a:quadBezTo>
                <a:quadBezTo>
                  <a:pt x="33446" y="45315"/>
                  <a:pt x="26869" y="478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1" name="TextBox 200"/>
          <p:cNvSpPr txBox="1"/>
          <p:nvPr/>
        </p:nvSpPr>
        <p:spPr>
          <a:xfrm>
            <a:off x="5655915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support agent</a:t>
            </a:r>
          </a:p>
        </p:txBody>
      </p:sp>
      <p:sp>
        <p:nvSpPr>
          <p:cNvPr id="202" name="Icon swap_horiz"/>
          <p:cNvSpPr/>
          <p:nvPr/>
        </p:nvSpPr>
        <p:spPr>
          <a:xfrm>
            <a:off x="6848152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9231" y="75923"/>
                </a:moveTo>
                <a:lnTo>
                  <a:pt x="12000" y="58692"/>
                </a:lnTo>
                <a:lnTo>
                  <a:pt x="29231" y="41462"/>
                </a:lnTo>
                <a:lnTo>
                  <a:pt x="32062" y="44315"/>
                </a:lnTo>
                <a:lnTo>
                  <a:pt x="19685" y="56692"/>
                </a:lnTo>
                <a:lnTo>
                  <a:pt x="49231" y="56692"/>
                </a:lnTo>
                <a:lnTo>
                  <a:pt x="49231" y="60692"/>
                </a:lnTo>
                <a:lnTo>
                  <a:pt x="19685" y="60692"/>
                </a:lnTo>
                <a:lnTo>
                  <a:pt x="32062" y="73069"/>
                </a:lnTo>
                <a:lnTo>
                  <a:pt x="29231" y="75923"/>
                </a:lnTo>
                <a:close/>
                <a:moveTo>
                  <a:pt x="66769" y="54462"/>
                </a:moveTo>
                <a:lnTo>
                  <a:pt x="63938" y="51608"/>
                </a:lnTo>
                <a:lnTo>
                  <a:pt x="76315" y="39231"/>
                </a:lnTo>
                <a:lnTo>
                  <a:pt x="46769" y="39231"/>
                </a:lnTo>
                <a:lnTo>
                  <a:pt x="46769" y="35231"/>
                </a:lnTo>
                <a:lnTo>
                  <a:pt x="76315" y="35231"/>
                </a:lnTo>
                <a:lnTo>
                  <a:pt x="63938" y="22854"/>
                </a:lnTo>
                <a:lnTo>
                  <a:pt x="66769" y="20000"/>
                </a:lnTo>
                <a:lnTo>
                  <a:pt x="84000" y="37231"/>
                </a:lnTo>
                <a:lnTo>
                  <a:pt x="66769" y="5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3" name="TextBox 202"/>
          <p:cNvSpPr txBox="1"/>
          <p:nvPr/>
        </p:nvSpPr>
        <p:spPr>
          <a:xfrm>
            <a:off x="6542180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swap horiz</a:t>
            </a:r>
          </a:p>
        </p:txBody>
      </p:sp>
      <p:sp>
        <p:nvSpPr>
          <p:cNvPr id="204" name="Icon sync"/>
          <p:cNvSpPr/>
          <p:nvPr/>
        </p:nvSpPr>
        <p:spPr>
          <a:xfrm>
            <a:off x="7734417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615" y="77385"/>
                </a:moveTo>
                <a:lnTo>
                  <a:pt x="18615" y="73385"/>
                </a:lnTo>
                <a:lnTo>
                  <a:pt x="31000" y="73385"/>
                </a:lnTo>
                <a:lnTo>
                  <a:pt x="26785" y="69215"/>
                </a:lnTo>
                <a:quadBezTo>
                  <a:pt x="22123" y="64692"/>
                  <a:pt x="20062" y="59292"/>
                </a:quadBezTo>
                <a:quadBezTo>
                  <a:pt x="18000" y="53892"/>
                  <a:pt x="18000" y="48354"/>
                </a:quadBezTo>
                <a:quadBezTo>
                  <a:pt x="18000" y="38715"/>
                  <a:pt x="23496" y="30912"/>
                </a:quadBezTo>
                <a:quadBezTo>
                  <a:pt x="28992" y="23108"/>
                  <a:pt x="38000" y="19769"/>
                </a:quadBezTo>
                <a:lnTo>
                  <a:pt x="38000" y="24015"/>
                </a:lnTo>
                <a:quadBezTo>
                  <a:pt x="30723" y="27077"/>
                  <a:pt x="26362" y="33712"/>
                </a:quadBezTo>
                <a:quadBezTo>
                  <a:pt x="22000" y="40346"/>
                  <a:pt x="22000" y="48354"/>
                </a:quadBezTo>
                <a:quadBezTo>
                  <a:pt x="22000" y="53238"/>
                  <a:pt x="23854" y="57835"/>
                </a:quadBezTo>
                <a:quadBezTo>
                  <a:pt x="25708" y="62431"/>
                  <a:pt x="29615" y="66338"/>
                </a:quadBezTo>
                <a:lnTo>
                  <a:pt x="33692" y="70415"/>
                </a:lnTo>
                <a:lnTo>
                  <a:pt x="33692" y="58308"/>
                </a:lnTo>
                <a:lnTo>
                  <a:pt x="37692" y="58308"/>
                </a:lnTo>
                <a:lnTo>
                  <a:pt x="37692" y="77385"/>
                </a:lnTo>
                <a:lnTo>
                  <a:pt x="18615" y="77385"/>
                </a:lnTo>
                <a:close/>
                <a:moveTo>
                  <a:pt x="58000" y="76231"/>
                </a:moveTo>
                <a:lnTo>
                  <a:pt x="58000" y="71985"/>
                </a:lnTo>
                <a:quadBezTo>
                  <a:pt x="65277" y="68923"/>
                  <a:pt x="69638" y="62288"/>
                </a:quadBezTo>
                <a:quadBezTo>
                  <a:pt x="74000" y="55654"/>
                  <a:pt x="74000" y="47646"/>
                </a:quadBezTo>
                <a:quadBezTo>
                  <a:pt x="74000" y="42762"/>
                  <a:pt x="72146" y="38165"/>
                </a:quadBezTo>
                <a:quadBezTo>
                  <a:pt x="70292" y="33569"/>
                  <a:pt x="66385" y="29662"/>
                </a:quadBezTo>
                <a:lnTo>
                  <a:pt x="62308" y="25585"/>
                </a:lnTo>
                <a:lnTo>
                  <a:pt x="62308" y="37692"/>
                </a:lnTo>
                <a:lnTo>
                  <a:pt x="58308" y="37692"/>
                </a:lnTo>
                <a:lnTo>
                  <a:pt x="58308" y="18615"/>
                </a:lnTo>
                <a:lnTo>
                  <a:pt x="77385" y="18615"/>
                </a:lnTo>
                <a:lnTo>
                  <a:pt x="77385" y="22615"/>
                </a:lnTo>
                <a:lnTo>
                  <a:pt x="65000" y="22615"/>
                </a:lnTo>
                <a:lnTo>
                  <a:pt x="69215" y="26785"/>
                </a:lnTo>
                <a:quadBezTo>
                  <a:pt x="73808" y="31377"/>
                  <a:pt x="75904" y="36742"/>
                </a:quadBezTo>
                <a:quadBezTo>
                  <a:pt x="78000" y="42108"/>
                  <a:pt x="78000" y="47646"/>
                </a:quadBezTo>
                <a:quadBezTo>
                  <a:pt x="78000" y="57285"/>
                  <a:pt x="72504" y="65088"/>
                </a:quadBezTo>
                <a:quadBezTo>
                  <a:pt x="67008" y="72892"/>
                  <a:pt x="58000" y="76231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5" name="TextBox 204"/>
          <p:cNvSpPr txBox="1"/>
          <p:nvPr/>
        </p:nvSpPr>
        <p:spPr>
          <a:xfrm>
            <a:off x="7428444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sync</a:t>
            </a:r>
          </a:p>
        </p:txBody>
      </p:sp>
      <p:sp>
        <p:nvSpPr>
          <p:cNvPr id="206" name="Icon target"/>
          <p:cNvSpPr/>
          <p:nvPr/>
        </p:nvSpPr>
        <p:spPr>
          <a:xfrm>
            <a:off x="8620681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18" y="68000"/>
                </a:moveTo>
                <a:quadBezTo>
                  <a:pt x="39692" y="68000"/>
                  <a:pt x="33846" y="62172"/>
                </a:quadBezTo>
                <a:quadBezTo>
                  <a:pt x="28000" y="56344"/>
                  <a:pt x="28000" y="48018"/>
                </a:quadBezTo>
                <a:quadBezTo>
                  <a:pt x="28000" y="39692"/>
                  <a:pt x="33828" y="33846"/>
                </a:quadBezTo>
                <a:quadBezTo>
                  <a:pt x="39656" y="28000"/>
                  <a:pt x="47982" y="28000"/>
                </a:quadBezTo>
                <a:quadBezTo>
                  <a:pt x="56308" y="28000"/>
                  <a:pt x="62154" y="33828"/>
                </a:quadBezTo>
                <a:quadBezTo>
                  <a:pt x="68000" y="39656"/>
                  <a:pt x="68000" y="47982"/>
                </a:quadBezTo>
                <a:quadBezTo>
                  <a:pt x="68000" y="56308"/>
                  <a:pt x="62172" y="62154"/>
                </a:quadBezTo>
                <a:quadBezTo>
                  <a:pt x="56344" y="68000"/>
                  <a:pt x="48018" y="68000"/>
                </a:quadBezTo>
                <a:close/>
                <a:moveTo>
                  <a:pt x="48000" y="64000"/>
                </a:moveTo>
                <a:quadBezTo>
                  <a:pt x="54600" y="64000"/>
                  <a:pt x="59300" y="59300"/>
                </a:quadBezTo>
                <a:quadBezTo>
                  <a:pt x="64000" y="54600"/>
                  <a:pt x="64000" y="48000"/>
                </a:quadBezTo>
                <a:quadBezTo>
                  <a:pt x="64000" y="41400"/>
                  <a:pt x="59300" y="36700"/>
                </a:quadBezTo>
                <a:quadBezTo>
                  <a:pt x="54600" y="32000"/>
                  <a:pt x="48000" y="32000"/>
                </a:quadBezTo>
                <a:quadBezTo>
                  <a:pt x="41400" y="32000"/>
                  <a:pt x="36700" y="36700"/>
                </a:quadBezTo>
                <a:quadBezTo>
                  <a:pt x="32000" y="41400"/>
                  <a:pt x="32000" y="48000"/>
                </a:quadBezTo>
                <a:quadBezTo>
                  <a:pt x="32000" y="54600"/>
                  <a:pt x="36700" y="59300"/>
                </a:quadBezTo>
                <a:quadBezTo>
                  <a:pt x="41400" y="64000"/>
                  <a:pt x="48000" y="64000"/>
                </a:quadBezTo>
                <a:close/>
                <a:moveTo>
                  <a:pt x="48000" y="52000"/>
                </a:moveTo>
                <a:quadBezTo>
                  <a:pt x="46392" y="52000"/>
                  <a:pt x="45196" y="50804"/>
                </a:quadBezTo>
                <a:quadBezTo>
                  <a:pt x="44000" y="49608"/>
                  <a:pt x="44000" y="48000"/>
                </a:quadBezTo>
                <a:quadBezTo>
                  <a:pt x="44000" y="46392"/>
                  <a:pt x="45196" y="45196"/>
                </a:quadBezTo>
                <a:quadBezTo>
                  <a:pt x="46392" y="44000"/>
                  <a:pt x="48000" y="44000"/>
                </a:quadBezTo>
                <a:quadBezTo>
                  <a:pt x="49608" y="44000"/>
                  <a:pt x="50804" y="45196"/>
                </a:quadBezTo>
                <a:quadBezTo>
                  <a:pt x="52000" y="46392"/>
                  <a:pt x="52000" y="48000"/>
                </a:quadBezTo>
                <a:quadBezTo>
                  <a:pt x="52000" y="49608"/>
                  <a:pt x="50804" y="50804"/>
                </a:quadBezTo>
                <a:quadBezTo>
                  <a:pt x="49608" y="52000"/>
                  <a:pt x="48000" y="52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7" name="TextBox 206"/>
          <p:cNvSpPr txBox="1"/>
          <p:nvPr/>
        </p:nvSpPr>
        <p:spPr>
          <a:xfrm>
            <a:off x="8314709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target</a:t>
            </a:r>
          </a:p>
        </p:txBody>
      </p:sp>
      <p:sp>
        <p:nvSpPr>
          <p:cNvPr id="208" name="Icon task_alt"/>
          <p:cNvSpPr/>
          <p:nvPr/>
        </p:nvSpPr>
        <p:spPr>
          <a:xfrm>
            <a:off x="9506946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9" name="TextBox 208"/>
          <p:cNvSpPr txBox="1"/>
          <p:nvPr/>
        </p:nvSpPr>
        <p:spPr>
          <a:xfrm>
            <a:off x="9200974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task alt</a:t>
            </a:r>
          </a:p>
        </p:txBody>
      </p:sp>
      <p:sp>
        <p:nvSpPr>
          <p:cNvPr id="210" name="Icon thumb_up"/>
          <p:cNvSpPr/>
          <p:nvPr/>
        </p:nvSpPr>
        <p:spPr>
          <a:xfrm>
            <a:off x="10393211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9846" y="80000"/>
                </a:moveTo>
                <a:lnTo>
                  <a:pt x="29692" y="80000"/>
                </a:lnTo>
                <a:lnTo>
                  <a:pt x="29692" y="36000"/>
                </a:lnTo>
                <a:lnTo>
                  <a:pt x="54769" y="11231"/>
                </a:lnTo>
                <a:lnTo>
                  <a:pt x="56538" y="13000"/>
                </a:lnTo>
                <a:quadBezTo>
                  <a:pt x="57085" y="13546"/>
                  <a:pt x="57458" y="14400"/>
                </a:quadBezTo>
                <a:quadBezTo>
                  <a:pt x="57831" y="15254"/>
                  <a:pt x="57831" y="15969"/>
                </a:quadBezTo>
                <a:lnTo>
                  <a:pt x="57831" y="16600"/>
                </a:lnTo>
                <a:lnTo>
                  <a:pt x="53738" y="36000"/>
                </a:lnTo>
                <a:lnTo>
                  <a:pt x="81538" y="36000"/>
                </a:lnTo>
                <a:quadBezTo>
                  <a:pt x="84046" y="36000"/>
                  <a:pt x="86023" y="37977"/>
                </a:quadBezTo>
                <a:quadBezTo>
                  <a:pt x="88000" y="39954"/>
                  <a:pt x="88000" y="42462"/>
                </a:quadBezTo>
                <a:lnTo>
                  <a:pt x="88000" y="47385"/>
                </a:lnTo>
                <a:quadBezTo>
                  <a:pt x="88000" y="47931"/>
                  <a:pt x="87877" y="48577"/>
                </a:quadBezTo>
                <a:quadBezTo>
                  <a:pt x="87754" y="49223"/>
                  <a:pt x="87554" y="49769"/>
                </a:quadBezTo>
                <a:lnTo>
                  <a:pt x="76631" y="75662"/>
                </a:lnTo>
                <a:quadBezTo>
                  <a:pt x="75808" y="77508"/>
                  <a:pt x="73862" y="78754"/>
                </a:quadBezTo>
                <a:quadBezTo>
                  <a:pt x="71915" y="80000"/>
                  <a:pt x="69846" y="80000"/>
                </a:quadBezTo>
                <a:close/>
                <a:moveTo>
                  <a:pt x="33692" y="76000"/>
                </a:moveTo>
                <a:lnTo>
                  <a:pt x="69846" y="76000"/>
                </a:lnTo>
                <a:quadBezTo>
                  <a:pt x="70692" y="76000"/>
                  <a:pt x="71577" y="75538"/>
                </a:quadBezTo>
                <a:quadBezTo>
                  <a:pt x="72462" y="75077"/>
                  <a:pt x="72923" y="74000"/>
                </a:quadBezTo>
                <a:lnTo>
                  <a:pt x="84000" y="48000"/>
                </a:lnTo>
                <a:lnTo>
                  <a:pt x="84000" y="42462"/>
                </a:lnTo>
                <a:quadBezTo>
                  <a:pt x="84000" y="41385"/>
                  <a:pt x="83308" y="40692"/>
                </a:quadBezTo>
                <a:quadBezTo>
                  <a:pt x="82615" y="40000"/>
                  <a:pt x="81538" y="40000"/>
                </a:quadBezTo>
                <a:lnTo>
                  <a:pt x="48769" y="40000"/>
                </a:lnTo>
                <a:lnTo>
                  <a:pt x="53400" y="18154"/>
                </a:lnTo>
                <a:lnTo>
                  <a:pt x="33692" y="37708"/>
                </a:lnTo>
                <a:lnTo>
                  <a:pt x="33692" y="76000"/>
                </a:lnTo>
                <a:close/>
                <a:moveTo>
                  <a:pt x="33692" y="37708"/>
                </a:moveTo>
                <a:lnTo>
                  <a:pt x="33692" y="76000"/>
                </a:lnTo>
                <a:lnTo>
                  <a:pt x="33692" y="37708"/>
                </a:lnTo>
                <a:close/>
                <a:moveTo>
                  <a:pt x="29692" y="36000"/>
                </a:moveTo>
                <a:lnTo>
                  <a:pt x="29692" y="40000"/>
                </a:lnTo>
                <a:lnTo>
                  <a:pt x="16000" y="40000"/>
                </a:lnTo>
                <a:lnTo>
                  <a:pt x="16000" y="76000"/>
                </a:lnTo>
                <a:lnTo>
                  <a:pt x="29692" y="76000"/>
                </a:lnTo>
                <a:lnTo>
                  <a:pt x="29692" y="80000"/>
                </a:lnTo>
                <a:lnTo>
                  <a:pt x="12000" y="80000"/>
                </a:lnTo>
                <a:lnTo>
                  <a:pt x="12000" y="36000"/>
                </a:lnTo>
                <a:lnTo>
                  <a:pt x="29692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1" name="TextBox 210"/>
          <p:cNvSpPr txBox="1"/>
          <p:nvPr/>
        </p:nvSpPr>
        <p:spPr>
          <a:xfrm>
            <a:off x="10087238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thumb up</a:t>
            </a:r>
          </a:p>
        </p:txBody>
      </p:sp>
      <p:sp>
        <p:nvSpPr>
          <p:cNvPr id="212" name="Icon timeline"/>
          <p:cNvSpPr/>
          <p:nvPr/>
        </p:nvSpPr>
        <p:spPr>
          <a:xfrm>
            <a:off x="11279475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000" y="70000"/>
                </a:moveTo>
                <a:quadBezTo>
                  <a:pt x="9469" y="70000"/>
                  <a:pt x="7735" y="68265"/>
                </a:quadBezTo>
                <a:quadBezTo>
                  <a:pt x="6000" y="66531"/>
                  <a:pt x="6000" y="64000"/>
                </a:quadBezTo>
                <a:quadBezTo>
                  <a:pt x="6000" y="61469"/>
                  <a:pt x="7735" y="59735"/>
                </a:quadBezTo>
                <a:quadBezTo>
                  <a:pt x="9469" y="58000"/>
                  <a:pt x="12000" y="58000"/>
                </a:quadBezTo>
                <a:quadBezTo>
                  <a:pt x="12754" y="58000"/>
                  <a:pt x="13396" y="58115"/>
                </a:quadBezTo>
                <a:quadBezTo>
                  <a:pt x="14038" y="58231"/>
                  <a:pt x="14615" y="58662"/>
                </a:quadBezTo>
                <a:lnTo>
                  <a:pt x="34662" y="38615"/>
                </a:lnTo>
                <a:quadBezTo>
                  <a:pt x="34231" y="38038"/>
                  <a:pt x="34115" y="37396"/>
                </a:quadBezTo>
                <a:quadBezTo>
                  <a:pt x="34000" y="36754"/>
                  <a:pt x="34000" y="36000"/>
                </a:quadBezTo>
                <a:quadBezTo>
                  <a:pt x="34000" y="33469"/>
                  <a:pt x="35735" y="31735"/>
                </a:quadBezTo>
                <a:quadBezTo>
                  <a:pt x="37469" y="30000"/>
                  <a:pt x="40000" y="30000"/>
                </a:quadBezTo>
                <a:quadBezTo>
                  <a:pt x="42531" y="30000"/>
                  <a:pt x="44265" y="31735"/>
                </a:quadBezTo>
                <a:quadBezTo>
                  <a:pt x="46000" y="33469"/>
                  <a:pt x="46000" y="36000"/>
                </a:quadBezTo>
                <a:quadBezTo>
                  <a:pt x="46000" y="36508"/>
                  <a:pt x="45492" y="38462"/>
                </a:quadBezTo>
                <a:lnTo>
                  <a:pt x="57538" y="50508"/>
                </a:lnTo>
                <a:quadBezTo>
                  <a:pt x="58115" y="50231"/>
                  <a:pt x="58681" y="50115"/>
                </a:quadBezTo>
                <a:quadBezTo>
                  <a:pt x="59246" y="50000"/>
                  <a:pt x="60000" y="50000"/>
                </a:quadBezTo>
                <a:quadBezTo>
                  <a:pt x="60754" y="50000"/>
                  <a:pt x="61358" y="50115"/>
                </a:quadBezTo>
                <a:quadBezTo>
                  <a:pt x="61962" y="50231"/>
                  <a:pt x="62462" y="50662"/>
                </a:quadBezTo>
                <a:lnTo>
                  <a:pt x="78662" y="34462"/>
                </a:lnTo>
                <a:quadBezTo>
                  <a:pt x="78231" y="33962"/>
                  <a:pt x="78115" y="33358"/>
                </a:quadBezTo>
                <a:quadBezTo>
                  <a:pt x="78000" y="32754"/>
                  <a:pt x="78000" y="32000"/>
                </a:quadBezTo>
                <a:quadBezTo>
                  <a:pt x="78000" y="29469"/>
                  <a:pt x="79735" y="27735"/>
                </a:quadBezTo>
                <a:quadBezTo>
                  <a:pt x="81469" y="26000"/>
                  <a:pt x="84000" y="26000"/>
                </a:quadBezTo>
                <a:quadBezTo>
                  <a:pt x="86531" y="26000"/>
                  <a:pt x="88265" y="27735"/>
                </a:quadBezTo>
                <a:quadBezTo>
                  <a:pt x="90000" y="29469"/>
                  <a:pt x="90000" y="32000"/>
                </a:quadBezTo>
                <a:quadBezTo>
                  <a:pt x="90000" y="34531"/>
                  <a:pt x="88265" y="36265"/>
                </a:quadBezTo>
                <a:quadBezTo>
                  <a:pt x="86531" y="38000"/>
                  <a:pt x="84000" y="38000"/>
                </a:quadBezTo>
                <a:quadBezTo>
                  <a:pt x="83246" y="38000"/>
                  <a:pt x="82642" y="37885"/>
                </a:quadBezTo>
                <a:quadBezTo>
                  <a:pt x="82038" y="37769"/>
                  <a:pt x="81538" y="37338"/>
                </a:quadBezTo>
                <a:lnTo>
                  <a:pt x="65338" y="53538"/>
                </a:lnTo>
                <a:quadBezTo>
                  <a:pt x="65769" y="54038"/>
                  <a:pt x="65885" y="54642"/>
                </a:quadBezTo>
                <a:quadBezTo>
                  <a:pt x="66000" y="55246"/>
                  <a:pt x="66000" y="56000"/>
                </a:quadBezTo>
                <a:quadBezTo>
                  <a:pt x="66000" y="58531"/>
                  <a:pt x="64265" y="60265"/>
                </a:quadBezTo>
                <a:quadBezTo>
                  <a:pt x="62531" y="62000"/>
                  <a:pt x="60000" y="62000"/>
                </a:quadBezTo>
                <a:quadBezTo>
                  <a:pt x="57469" y="62000"/>
                  <a:pt x="55735" y="60265"/>
                </a:quadBezTo>
                <a:quadBezTo>
                  <a:pt x="54000" y="58531"/>
                  <a:pt x="54000" y="56000"/>
                </a:quadBezTo>
                <a:quadBezTo>
                  <a:pt x="54000" y="55246"/>
                  <a:pt x="54115" y="54604"/>
                </a:quadBezTo>
                <a:quadBezTo>
                  <a:pt x="54231" y="53962"/>
                  <a:pt x="54662" y="53385"/>
                </a:quadBezTo>
                <a:lnTo>
                  <a:pt x="42615" y="41338"/>
                </a:lnTo>
                <a:quadBezTo>
                  <a:pt x="42038" y="41769"/>
                  <a:pt x="41396" y="41885"/>
                </a:quadBezTo>
                <a:quadBezTo>
                  <a:pt x="40754" y="42000"/>
                  <a:pt x="40000" y="42000"/>
                </a:quadBezTo>
                <a:quadBezTo>
                  <a:pt x="39492" y="42000"/>
                  <a:pt x="37538" y="41492"/>
                </a:quadBezTo>
                <a:lnTo>
                  <a:pt x="17492" y="61538"/>
                </a:lnTo>
                <a:quadBezTo>
                  <a:pt x="17769" y="62115"/>
                  <a:pt x="17885" y="62681"/>
                </a:quadBezTo>
                <a:quadBezTo>
                  <a:pt x="18000" y="63246"/>
                  <a:pt x="18000" y="64000"/>
                </a:quadBezTo>
                <a:quadBezTo>
                  <a:pt x="18000" y="66531"/>
                  <a:pt x="16265" y="68265"/>
                </a:quadBezTo>
                <a:quadBezTo>
                  <a:pt x="14531" y="70000"/>
                  <a:pt x="12000" y="7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3" name="TextBox 212"/>
          <p:cNvSpPr txBox="1"/>
          <p:nvPr/>
        </p:nvSpPr>
        <p:spPr>
          <a:xfrm>
            <a:off x="10973503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timeline</a:t>
            </a:r>
          </a:p>
        </p:txBody>
      </p:sp>
      <p:sp>
        <p:nvSpPr>
          <p:cNvPr id="214" name="Icon trending_down"/>
          <p:cNvSpPr/>
          <p:nvPr/>
        </p:nvSpPr>
        <p:spPr>
          <a:xfrm>
            <a:off x="644300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4000" y="68385"/>
                </a:moveTo>
                <a:lnTo>
                  <a:pt x="64000" y="64385"/>
                </a:lnTo>
                <a:lnTo>
                  <a:pt x="77323" y="64385"/>
                </a:lnTo>
                <a:lnTo>
                  <a:pt x="53215" y="40631"/>
                </a:lnTo>
                <a:lnTo>
                  <a:pt x="37215" y="56631"/>
                </a:lnTo>
                <a:lnTo>
                  <a:pt x="12000" y="31215"/>
                </a:lnTo>
                <a:lnTo>
                  <a:pt x="14831" y="28385"/>
                </a:lnTo>
                <a:lnTo>
                  <a:pt x="37215" y="50769"/>
                </a:lnTo>
                <a:lnTo>
                  <a:pt x="53215" y="34769"/>
                </a:lnTo>
                <a:lnTo>
                  <a:pt x="80000" y="61554"/>
                </a:lnTo>
                <a:lnTo>
                  <a:pt x="80000" y="48385"/>
                </a:lnTo>
                <a:lnTo>
                  <a:pt x="84000" y="48385"/>
                </a:lnTo>
                <a:lnTo>
                  <a:pt x="84000" y="68385"/>
                </a:lnTo>
                <a:lnTo>
                  <a:pt x="64000" y="683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5" name="TextBox 214"/>
          <p:cNvSpPr txBox="1"/>
          <p:nvPr/>
        </p:nvSpPr>
        <p:spPr>
          <a:xfrm>
            <a:off x="338328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trending down</a:t>
            </a:r>
          </a:p>
        </p:txBody>
      </p:sp>
      <p:sp>
        <p:nvSpPr>
          <p:cNvPr id="216" name="Icon trending_up"/>
          <p:cNvSpPr/>
          <p:nvPr/>
        </p:nvSpPr>
        <p:spPr>
          <a:xfrm>
            <a:off x="1530564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831" y="68385"/>
                </a:moveTo>
                <a:lnTo>
                  <a:pt x="12000" y="65554"/>
                </a:lnTo>
                <a:lnTo>
                  <a:pt x="37215" y="40138"/>
                </a:lnTo>
                <a:lnTo>
                  <a:pt x="53215" y="56138"/>
                </a:lnTo>
                <a:lnTo>
                  <a:pt x="77323" y="32385"/>
                </a:lnTo>
                <a:lnTo>
                  <a:pt x="64000" y="32385"/>
                </a:lnTo>
                <a:lnTo>
                  <a:pt x="64000" y="28385"/>
                </a:lnTo>
                <a:lnTo>
                  <a:pt x="84000" y="28385"/>
                </a:lnTo>
                <a:lnTo>
                  <a:pt x="84000" y="48385"/>
                </a:lnTo>
                <a:lnTo>
                  <a:pt x="80000" y="48385"/>
                </a:lnTo>
                <a:lnTo>
                  <a:pt x="80000" y="35215"/>
                </a:lnTo>
                <a:lnTo>
                  <a:pt x="53215" y="62000"/>
                </a:lnTo>
                <a:lnTo>
                  <a:pt x="37215" y="46000"/>
                </a:lnTo>
                <a:lnTo>
                  <a:pt x="14831" y="683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7" name="TextBox 216"/>
          <p:cNvSpPr txBox="1"/>
          <p:nvPr/>
        </p:nvSpPr>
        <p:spPr>
          <a:xfrm>
            <a:off x="1224592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trending up</a:t>
            </a:r>
          </a:p>
        </p:txBody>
      </p:sp>
      <p:sp>
        <p:nvSpPr>
          <p:cNvPr id="218" name="Icon trophy"/>
          <p:cNvSpPr/>
          <p:nvPr/>
        </p:nvSpPr>
        <p:spPr>
          <a:xfrm>
            <a:off x="2416829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538" y="80000"/>
                </a:moveTo>
                <a:lnTo>
                  <a:pt x="33538" y="76000"/>
                </a:lnTo>
                <a:lnTo>
                  <a:pt x="46000" y="76000"/>
                </a:lnTo>
                <a:lnTo>
                  <a:pt x="46000" y="60985"/>
                </a:lnTo>
                <a:quadBezTo>
                  <a:pt x="40715" y="60038"/>
                  <a:pt x="36750" y="56565"/>
                </a:quadBezTo>
                <a:quadBezTo>
                  <a:pt x="32785" y="53092"/>
                  <a:pt x="31292" y="47954"/>
                </a:quadBezTo>
                <a:quadBezTo>
                  <a:pt x="24946" y="47208"/>
                  <a:pt x="20473" y="42750"/>
                </a:quadBezTo>
                <a:quadBezTo>
                  <a:pt x="16000" y="38292"/>
                  <a:pt x="16000" y="32000"/>
                </a:quadBezTo>
                <a:lnTo>
                  <a:pt x="16000" y="28000"/>
                </a:lnTo>
                <a:quadBezTo>
                  <a:pt x="16000" y="26392"/>
                  <a:pt x="17196" y="25196"/>
                </a:quadBezTo>
                <a:quadBezTo>
                  <a:pt x="18392" y="24000"/>
                  <a:pt x="20000" y="24000"/>
                </a:quadBezTo>
                <a:lnTo>
                  <a:pt x="30615" y="24000"/>
                </a:lnTo>
                <a:lnTo>
                  <a:pt x="30615" y="16000"/>
                </a:lnTo>
                <a:lnTo>
                  <a:pt x="65385" y="16000"/>
                </a:lnTo>
                <a:lnTo>
                  <a:pt x="65385" y="24000"/>
                </a:lnTo>
                <a:lnTo>
                  <a:pt x="76000" y="24000"/>
                </a:lnTo>
                <a:quadBezTo>
                  <a:pt x="77608" y="24000"/>
                  <a:pt x="78804" y="25196"/>
                </a:quadBezTo>
                <a:quadBezTo>
                  <a:pt x="80000" y="26392"/>
                  <a:pt x="80000" y="28000"/>
                </a:quadBezTo>
                <a:lnTo>
                  <a:pt x="80000" y="32000"/>
                </a:lnTo>
                <a:quadBezTo>
                  <a:pt x="80000" y="38292"/>
                  <a:pt x="75527" y="42750"/>
                </a:quadBezTo>
                <a:quadBezTo>
                  <a:pt x="71054" y="47208"/>
                  <a:pt x="64708" y="47954"/>
                </a:quadBezTo>
                <a:quadBezTo>
                  <a:pt x="63215" y="53092"/>
                  <a:pt x="59250" y="56565"/>
                </a:quadBezTo>
                <a:quadBezTo>
                  <a:pt x="55285" y="60038"/>
                  <a:pt x="50000" y="60985"/>
                </a:quadBezTo>
                <a:lnTo>
                  <a:pt x="50000" y="76000"/>
                </a:lnTo>
                <a:lnTo>
                  <a:pt x="62462" y="76000"/>
                </a:lnTo>
                <a:lnTo>
                  <a:pt x="62462" y="80000"/>
                </a:lnTo>
                <a:lnTo>
                  <a:pt x="33538" y="80000"/>
                </a:lnTo>
                <a:close/>
                <a:moveTo>
                  <a:pt x="30615" y="43662"/>
                </a:moveTo>
                <a:lnTo>
                  <a:pt x="30615" y="28000"/>
                </a:lnTo>
                <a:lnTo>
                  <a:pt x="20000" y="28000"/>
                </a:lnTo>
                <a:lnTo>
                  <a:pt x="20000" y="32000"/>
                </a:lnTo>
                <a:quadBezTo>
                  <a:pt x="20000" y="36569"/>
                  <a:pt x="23046" y="39850"/>
                </a:quadBezTo>
                <a:quadBezTo>
                  <a:pt x="26092" y="43131"/>
                  <a:pt x="30615" y="43662"/>
                </a:quadBezTo>
                <a:close/>
                <a:moveTo>
                  <a:pt x="48000" y="57077"/>
                </a:moveTo>
                <a:quadBezTo>
                  <a:pt x="53538" y="57077"/>
                  <a:pt x="57385" y="53231"/>
                </a:quadBezTo>
                <a:quadBezTo>
                  <a:pt x="61231" y="49385"/>
                  <a:pt x="61231" y="43846"/>
                </a:quadBezTo>
                <a:lnTo>
                  <a:pt x="61231" y="20000"/>
                </a:lnTo>
                <a:lnTo>
                  <a:pt x="34769" y="20000"/>
                </a:lnTo>
                <a:lnTo>
                  <a:pt x="34769" y="43846"/>
                </a:lnTo>
                <a:quadBezTo>
                  <a:pt x="34769" y="49385"/>
                  <a:pt x="38615" y="53231"/>
                </a:quadBezTo>
                <a:quadBezTo>
                  <a:pt x="42462" y="57077"/>
                  <a:pt x="48000" y="57077"/>
                </a:quadBezTo>
                <a:close/>
                <a:moveTo>
                  <a:pt x="65385" y="43662"/>
                </a:moveTo>
                <a:quadBezTo>
                  <a:pt x="69908" y="43131"/>
                  <a:pt x="72954" y="39850"/>
                </a:quadBezTo>
                <a:quadBezTo>
                  <a:pt x="76000" y="36569"/>
                  <a:pt x="76000" y="32000"/>
                </a:quadBezTo>
                <a:lnTo>
                  <a:pt x="76000" y="28000"/>
                </a:lnTo>
                <a:lnTo>
                  <a:pt x="65385" y="28000"/>
                </a:lnTo>
                <a:lnTo>
                  <a:pt x="65385" y="43662"/>
                </a:lnTo>
                <a:close/>
                <a:moveTo>
                  <a:pt x="48000" y="385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9" name="TextBox 218"/>
          <p:cNvSpPr txBox="1"/>
          <p:nvPr/>
        </p:nvSpPr>
        <p:spPr>
          <a:xfrm>
            <a:off x="2110857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trophy</a:t>
            </a:r>
          </a:p>
        </p:txBody>
      </p:sp>
      <p:sp>
        <p:nvSpPr>
          <p:cNvPr id="220" name="Icon tune"/>
          <p:cNvSpPr/>
          <p:nvPr/>
        </p:nvSpPr>
        <p:spPr>
          <a:xfrm>
            <a:off x="3303094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000" y="82000"/>
                </a:moveTo>
                <a:lnTo>
                  <a:pt x="46000" y="62000"/>
                </a:lnTo>
                <a:lnTo>
                  <a:pt x="50000" y="62000"/>
                </a:lnTo>
                <a:lnTo>
                  <a:pt x="50000" y="70000"/>
                </a:lnTo>
                <a:lnTo>
                  <a:pt x="82000" y="70000"/>
                </a:lnTo>
                <a:lnTo>
                  <a:pt x="82000" y="74000"/>
                </a:lnTo>
                <a:lnTo>
                  <a:pt x="50000" y="74000"/>
                </a:lnTo>
                <a:lnTo>
                  <a:pt x="50000" y="82000"/>
                </a:lnTo>
                <a:lnTo>
                  <a:pt x="46000" y="82000"/>
                </a:lnTo>
                <a:close/>
                <a:moveTo>
                  <a:pt x="14000" y="74000"/>
                </a:moveTo>
                <a:lnTo>
                  <a:pt x="14000" y="70000"/>
                </a:lnTo>
                <a:lnTo>
                  <a:pt x="34000" y="70000"/>
                </a:lnTo>
                <a:lnTo>
                  <a:pt x="34000" y="74000"/>
                </a:lnTo>
                <a:lnTo>
                  <a:pt x="14000" y="74000"/>
                </a:lnTo>
                <a:close/>
                <a:moveTo>
                  <a:pt x="30000" y="58000"/>
                </a:moveTo>
                <a:lnTo>
                  <a:pt x="30000" y="50000"/>
                </a:lnTo>
                <a:lnTo>
                  <a:pt x="14000" y="50000"/>
                </a:lnTo>
                <a:lnTo>
                  <a:pt x="14000" y="46000"/>
                </a:lnTo>
                <a:lnTo>
                  <a:pt x="30000" y="46000"/>
                </a:lnTo>
                <a:lnTo>
                  <a:pt x="30000" y="38000"/>
                </a:lnTo>
                <a:lnTo>
                  <a:pt x="34000" y="38000"/>
                </a:lnTo>
                <a:lnTo>
                  <a:pt x="34000" y="58000"/>
                </a:lnTo>
                <a:lnTo>
                  <a:pt x="30000" y="58000"/>
                </a:lnTo>
                <a:close/>
                <a:moveTo>
                  <a:pt x="46000" y="50000"/>
                </a:moveTo>
                <a:lnTo>
                  <a:pt x="46000" y="46000"/>
                </a:lnTo>
                <a:lnTo>
                  <a:pt x="82000" y="46000"/>
                </a:lnTo>
                <a:lnTo>
                  <a:pt x="82000" y="50000"/>
                </a:lnTo>
                <a:lnTo>
                  <a:pt x="46000" y="50000"/>
                </a:lnTo>
                <a:close/>
                <a:moveTo>
                  <a:pt x="62000" y="34000"/>
                </a:moveTo>
                <a:lnTo>
                  <a:pt x="62000" y="14000"/>
                </a:lnTo>
                <a:lnTo>
                  <a:pt x="66000" y="14000"/>
                </a:lnTo>
                <a:lnTo>
                  <a:pt x="66000" y="22000"/>
                </a:lnTo>
                <a:lnTo>
                  <a:pt x="82000" y="22000"/>
                </a:lnTo>
                <a:lnTo>
                  <a:pt x="82000" y="26000"/>
                </a:lnTo>
                <a:lnTo>
                  <a:pt x="66000" y="26000"/>
                </a:lnTo>
                <a:lnTo>
                  <a:pt x="66000" y="34000"/>
                </a:lnTo>
                <a:lnTo>
                  <a:pt x="62000" y="34000"/>
                </a:lnTo>
                <a:close/>
                <a:moveTo>
                  <a:pt x="14000" y="26000"/>
                </a:moveTo>
                <a:lnTo>
                  <a:pt x="14000" y="22000"/>
                </a:lnTo>
                <a:lnTo>
                  <a:pt x="50000" y="22000"/>
                </a:lnTo>
                <a:lnTo>
                  <a:pt x="50000" y="26000"/>
                </a:lnTo>
                <a:lnTo>
                  <a:pt x="14000" y="2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1" name="TextBox 220"/>
          <p:cNvSpPr txBox="1"/>
          <p:nvPr/>
        </p:nvSpPr>
        <p:spPr>
          <a:xfrm>
            <a:off x="2997121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tune</a:t>
            </a:r>
          </a:p>
        </p:txBody>
      </p:sp>
      <p:sp>
        <p:nvSpPr>
          <p:cNvPr id="222" name="Icon upload"/>
          <p:cNvSpPr/>
          <p:nvPr/>
        </p:nvSpPr>
        <p:spPr>
          <a:xfrm>
            <a:off x="4189358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000" y="62308"/>
                </a:moveTo>
                <a:lnTo>
                  <a:pt x="46000" y="27708"/>
                </a:lnTo>
                <a:lnTo>
                  <a:pt x="36677" y="37031"/>
                </a:lnTo>
                <a:lnTo>
                  <a:pt x="33846" y="34154"/>
                </a:lnTo>
                <a:lnTo>
                  <a:pt x="48000" y="20000"/>
                </a:lnTo>
                <a:lnTo>
                  <a:pt x="62154" y="34154"/>
                </a:lnTo>
                <a:lnTo>
                  <a:pt x="59323" y="37031"/>
                </a:lnTo>
                <a:lnTo>
                  <a:pt x="50000" y="27708"/>
                </a:lnTo>
                <a:lnTo>
                  <a:pt x="50000" y="62308"/>
                </a:lnTo>
                <a:lnTo>
                  <a:pt x="46000" y="62308"/>
                </a:lnTo>
                <a:close/>
                <a:moveTo>
                  <a:pt x="26462" y="76000"/>
                </a:moveTo>
                <a:quadBezTo>
                  <a:pt x="23700" y="76000"/>
                  <a:pt x="21850" y="74150"/>
                </a:quadBezTo>
                <a:quadBezTo>
                  <a:pt x="20000" y="72300"/>
                  <a:pt x="20000" y="69538"/>
                </a:quadBezTo>
                <a:lnTo>
                  <a:pt x="20000" y="59846"/>
                </a:lnTo>
                <a:lnTo>
                  <a:pt x="24000" y="59846"/>
                </a:lnTo>
                <a:lnTo>
                  <a:pt x="24000" y="69538"/>
                </a:lnTo>
                <a:quadBezTo>
                  <a:pt x="24000" y="70462"/>
                  <a:pt x="24769" y="71231"/>
                </a:quadBezTo>
                <a:quadBezTo>
                  <a:pt x="25538" y="72000"/>
                  <a:pt x="26462" y="72000"/>
                </a:quadBezTo>
                <a:lnTo>
                  <a:pt x="69538" y="72000"/>
                </a:lnTo>
                <a:quadBezTo>
                  <a:pt x="70462" y="72000"/>
                  <a:pt x="71231" y="71231"/>
                </a:quadBezTo>
                <a:quadBezTo>
                  <a:pt x="72000" y="70462"/>
                  <a:pt x="72000" y="69538"/>
                </a:quadBezTo>
                <a:lnTo>
                  <a:pt x="72000" y="59846"/>
                </a:lnTo>
                <a:lnTo>
                  <a:pt x="76000" y="59846"/>
                </a:lnTo>
                <a:lnTo>
                  <a:pt x="76000" y="69538"/>
                </a:lnTo>
                <a:quadBezTo>
                  <a:pt x="76000" y="72300"/>
                  <a:pt x="74150" y="74150"/>
                </a:quadBezTo>
                <a:quadBezTo>
                  <a:pt x="72300" y="76000"/>
                  <a:pt x="69538" y="76000"/>
                </a:quadBezTo>
                <a:lnTo>
                  <a:pt x="26462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3" name="TextBox 222"/>
          <p:cNvSpPr txBox="1"/>
          <p:nvPr/>
        </p:nvSpPr>
        <p:spPr>
          <a:xfrm>
            <a:off x="3883386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upload</a:t>
            </a:r>
          </a:p>
        </p:txBody>
      </p:sp>
      <p:sp>
        <p:nvSpPr>
          <p:cNvPr id="224" name="Icon vaccines"/>
          <p:cNvSpPr/>
          <p:nvPr/>
        </p:nvSpPr>
        <p:spPr>
          <a:xfrm>
            <a:off x="5075623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0000" y="86000"/>
                </a:moveTo>
                <a:lnTo>
                  <a:pt x="26000" y="83000"/>
                </a:lnTo>
                <a:lnTo>
                  <a:pt x="26000" y="66000"/>
                </a:lnTo>
                <a:lnTo>
                  <a:pt x="18000" y="66000"/>
                </a:lnTo>
                <a:quadBezTo>
                  <a:pt x="16162" y="66000"/>
                  <a:pt x="15081" y="64919"/>
                </a:quadBezTo>
                <a:quadBezTo>
                  <a:pt x="14000" y="63838"/>
                  <a:pt x="14000" y="62000"/>
                </a:quadBezTo>
                <a:lnTo>
                  <a:pt x="14000" y="28000"/>
                </a:lnTo>
                <a:lnTo>
                  <a:pt x="12000" y="28000"/>
                </a:lnTo>
                <a:quadBezTo>
                  <a:pt x="11150" y="28000"/>
                  <a:pt x="10575" y="27424"/>
                </a:quadBezTo>
                <a:quadBezTo>
                  <a:pt x="10000" y="26848"/>
                  <a:pt x="10000" y="25997"/>
                </a:quadBezTo>
                <a:quadBezTo>
                  <a:pt x="10000" y="25146"/>
                  <a:pt x="10575" y="24573"/>
                </a:quadBezTo>
                <a:quadBezTo>
                  <a:pt x="11150" y="24000"/>
                  <a:pt x="12000" y="24000"/>
                </a:quadBezTo>
                <a:lnTo>
                  <a:pt x="26000" y="24000"/>
                </a:lnTo>
                <a:lnTo>
                  <a:pt x="26000" y="14000"/>
                </a:lnTo>
                <a:lnTo>
                  <a:pt x="22000" y="14000"/>
                </a:lnTo>
                <a:quadBezTo>
                  <a:pt x="21150" y="14000"/>
                  <a:pt x="20575" y="13424"/>
                </a:quadBezTo>
                <a:quadBezTo>
                  <a:pt x="20000" y="12848"/>
                  <a:pt x="20000" y="11997"/>
                </a:quadBezTo>
                <a:quadBezTo>
                  <a:pt x="20000" y="11146"/>
                  <a:pt x="20575" y="10573"/>
                </a:quadBezTo>
                <a:quadBezTo>
                  <a:pt x="21150" y="10000"/>
                  <a:pt x="22000" y="10000"/>
                </a:quadBezTo>
                <a:lnTo>
                  <a:pt x="34000" y="10000"/>
                </a:lnTo>
                <a:quadBezTo>
                  <a:pt x="34850" y="10000"/>
                  <a:pt x="35425" y="10576"/>
                </a:quadBezTo>
                <a:quadBezTo>
                  <a:pt x="36000" y="11152"/>
                  <a:pt x="36000" y="12003"/>
                </a:quadBezTo>
                <a:quadBezTo>
                  <a:pt x="36000" y="12854"/>
                  <a:pt x="35425" y="13427"/>
                </a:quadBezTo>
                <a:quadBezTo>
                  <a:pt x="34850" y="14000"/>
                  <a:pt x="34000" y="14000"/>
                </a:quadBezTo>
                <a:lnTo>
                  <a:pt x="30000" y="14000"/>
                </a:lnTo>
                <a:lnTo>
                  <a:pt x="30000" y="24000"/>
                </a:lnTo>
                <a:lnTo>
                  <a:pt x="44000" y="24000"/>
                </a:lnTo>
                <a:quadBezTo>
                  <a:pt x="44850" y="24000"/>
                  <a:pt x="45425" y="24576"/>
                </a:quadBezTo>
                <a:quadBezTo>
                  <a:pt x="46000" y="25152"/>
                  <a:pt x="46000" y="26003"/>
                </a:quadBezTo>
                <a:quadBezTo>
                  <a:pt x="46000" y="26854"/>
                  <a:pt x="45425" y="27427"/>
                </a:quadBezTo>
                <a:quadBezTo>
                  <a:pt x="44850" y="28000"/>
                  <a:pt x="44000" y="28000"/>
                </a:quadBezTo>
                <a:lnTo>
                  <a:pt x="42000" y="28000"/>
                </a:lnTo>
                <a:lnTo>
                  <a:pt x="42000" y="62000"/>
                </a:lnTo>
                <a:quadBezTo>
                  <a:pt x="42000" y="63838"/>
                  <a:pt x="40919" y="64919"/>
                </a:quadBezTo>
                <a:quadBezTo>
                  <a:pt x="39838" y="66000"/>
                  <a:pt x="38000" y="66000"/>
                </a:quadBezTo>
                <a:lnTo>
                  <a:pt x="30000" y="66000"/>
                </a:lnTo>
                <a:lnTo>
                  <a:pt x="30000" y="86000"/>
                </a:lnTo>
                <a:close/>
                <a:moveTo>
                  <a:pt x="18000" y="62000"/>
                </a:moveTo>
                <a:lnTo>
                  <a:pt x="38000" y="62000"/>
                </a:lnTo>
                <a:lnTo>
                  <a:pt x="38000" y="52769"/>
                </a:lnTo>
                <a:lnTo>
                  <a:pt x="29000" y="52769"/>
                </a:lnTo>
                <a:quadBezTo>
                  <a:pt x="28292" y="52769"/>
                  <a:pt x="27762" y="52238"/>
                </a:quadBezTo>
                <a:quadBezTo>
                  <a:pt x="27231" y="51708"/>
                  <a:pt x="27231" y="51000"/>
                </a:quadBezTo>
                <a:quadBezTo>
                  <a:pt x="27231" y="50292"/>
                  <a:pt x="27762" y="49762"/>
                </a:quadBezTo>
                <a:quadBezTo>
                  <a:pt x="28292" y="49231"/>
                  <a:pt x="29000" y="49231"/>
                </a:quadBezTo>
                <a:lnTo>
                  <a:pt x="38000" y="49231"/>
                </a:lnTo>
                <a:lnTo>
                  <a:pt x="38000" y="40769"/>
                </a:lnTo>
                <a:lnTo>
                  <a:pt x="29000" y="40769"/>
                </a:lnTo>
                <a:quadBezTo>
                  <a:pt x="28292" y="40769"/>
                  <a:pt x="27762" y="40238"/>
                </a:quadBezTo>
                <a:quadBezTo>
                  <a:pt x="27231" y="39708"/>
                  <a:pt x="27231" y="39000"/>
                </a:quadBezTo>
                <a:quadBezTo>
                  <a:pt x="27231" y="38292"/>
                  <a:pt x="27762" y="37762"/>
                </a:quadBezTo>
                <a:quadBezTo>
                  <a:pt x="28292" y="37231"/>
                  <a:pt x="29000" y="37231"/>
                </a:quadBezTo>
                <a:lnTo>
                  <a:pt x="38000" y="37231"/>
                </a:lnTo>
                <a:lnTo>
                  <a:pt x="38000" y="28000"/>
                </a:lnTo>
                <a:lnTo>
                  <a:pt x="18000" y="28000"/>
                </a:lnTo>
                <a:lnTo>
                  <a:pt x="18000" y="62000"/>
                </a:lnTo>
                <a:close/>
                <a:moveTo>
                  <a:pt x="58000" y="86000"/>
                </a:moveTo>
                <a:quadBezTo>
                  <a:pt x="56162" y="86000"/>
                  <a:pt x="55081" y="84919"/>
                </a:quadBezTo>
                <a:quadBezTo>
                  <a:pt x="54000" y="83838"/>
                  <a:pt x="54000" y="82000"/>
                </a:quadBezTo>
                <a:lnTo>
                  <a:pt x="54000" y="54000"/>
                </a:lnTo>
                <a:quadBezTo>
                  <a:pt x="54000" y="51133"/>
                  <a:pt x="55231" y="49255"/>
                </a:quadBezTo>
                <a:quadBezTo>
                  <a:pt x="56462" y="47377"/>
                  <a:pt x="57562" y="46131"/>
                </a:quadBezTo>
                <a:quadBezTo>
                  <a:pt x="58585" y="44962"/>
                  <a:pt x="59292" y="44073"/>
                </a:quadBezTo>
                <a:quadBezTo>
                  <a:pt x="60000" y="43185"/>
                  <a:pt x="60000" y="42000"/>
                </a:quadBezTo>
                <a:lnTo>
                  <a:pt x="60000" y="38000"/>
                </a:lnTo>
                <a:lnTo>
                  <a:pt x="58000" y="38000"/>
                </a:lnTo>
                <a:quadBezTo>
                  <a:pt x="57150" y="38000"/>
                  <a:pt x="56575" y="37424"/>
                </a:quadBezTo>
                <a:quadBezTo>
                  <a:pt x="56000" y="36848"/>
                  <a:pt x="56000" y="35997"/>
                </a:quadBezTo>
                <a:quadBezTo>
                  <a:pt x="56000" y="35146"/>
                  <a:pt x="56575" y="34573"/>
                </a:quadBezTo>
                <a:quadBezTo>
                  <a:pt x="57150" y="34000"/>
                  <a:pt x="58000" y="34000"/>
                </a:quadBezTo>
                <a:lnTo>
                  <a:pt x="78000" y="34000"/>
                </a:lnTo>
                <a:quadBezTo>
                  <a:pt x="78850" y="34000"/>
                  <a:pt x="79425" y="34576"/>
                </a:quadBezTo>
                <a:quadBezTo>
                  <a:pt x="80000" y="35152"/>
                  <a:pt x="80000" y="36003"/>
                </a:quadBezTo>
                <a:quadBezTo>
                  <a:pt x="80000" y="36854"/>
                  <a:pt x="79425" y="37427"/>
                </a:quadBezTo>
                <a:quadBezTo>
                  <a:pt x="78850" y="38000"/>
                  <a:pt x="78000" y="38000"/>
                </a:quadBezTo>
                <a:lnTo>
                  <a:pt x="76000" y="38000"/>
                </a:lnTo>
                <a:lnTo>
                  <a:pt x="76000" y="42000"/>
                </a:lnTo>
                <a:quadBezTo>
                  <a:pt x="76000" y="43185"/>
                  <a:pt x="76731" y="44108"/>
                </a:quadBezTo>
                <a:quadBezTo>
                  <a:pt x="77462" y="45031"/>
                  <a:pt x="78508" y="46200"/>
                </a:quadBezTo>
                <a:quadBezTo>
                  <a:pt x="79608" y="47446"/>
                  <a:pt x="80804" y="49308"/>
                </a:quadBezTo>
                <a:quadBezTo>
                  <a:pt x="82000" y="51169"/>
                  <a:pt x="82000" y="53972"/>
                </a:quadBezTo>
                <a:lnTo>
                  <a:pt x="82000" y="82000"/>
                </a:lnTo>
                <a:quadBezTo>
                  <a:pt x="82000" y="83838"/>
                  <a:pt x="80919" y="84919"/>
                </a:quadBezTo>
                <a:quadBezTo>
                  <a:pt x="79838" y="86000"/>
                  <a:pt x="78000" y="86000"/>
                </a:quadBezTo>
                <a:lnTo>
                  <a:pt x="58000" y="86000"/>
                </a:lnTo>
                <a:close/>
                <a:moveTo>
                  <a:pt x="58000" y="57231"/>
                </a:moveTo>
                <a:lnTo>
                  <a:pt x="78000" y="57231"/>
                </a:lnTo>
                <a:lnTo>
                  <a:pt x="78000" y="54000"/>
                </a:lnTo>
                <a:quadBezTo>
                  <a:pt x="78000" y="52038"/>
                  <a:pt x="77100" y="50708"/>
                </a:quadBezTo>
                <a:quadBezTo>
                  <a:pt x="76200" y="49377"/>
                  <a:pt x="74946" y="48000"/>
                </a:quadBezTo>
                <a:quadBezTo>
                  <a:pt x="73901" y="46878"/>
                  <a:pt x="72950" y="45497"/>
                </a:quadBezTo>
                <a:quadBezTo>
                  <a:pt x="72000" y="44115"/>
                  <a:pt x="72000" y="42000"/>
                </a:quadBezTo>
                <a:lnTo>
                  <a:pt x="72000" y="38000"/>
                </a:lnTo>
                <a:lnTo>
                  <a:pt x="64000" y="38000"/>
                </a:lnTo>
                <a:lnTo>
                  <a:pt x="64000" y="42000"/>
                </a:lnTo>
                <a:quadBezTo>
                  <a:pt x="64000" y="44070"/>
                  <a:pt x="63050" y="45451"/>
                </a:quadBezTo>
                <a:quadBezTo>
                  <a:pt x="62100" y="46831"/>
                  <a:pt x="61077" y="47977"/>
                </a:quadBezTo>
                <a:quadBezTo>
                  <a:pt x="59823" y="49354"/>
                  <a:pt x="58912" y="50696"/>
                </a:quadBezTo>
                <a:quadBezTo>
                  <a:pt x="58000" y="52038"/>
                  <a:pt x="58000" y="54000"/>
                </a:quadBezTo>
                <a:lnTo>
                  <a:pt x="58000" y="57231"/>
                </a:lnTo>
                <a:close/>
                <a:moveTo>
                  <a:pt x="58000" y="69231"/>
                </a:moveTo>
                <a:lnTo>
                  <a:pt x="78000" y="69231"/>
                </a:lnTo>
                <a:lnTo>
                  <a:pt x="78000" y="60769"/>
                </a:lnTo>
                <a:lnTo>
                  <a:pt x="58000" y="60769"/>
                </a:lnTo>
                <a:lnTo>
                  <a:pt x="58000" y="69231"/>
                </a:lnTo>
                <a:close/>
                <a:moveTo>
                  <a:pt x="58000" y="82000"/>
                </a:moveTo>
                <a:lnTo>
                  <a:pt x="78000" y="82000"/>
                </a:lnTo>
                <a:lnTo>
                  <a:pt x="78000" y="72769"/>
                </a:lnTo>
                <a:lnTo>
                  <a:pt x="58000" y="72769"/>
                </a:lnTo>
                <a:lnTo>
                  <a:pt x="58000" y="82000"/>
                </a:lnTo>
                <a:close/>
                <a:moveTo>
                  <a:pt x="58000" y="69231"/>
                </a:moveTo>
                <a:lnTo>
                  <a:pt x="78000" y="69231"/>
                </a:lnTo>
                <a:lnTo>
                  <a:pt x="58000" y="692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5" name="TextBox 224"/>
          <p:cNvSpPr txBox="1"/>
          <p:nvPr/>
        </p:nvSpPr>
        <p:spPr>
          <a:xfrm>
            <a:off x="4769651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vaccines</a:t>
            </a:r>
          </a:p>
        </p:txBody>
      </p:sp>
      <p:sp>
        <p:nvSpPr>
          <p:cNvPr id="226" name="Icon verified"/>
          <p:cNvSpPr/>
          <p:nvPr/>
        </p:nvSpPr>
        <p:spPr>
          <a:xfrm>
            <a:off x="5961888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7" name="TextBox 226"/>
          <p:cNvSpPr txBox="1"/>
          <p:nvPr/>
        </p:nvSpPr>
        <p:spPr>
          <a:xfrm>
            <a:off x="5655915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verified</a:t>
            </a:r>
          </a:p>
        </p:txBody>
      </p:sp>
      <p:sp>
        <p:nvSpPr>
          <p:cNvPr id="228" name="Icon visibility"/>
          <p:cNvSpPr/>
          <p:nvPr/>
        </p:nvSpPr>
        <p:spPr>
          <a:xfrm>
            <a:off x="6848152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8" y="60615"/>
                </a:moveTo>
                <a:quadBezTo>
                  <a:pt x="54115" y="60615"/>
                  <a:pt x="58365" y="56347"/>
                </a:quadBezTo>
                <a:quadBezTo>
                  <a:pt x="62615" y="52079"/>
                  <a:pt x="62615" y="45982"/>
                </a:quadBezTo>
                <a:quadBezTo>
                  <a:pt x="62615" y="39885"/>
                  <a:pt x="58347" y="35635"/>
                </a:quadBezTo>
                <a:quadBezTo>
                  <a:pt x="54079" y="31385"/>
                  <a:pt x="47982" y="31385"/>
                </a:quadBezTo>
                <a:quadBezTo>
                  <a:pt x="41885" y="31385"/>
                  <a:pt x="37635" y="35653"/>
                </a:quadBezTo>
                <a:quadBezTo>
                  <a:pt x="33385" y="39921"/>
                  <a:pt x="33385" y="46018"/>
                </a:quadBezTo>
                <a:quadBezTo>
                  <a:pt x="33385" y="52115"/>
                  <a:pt x="37653" y="56365"/>
                </a:quadBezTo>
                <a:quadBezTo>
                  <a:pt x="41921" y="60615"/>
                  <a:pt x="48018" y="60615"/>
                </a:quadBezTo>
                <a:close/>
                <a:moveTo>
                  <a:pt x="48000" y="56800"/>
                </a:moveTo>
                <a:quadBezTo>
                  <a:pt x="43500" y="56800"/>
                  <a:pt x="40350" y="53650"/>
                </a:quadBezTo>
                <a:quadBezTo>
                  <a:pt x="37200" y="50500"/>
                  <a:pt x="37200" y="46000"/>
                </a:quadBezTo>
                <a:quadBezTo>
                  <a:pt x="37200" y="41500"/>
                  <a:pt x="40350" y="38350"/>
                </a:quadBezTo>
                <a:quadBezTo>
                  <a:pt x="43500" y="35200"/>
                  <a:pt x="48000" y="35200"/>
                </a:quadBezTo>
                <a:quadBezTo>
                  <a:pt x="52500" y="35200"/>
                  <a:pt x="55650" y="38350"/>
                </a:quadBezTo>
                <a:quadBezTo>
                  <a:pt x="58800" y="41500"/>
                  <a:pt x="58800" y="46000"/>
                </a:quadBezTo>
                <a:quadBezTo>
                  <a:pt x="58800" y="50500"/>
                  <a:pt x="55650" y="53650"/>
                </a:quadBezTo>
                <a:quadBezTo>
                  <a:pt x="52500" y="56800"/>
                  <a:pt x="48000" y="56800"/>
                </a:quadBezTo>
                <a:close/>
                <a:moveTo>
                  <a:pt x="48011" y="72000"/>
                </a:moveTo>
                <a:quadBezTo>
                  <a:pt x="35015" y="72000"/>
                  <a:pt x="24323" y="64927"/>
                </a:quadBezTo>
                <a:quadBezTo>
                  <a:pt x="13631" y="57854"/>
                  <a:pt x="8308" y="46000"/>
                </a:quadBezTo>
                <a:quadBezTo>
                  <a:pt x="13631" y="34146"/>
                  <a:pt x="24312" y="27073"/>
                </a:quadBezTo>
                <a:quadBezTo>
                  <a:pt x="34993" y="20000"/>
                  <a:pt x="47989" y="20000"/>
                </a:quadBezTo>
                <a:quadBezTo>
                  <a:pt x="60985" y="20000"/>
                  <a:pt x="71677" y="27073"/>
                </a:quadBezTo>
                <a:quadBezTo>
                  <a:pt x="82369" y="34146"/>
                  <a:pt x="87692" y="46000"/>
                </a:quadBezTo>
                <a:quadBezTo>
                  <a:pt x="82369" y="57854"/>
                  <a:pt x="71688" y="64927"/>
                </a:quadBezTo>
                <a:quadBezTo>
                  <a:pt x="61007" y="72000"/>
                  <a:pt x="48011" y="72000"/>
                </a:quadBezTo>
                <a:close/>
                <a:moveTo>
                  <a:pt x="48000" y="46000"/>
                </a:moveTo>
                <a:close/>
                <a:moveTo>
                  <a:pt x="48000" y="68000"/>
                </a:moveTo>
                <a:quadBezTo>
                  <a:pt x="59300" y="68000"/>
                  <a:pt x="68750" y="62050"/>
                </a:quadBezTo>
                <a:quadBezTo>
                  <a:pt x="78200" y="56100"/>
                  <a:pt x="83200" y="46000"/>
                </a:quadBezTo>
                <a:quadBezTo>
                  <a:pt x="78200" y="35900"/>
                  <a:pt x="68750" y="29950"/>
                </a:quadBezTo>
                <a:quadBezTo>
                  <a:pt x="59300" y="24000"/>
                  <a:pt x="48000" y="24000"/>
                </a:quadBezTo>
                <a:quadBezTo>
                  <a:pt x="36700" y="24000"/>
                  <a:pt x="27250" y="29950"/>
                </a:quadBezTo>
                <a:quadBezTo>
                  <a:pt x="17800" y="35900"/>
                  <a:pt x="12800" y="46000"/>
                </a:quadBezTo>
                <a:quadBezTo>
                  <a:pt x="17800" y="56100"/>
                  <a:pt x="27250" y="62050"/>
                </a:quadBezTo>
                <a:quadBezTo>
                  <a:pt x="36700" y="68000"/>
                  <a:pt x="48000" y="68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9" name="TextBox 228"/>
          <p:cNvSpPr txBox="1"/>
          <p:nvPr/>
        </p:nvSpPr>
        <p:spPr>
          <a:xfrm>
            <a:off x="6542180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visibility</a:t>
            </a:r>
          </a:p>
        </p:txBody>
      </p:sp>
      <p:sp>
        <p:nvSpPr>
          <p:cNvPr id="230" name="Icon warehouse"/>
          <p:cNvSpPr/>
          <p:nvPr/>
        </p:nvSpPr>
        <p:spPr>
          <a:xfrm>
            <a:off x="7734417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6000" y="76000"/>
                </a:moveTo>
                <a:lnTo>
                  <a:pt x="28000" y="76000"/>
                </a:lnTo>
                <a:lnTo>
                  <a:pt x="28000" y="44000"/>
                </a:lnTo>
                <a:lnTo>
                  <a:pt x="68000" y="44000"/>
                </a:lnTo>
                <a:lnTo>
                  <a:pt x="68000" y="76000"/>
                </a:lnTo>
                <a:lnTo>
                  <a:pt x="80000" y="76000"/>
                </a:lnTo>
                <a:lnTo>
                  <a:pt x="80000" y="33400"/>
                </a:lnTo>
                <a:lnTo>
                  <a:pt x="48000" y="20600"/>
                </a:lnTo>
                <a:lnTo>
                  <a:pt x="16000" y="33400"/>
                </a:lnTo>
                <a:lnTo>
                  <a:pt x="16000" y="76000"/>
                </a:lnTo>
                <a:close/>
                <a:moveTo>
                  <a:pt x="12000" y="80000"/>
                </a:moveTo>
                <a:lnTo>
                  <a:pt x="12000" y="30692"/>
                </a:lnTo>
                <a:lnTo>
                  <a:pt x="48000" y="16308"/>
                </a:lnTo>
                <a:lnTo>
                  <a:pt x="84000" y="30692"/>
                </a:lnTo>
                <a:lnTo>
                  <a:pt x="84000" y="80000"/>
                </a:lnTo>
                <a:lnTo>
                  <a:pt x="64000" y="80000"/>
                </a:lnTo>
                <a:lnTo>
                  <a:pt x="64000" y="48000"/>
                </a:lnTo>
                <a:lnTo>
                  <a:pt x="32000" y="48000"/>
                </a:lnTo>
                <a:lnTo>
                  <a:pt x="32000" y="80000"/>
                </a:lnTo>
                <a:lnTo>
                  <a:pt x="12000" y="80000"/>
                </a:lnTo>
                <a:close/>
                <a:moveTo>
                  <a:pt x="38231" y="80000"/>
                </a:moveTo>
                <a:lnTo>
                  <a:pt x="38231" y="73846"/>
                </a:lnTo>
                <a:lnTo>
                  <a:pt x="44385" y="73846"/>
                </a:lnTo>
                <a:lnTo>
                  <a:pt x="44385" y="80000"/>
                </a:lnTo>
                <a:lnTo>
                  <a:pt x="38231" y="80000"/>
                </a:lnTo>
                <a:close/>
                <a:moveTo>
                  <a:pt x="44923" y="68000"/>
                </a:moveTo>
                <a:lnTo>
                  <a:pt x="44923" y="61846"/>
                </a:lnTo>
                <a:lnTo>
                  <a:pt x="51077" y="61846"/>
                </a:lnTo>
                <a:lnTo>
                  <a:pt x="51077" y="68000"/>
                </a:lnTo>
                <a:lnTo>
                  <a:pt x="44923" y="68000"/>
                </a:lnTo>
                <a:close/>
                <a:moveTo>
                  <a:pt x="51615" y="80000"/>
                </a:moveTo>
                <a:lnTo>
                  <a:pt x="51615" y="73846"/>
                </a:lnTo>
                <a:lnTo>
                  <a:pt x="57769" y="73846"/>
                </a:lnTo>
                <a:lnTo>
                  <a:pt x="57769" y="80000"/>
                </a:lnTo>
                <a:lnTo>
                  <a:pt x="51615" y="80000"/>
                </a:lnTo>
                <a:close/>
                <a:moveTo>
                  <a:pt x="28000" y="44000"/>
                </a:moveTo>
                <a:lnTo>
                  <a:pt x="68000" y="44000"/>
                </a:lnTo>
                <a:lnTo>
                  <a:pt x="28000" y="44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1" name="TextBox 230"/>
          <p:cNvSpPr txBox="1"/>
          <p:nvPr/>
        </p:nvSpPr>
        <p:spPr>
          <a:xfrm>
            <a:off x="7428444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warehouse</a:t>
            </a:r>
          </a:p>
        </p:txBody>
      </p:sp>
      <p:sp>
        <p:nvSpPr>
          <p:cNvPr id="232" name="Icon warning"/>
          <p:cNvSpPr/>
          <p:nvPr/>
        </p:nvSpPr>
        <p:spPr>
          <a:xfrm>
            <a:off x="8620681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0923" y="80000"/>
                </a:moveTo>
                <a:lnTo>
                  <a:pt x="48000" y="16000"/>
                </a:lnTo>
                <a:lnTo>
                  <a:pt x="85077" y="80000"/>
                </a:lnTo>
                <a:lnTo>
                  <a:pt x="10923" y="80000"/>
                </a:lnTo>
                <a:close/>
                <a:moveTo>
                  <a:pt x="17800" y="76000"/>
                </a:moveTo>
                <a:lnTo>
                  <a:pt x="78200" y="76000"/>
                </a:lnTo>
                <a:lnTo>
                  <a:pt x="48000" y="24000"/>
                </a:lnTo>
                <a:lnTo>
                  <a:pt x="17800" y="76000"/>
                </a:lnTo>
                <a:close/>
                <a:moveTo>
                  <a:pt x="48000" y="70462"/>
                </a:moveTo>
                <a:quadBezTo>
                  <a:pt x="49046" y="70462"/>
                  <a:pt x="49754" y="69754"/>
                </a:quadBezTo>
                <a:quadBezTo>
                  <a:pt x="50462" y="69046"/>
                  <a:pt x="50462" y="68000"/>
                </a:quadBezTo>
                <a:quadBezTo>
                  <a:pt x="50462" y="66954"/>
                  <a:pt x="49754" y="66246"/>
                </a:quadBezTo>
                <a:quadBezTo>
                  <a:pt x="49046" y="65538"/>
                  <a:pt x="48000" y="65538"/>
                </a:quadBezTo>
                <a:quadBezTo>
                  <a:pt x="46954" y="65538"/>
                  <a:pt x="46246" y="66246"/>
                </a:quadBezTo>
                <a:quadBezTo>
                  <a:pt x="45538" y="66954"/>
                  <a:pt x="45538" y="68000"/>
                </a:quadBezTo>
                <a:quadBezTo>
                  <a:pt x="45538" y="69046"/>
                  <a:pt x="46246" y="69754"/>
                </a:quadBezTo>
                <a:quadBezTo>
                  <a:pt x="46954" y="70462"/>
                  <a:pt x="48000" y="70462"/>
                </a:quadBezTo>
                <a:close/>
                <a:moveTo>
                  <a:pt x="46000" y="61538"/>
                </a:moveTo>
                <a:lnTo>
                  <a:pt x="50000" y="61538"/>
                </a:lnTo>
                <a:lnTo>
                  <a:pt x="50000" y="41538"/>
                </a:lnTo>
                <a:lnTo>
                  <a:pt x="46000" y="41538"/>
                </a:lnTo>
                <a:lnTo>
                  <a:pt x="46000" y="61538"/>
                </a:lnTo>
                <a:close/>
                <a:moveTo>
                  <a:pt x="48000" y="50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3" name="TextBox 232"/>
          <p:cNvSpPr txBox="1"/>
          <p:nvPr/>
        </p:nvSpPr>
        <p:spPr>
          <a:xfrm>
            <a:off x="8314709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warning</a:t>
            </a:r>
          </a:p>
        </p:txBody>
      </p:sp>
      <p:sp>
        <p:nvSpPr>
          <p:cNvPr id="234" name="Icon water_drop"/>
          <p:cNvSpPr/>
          <p:nvPr/>
        </p:nvSpPr>
        <p:spPr>
          <a:xfrm>
            <a:off x="9506946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869" y="74769"/>
                </a:moveTo>
                <a:quadBezTo>
                  <a:pt x="49762" y="74669"/>
                  <a:pt x="50265" y="74154"/>
                </a:quadBezTo>
                <a:quadBezTo>
                  <a:pt x="50769" y="73638"/>
                  <a:pt x="50769" y="72911"/>
                </a:quadBezTo>
                <a:quadBezTo>
                  <a:pt x="50769" y="72062"/>
                  <a:pt x="50194" y="71596"/>
                </a:quadBezTo>
                <a:quadBezTo>
                  <a:pt x="49618" y="71131"/>
                  <a:pt x="48723" y="71231"/>
                </a:quadBezTo>
                <a:quadBezTo>
                  <a:pt x="44623" y="71531"/>
                  <a:pt x="39562" y="68673"/>
                </a:quadBezTo>
                <a:quadBezTo>
                  <a:pt x="34500" y="65815"/>
                  <a:pt x="33300" y="59115"/>
                </a:quadBezTo>
                <a:quadBezTo>
                  <a:pt x="33100" y="58169"/>
                  <a:pt x="32635" y="57700"/>
                </a:quadBezTo>
                <a:quadBezTo>
                  <a:pt x="32169" y="57231"/>
                  <a:pt x="31454" y="57231"/>
                </a:quadBezTo>
                <a:quadBezTo>
                  <a:pt x="30669" y="57231"/>
                  <a:pt x="30115" y="57819"/>
                </a:quadBezTo>
                <a:quadBezTo>
                  <a:pt x="29562" y="58408"/>
                  <a:pt x="29785" y="59577"/>
                </a:quadBezTo>
                <a:quadBezTo>
                  <a:pt x="31331" y="67908"/>
                  <a:pt x="37477" y="71500"/>
                </a:quadBezTo>
                <a:quadBezTo>
                  <a:pt x="43623" y="75092"/>
                  <a:pt x="48869" y="74769"/>
                </a:quadBezTo>
                <a:close/>
                <a:moveTo>
                  <a:pt x="47986" y="84000"/>
                </a:moveTo>
                <a:quadBezTo>
                  <a:pt x="35992" y="84000"/>
                  <a:pt x="27996" y="75746"/>
                </a:quadBezTo>
                <a:quadBezTo>
                  <a:pt x="20000" y="67493"/>
                  <a:pt x="20000" y="55200"/>
                </a:quadBezTo>
                <a:quadBezTo>
                  <a:pt x="20000" y="46585"/>
                  <a:pt x="26950" y="36142"/>
                </a:quadBezTo>
                <a:quadBezTo>
                  <a:pt x="33900" y="25700"/>
                  <a:pt x="48000" y="13231"/>
                </a:quadBezTo>
                <a:quadBezTo>
                  <a:pt x="62100" y="25700"/>
                  <a:pt x="69050" y="36142"/>
                </a:quadBezTo>
                <a:quadBezTo>
                  <a:pt x="76000" y="46585"/>
                  <a:pt x="76000" y="55200"/>
                </a:quadBezTo>
                <a:quadBezTo>
                  <a:pt x="76000" y="67493"/>
                  <a:pt x="67990" y="75746"/>
                </a:quadBezTo>
                <a:quadBezTo>
                  <a:pt x="59979" y="84000"/>
                  <a:pt x="47986" y="84000"/>
                </a:quadBezTo>
                <a:close/>
                <a:moveTo>
                  <a:pt x="48000" y="80000"/>
                </a:moveTo>
                <a:quadBezTo>
                  <a:pt x="58400" y="80000"/>
                  <a:pt x="65200" y="72950"/>
                </a:quadBezTo>
                <a:quadBezTo>
                  <a:pt x="72000" y="65900"/>
                  <a:pt x="72000" y="55200"/>
                </a:quadBezTo>
                <a:quadBezTo>
                  <a:pt x="72000" y="47900"/>
                  <a:pt x="65950" y="38700"/>
                </a:quadBezTo>
                <a:quadBezTo>
                  <a:pt x="59900" y="29500"/>
                  <a:pt x="48000" y="18600"/>
                </a:quadBezTo>
                <a:quadBezTo>
                  <a:pt x="36100" y="29500"/>
                  <a:pt x="30050" y="38700"/>
                </a:quadBezTo>
                <a:quadBezTo>
                  <a:pt x="24000" y="47900"/>
                  <a:pt x="24000" y="55200"/>
                </a:quadBezTo>
                <a:quadBezTo>
                  <a:pt x="24000" y="65900"/>
                  <a:pt x="30800" y="72950"/>
                </a:quadBezTo>
                <a:quadBezTo>
                  <a:pt x="37600" y="80000"/>
                  <a:pt x="48000" y="80000"/>
                </a:quadBezTo>
                <a:close/>
                <a:moveTo>
                  <a:pt x="48000" y="48615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5" name="TextBox 234"/>
          <p:cNvSpPr txBox="1"/>
          <p:nvPr/>
        </p:nvSpPr>
        <p:spPr>
          <a:xfrm>
            <a:off x="9200974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water drop</a:t>
            </a:r>
          </a:p>
        </p:txBody>
      </p:sp>
      <p:sp>
        <p:nvSpPr>
          <p:cNvPr id="236" name="Icon work"/>
          <p:cNvSpPr/>
          <p:nvPr/>
        </p:nvSpPr>
        <p:spPr>
          <a:xfrm>
            <a:off x="10393211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462" y="80000"/>
                </a:moveTo>
                <a:quadBezTo>
                  <a:pt x="15700" y="80000"/>
                  <a:pt x="13850" y="78150"/>
                </a:quadBezTo>
                <a:quadBezTo>
                  <a:pt x="12000" y="76300"/>
                  <a:pt x="12000" y="73538"/>
                </a:quadBezTo>
                <a:lnTo>
                  <a:pt x="12000" y="34462"/>
                </a:lnTo>
                <a:quadBezTo>
                  <a:pt x="12000" y="31700"/>
                  <a:pt x="13850" y="29850"/>
                </a:quadBezTo>
                <a:quadBezTo>
                  <a:pt x="15700" y="28000"/>
                  <a:pt x="18462" y="28000"/>
                </a:quadBezTo>
                <a:lnTo>
                  <a:pt x="36000" y="28000"/>
                </a:lnTo>
                <a:lnTo>
                  <a:pt x="36000" y="22461"/>
                </a:lnTo>
                <a:quadBezTo>
                  <a:pt x="36000" y="19700"/>
                  <a:pt x="37850" y="17850"/>
                </a:quadBezTo>
                <a:quadBezTo>
                  <a:pt x="39700" y="16000"/>
                  <a:pt x="42462" y="16000"/>
                </a:quadBezTo>
                <a:lnTo>
                  <a:pt x="53538" y="16000"/>
                </a:lnTo>
                <a:quadBezTo>
                  <a:pt x="56300" y="16000"/>
                  <a:pt x="58150" y="17850"/>
                </a:quadBezTo>
                <a:quadBezTo>
                  <a:pt x="60000" y="19700"/>
                  <a:pt x="60000" y="22461"/>
                </a:quadBezTo>
                <a:lnTo>
                  <a:pt x="60000" y="28000"/>
                </a:lnTo>
                <a:lnTo>
                  <a:pt x="77538" y="28000"/>
                </a:lnTo>
                <a:quadBezTo>
                  <a:pt x="80300" y="28000"/>
                  <a:pt x="82150" y="29850"/>
                </a:quadBezTo>
                <a:quadBezTo>
                  <a:pt x="84000" y="31700"/>
                  <a:pt x="84000" y="34462"/>
                </a:quadBezTo>
                <a:lnTo>
                  <a:pt x="84000" y="73538"/>
                </a:lnTo>
                <a:quadBezTo>
                  <a:pt x="84000" y="76300"/>
                  <a:pt x="82150" y="78150"/>
                </a:quadBezTo>
                <a:quadBezTo>
                  <a:pt x="80300" y="80000"/>
                  <a:pt x="77538" y="80000"/>
                </a:quadBezTo>
                <a:lnTo>
                  <a:pt x="18462" y="80000"/>
                </a:lnTo>
                <a:close/>
                <a:moveTo>
                  <a:pt x="18462" y="76000"/>
                </a:moveTo>
                <a:lnTo>
                  <a:pt x="77538" y="76000"/>
                </a:lnTo>
                <a:quadBezTo>
                  <a:pt x="78462" y="76000"/>
                  <a:pt x="79231" y="75231"/>
                </a:quadBezTo>
                <a:quadBezTo>
                  <a:pt x="80000" y="74462"/>
                  <a:pt x="80000" y="73538"/>
                </a:quadBezTo>
                <a:lnTo>
                  <a:pt x="80000" y="34462"/>
                </a:lnTo>
                <a:quadBezTo>
                  <a:pt x="80000" y="33538"/>
                  <a:pt x="79231" y="32769"/>
                </a:quadBezTo>
                <a:quadBezTo>
                  <a:pt x="78462" y="32000"/>
                  <a:pt x="77538" y="32000"/>
                </a:quadBezTo>
                <a:lnTo>
                  <a:pt x="18462" y="32000"/>
                </a:lnTo>
                <a:quadBezTo>
                  <a:pt x="17538" y="32000"/>
                  <a:pt x="16769" y="32769"/>
                </a:quadBezTo>
                <a:quadBezTo>
                  <a:pt x="16000" y="33538"/>
                  <a:pt x="16000" y="34462"/>
                </a:quadBezTo>
                <a:lnTo>
                  <a:pt x="16000" y="73538"/>
                </a:lnTo>
                <a:quadBezTo>
                  <a:pt x="16000" y="74462"/>
                  <a:pt x="16769" y="75231"/>
                </a:quadBezTo>
                <a:quadBezTo>
                  <a:pt x="17538" y="76000"/>
                  <a:pt x="18462" y="76000"/>
                </a:quadBezTo>
                <a:close/>
                <a:moveTo>
                  <a:pt x="40000" y="28000"/>
                </a:moveTo>
                <a:lnTo>
                  <a:pt x="56000" y="28000"/>
                </a:lnTo>
                <a:lnTo>
                  <a:pt x="56000" y="22461"/>
                </a:lnTo>
                <a:quadBezTo>
                  <a:pt x="56000" y="21538"/>
                  <a:pt x="55231" y="20769"/>
                </a:quadBezTo>
                <a:quadBezTo>
                  <a:pt x="54462" y="20000"/>
                  <a:pt x="53538" y="20000"/>
                </a:quadBezTo>
                <a:lnTo>
                  <a:pt x="42462" y="20000"/>
                </a:lnTo>
                <a:quadBezTo>
                  <a:pt x="41538" y="20000"/>
                  <a:pt x="40769" y="20769"/>
                </a:quadBezTo>
                <a:quadBezTo>
                  <a:pt x="40000" y="21538"/>
                  <a:pt x="40000" y="22461"/>
                </a:quadBezTo>
                <a:lnTo>
                  <a:pt x="40000" y="28000"/>
                </a:lnTo>
                <a:close/>
                <a:moveTo>
                  <a:pt x="16000" y="76000"/>
                </a:moveTo>
                <a:lnTo>
                  <a:pt x="16000" y="32000"/>
                </a:lnTo>
                <a:lnTo>
                  <a:pt x="16000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7" name="TextBox 236"/>
          <p:cNvSpPr txBox="1"/>
          <p:nvPr/>
        </p:nvSpPr>
        <p:spPr>
          <a:xfrm>
            <a:off x="10087238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work</a:t>
            </a:r>
          </a:p>
        </p:txBody>
      </p:sp>
      <p:sp>
        <p:nvSpPr>
          <p:cNvPr id="238" name="Icon workspaces"/>
          <p:cNvSpPr/>
          <p:nvPr/>
        </p:nvSpPr>
        <p:spPr>
          <a:xfrm>
            <a:off x="11279475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80923"/>
                </a:moveTo>
                <a:quadBezTo>
                  <a:pt x="18669" y="80923"/>
                  <a:pt x="14873" y="77127"/>
                </a:quadBezTo>
                <a:quadBezTo>
                  <a:pt x="11077" y="73331"/>
                  <a:pt x="11077" y="68000"/>
                </a:quadBezTo>
                <a:quadBezTo>
                  <a:pt x="11077" y="62669"/>
                  <a:pt x="14873" y="58873"/>
                </a:quadBezTo>
                <a:quadBezTo>
                  <a:pt x="18669" y="55077"/>
                  <a:pt x="24000" y="55077"/>
                </a:quadBezTo>
                <a:quadBezTo>
                  <a:pt x="29331" y="55077"/>
                  <a:pt x="33127" y="58873"/>
                </a:quadBezTo>
                <a:quadBezTo>
                  <a:pt x="36923" y="62669"/>
                  <a:pt x="36923" y="68000"/>
                </a:quadBezTo>
                <a:quadBezTo>
                  <a:pt x="36923" y="73331"/>
                  <a:pt x="33127" y="77127"/>
                </a:quadBezTo>
                <a:quadBezTo>
                  <a:pt x="29331" y="80923"/>
                  <a:pt x="24000" y="80923"/>
                </a:quadBezTo>
                <a:close/>
                <a:moveTo>
                  <a:pt x="72000" y="80923"/>
                </a:moveTo>
                <a:quadBezTo>
                  <a:pt x="66669" y="80923"/>
                  <a:pt x="62873" y="77127"/>
                </a:quadBezTo>
                <a:quadBezTo>
                  <a:pt x="59077" y="73331"/>
                  <a:pt x="59077" y="68000"/>
                </a:quadBezTo>
                <a:quadBezTo>
                  <a:pt x="59077" y="62669"/>
                  <a:pt x="62873" y="58873"/>
                </a:quadBezTo>
                <a:quadBezTo>
                  <a:pt x="66669" y="55077"/>
                  <a:pt x="72000" y="55077"/>
                </a:quadBezTo>
                <a:quadBezTo>
                  <a:pt x="77331" y="55077"/>
                  <a:pt x="81127" y="58873"/>
                </a:quadBezTo>
                <a:quadBezTo>
                  <a:pt x="84923" y="62669"/>
                  <a:pt x="84923" y="68000"/>
                </a:quadBezTo>
                <a:quadBezTo>
                  <a:pt x="84923" y="73331"/>
                  <a:pt x="81127" y="77127"/>
                </a:quadBezTo>
                <a:quadBezTo>
                  <a:pt x="77331" y="80923"/>
                  <a:pt x="72000" y="80923"/>
                </a:quadBezTo>
                <a:close/>
                <a:moveTo>
                  <a:pt x="24003" y="76923"/>
                </a:moveTo>
                <a:quadBezTo>
                  <a:pt x="27685" y="76923"/>
                  <a:pt x="30304" y="74301"/>
                </a:quadBezTo>
                <a:quadBezTo>
                  <a:pt x="32923" y="71679"/>
                  <a:pt x="32923" y="67997"/>
                </a:quadBezTo>
                <a:quadBezTo>
                  <a:pt x="32923" y="64315"/>
                  <a:pt x="30301" y="61696"/>
                </a:quadBezTo>
                <a:quadBezTo>
                  <a:pt x="27679" y="59077"/>
                  <a:pt x="23997" y="59077"/>
                </a:quadBezTo>
                <a:quadBezTo>
                  <a:pt x="20315" y="59077"/>
                  <a:pt x="17696" y="61699"/>
                </a:quadBezTo>
                <a:quadBezTo>
                  <a:pt x="15077" y="64321"/>
                  <a:pt x="15077" y="68003"/>
                </a:quadBezTo>
                <a:quadBezTo>
                  <a:pt x="15077" y="71685"/>
                  <a:pt x="17699" y="74304"/>
                </a:quadBezTo>
                <a:quadBezTo>
                  <a:pt x="20321" y="76923"/>
                  <a:pt x="24003" y="76923"/>
                </a:quadBezTo>
                <a:close/>
                <a:moveTo>
                  <a:pt x="72003" y="76923"/>
                </a:moveTo>
                <a:quadBezTo>
                  <a:pt x="75685" y="76923"/>
                  <a:pt x="78304" y="74301"/>
                </a:quadBezTo>
                <a:quadBezTo>
                  <a:pt x="80923" y="71679"/>
                  <a:pt x="80923" y="67997"/>
                </a:quadBezTo>
                <a:quadBezTo>
                  <a:pt x="80923" y="64315"/>
                  <a:pt x="78301" y="61696"/>
                </a:quadBezTo>
                <a:quadBezTo>
                  <a:pt x="75679" y="59077"/>
                  <a:pt x="71997" y="59077"/>
                </a:quadBezTo>
                <a:quadBezTo>
                  <a:pt x="68315" y="59077"/>
                  <a:pt x="65696" y="61699"/>
                </a:quadBezTo>
                <a:quadBezTo>
                  <a:pt x="63077" y="64321"/>
                  <a:pt x="63077" y="68003"/>
                </a:quadBezTo>
                <a:quadBezTo>
                  <a:pt x="63077" y="71685"/>
                  <a:pt x="65699" y="74304"/>
                </a:quadBezTo>
                <a:quadBezTo>
                  <a:pt x="68321" y="76923"/>
                  <a:pt x="72003" y="76923"/>
                </a:quadBezTo>
                <a:close/>
                <a:moveTo>
                  <a:pt x="48000" y="40923"/>
                </a:moveTo>
                <a:quadBezTo>
                  <a:pt x="42669" y="40923"/>
                  <a:pt x="38873" y="37127"/>
                </a:quadBezTo>
                <a:quadBezTo>
                  <a:pt x="35077" y="33331"/>
                  <a:pt x="35077" y="28000"/>
                </a:quadBezTo>
                <a:quadBezTo>
                  <a:pt x="35077" y="22669"/>
                  <a:pt x="38873" y="18873"/>
                </a:quadBezTo>
                <a:quadBezTo>
                  <a:pt x="42669" y="15077"/>
                  <a:pt x="48000" y="15077"/>
                </a:quadBezTo>
                <a:quadBezTo>
                  <a:pt x="53331" y="15077"/>
                  <a:pt x="57127" y="18873"/>
                </a:quadBezTo>
                <a:quadBezTo>
                  <a:pt x="60923" y="22669"/>
                  <a:pt x="60923" y="28000"/>
                </a:quadBezTo>
                <a:quadBezTo>
                  <a:pt x="60923" y="33331"/>
                  <a:pt x="57127" y="37127"/>
                </a:quadBezTo>
                <a:quadBezTo>
                  <a:pt x="53331" y="40923"/>
                  <a:pt x="48000" y="40923"/>
                </a:quadBezTo>
                <a:close/>
                <a:moveTo>
                  <a:pt x="48003" y="36923"/>
                </a:moveTo>
                <a:quadBezTo>
                  <a:pt x="51685" y="36923"/>
                  <a:pt x="54304" y="34301"/>
                </a:quadBezTo>
                <a:quadBezTo>
                  <a:pt x="56923" y="31679"/>
                  <a:pt x="56923" y="27997"/>
                </a:quadBezTo>
                <a:quadBezTo>
                  <a:pt x="56923" y="24315"/>
                  <a:pt x="54301" y="21696"/>
                </a:quadBezTo>
                <a:quadBezTo>
                  <a:pt x="51679" y="19077"/>
                  <a:pt x="47997" y="19077"/>
                </a:quadBezTo>
                <a:quadBezTo>
                  <a:pt x="44315" y="19077"/>
                  <a:pt x="41696" y="21699"/>
                </a:quadBezTo>
                <a:quadBezTo>
                  <a:pt x="39077" y="24321"/>
                  <a:pt x="39077" y="28003"/>
                </a:quadBezTo>
                <a:quadBezTo>
                  <a:pt x="39077" y="31685"/>
                  <a:pt x="41699" y="34304"/>
                </a:quadBezTo>
                <a:quadBezTo>
                  <a:pt x="44321" y="36923"/>
                  <a:pt x="48003" y="36923"/>
                </a:quadBezTo>
                <a:close/>
                <a:moveTo>
                  <a:pt x="48000" y="28000"/>
                </a:moveTo>
                <a:close/>
                <a:moveTo>
                  <a:pt x="72000" y="68000"/>
                </a:moveTo>
                <a:close/>
                <a:moveTo>
                  <a:pt x="24000" y="6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9" name="TextBox 238"/>
          <p:cNvSpPr txBox="1"/>
          <p:nvPr/>
        </p:nvSpPr>
        <p:spPr>
          <a:xfrm>
            <a:off x="10973503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workspaces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hWCzxofQL6FB0HCYwQk6w"/>
</p:tagLst>
</file>

<file path=ppt/theme/theme1.xml><?xml version="1.0" encoding="utf-8"?>
<a:theme xmlns:a="http://schemas.openxmlformats.org/drawingml/2006/main" name="Koerber2025">
  <a:themeElements>
    <a:clrScheme name="Körber2020">
      <a:dk1>
        <a:sysClr val="windowText" lastClr="000000"/>
      </a:dk1>
      <a:lt1>
        <a:sysClr val="window" lastClr="FFFFFF"/>
      </a:lt1>
      <a:dk2>
        <a:srgbClr val="BFB8AF"/>
      </a:dk2>
      <a:lt2>
        <a:srgbClr val="E6E2DC"/>
      </a:lt2>
      <a:accent1>
        <a:srgbClr val="0060FF"/>
      </a:accent1>
      <a:accent2>
        <a:srgbClr val="BFB8AF"/>
      </a:accent2>
      <a:accent3>
        <a:srgbClr val="9D968D"/>
      </a:accent3>
      <a:accent4>
        <a:srgbClr val="FFE32F"/>
      </a:accent4>
      <a:accent5>
        <a:srgbClr val="FEC037"/>
      </a:accent5>
      <a:accent6>
        <a:srgbClr val="FE8623"/>
      </a:accent6>
      <a:hlink>
        <a:srgbClr val="0060FF"/>
      </a:hlink>
      <a:folHlink>
        <a:srgbClr val="0060FF"/>
      </a:folHlink>
    </a:clrScheme>
    <a:fontScheme name="Körber202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36000" tIns="36000" rIns="36000" bIns="36000" rtlCol="0" anchor="ctr"/>
      <a:lstStyle>
        <a:defPPr algn="ctr">
          <a:defRPr sz="1400"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dirty="0" smtClean="0"/>
        </a:defPPr>
      </a:lstStyle>
    </a:txDef>
  </a:objectDefaults>
  <a:extraClrSchemeLst/>
  <a:custClrLst>
    <a:custClr name="Traffic Light Green">
      <a:srgbClr val="00A310"/>
    </a:custClr>
    <a:custClr name="Traffic Light Amber">
      <a:srgbClr val="FEC037"/>
    </a:custClr>
    <a:custClr name="Traffic Light Red">
      <a:srgbClr val="EE532E"/>
    </a:custClr>
    <a:custClr name="White">
      <a:srgbClr val="FFFFFF"/>
    </a:custClr>
    <a:custClr name="Error">
      <a:srgbClr val="CE3800"/>
    </a:custClr>
    <a:custClr name="Success">
      <a:srgbClr val="00800D"/>
    </a:custClr>
    <a:custClr name="White">
      <a:srgbClr val="FFFFFF"/>
    </a:custClr>
    <a:custClr name="Markup Cyan">
      <a:srgbClr val="00FFFF"/>
    </a:custClr>
    <a:custClr name="Markup Magenta">
      <a:srgbClr val="FF00FF"/>
    </a:custClr>
    <a:custClr name="Markup Lime">
      <a:srgbClr val="00FF00"/>
    </a:custClr>
    <a:custClr name="Körber Blue">
      <a:srgbClr val="0060FF"/>
    </a:custClr>
    <a:custClr name="Körber White">
      <a:srgbClr val="FFFFFF"/>
    </a:custClr>
    <a:custClr name="Körber Gray 01">
      <a:srgbClr val="F5F3F1"/>
    </a:custClr>
    <a:custClr name="Körber Gray 02">
      <a:srgbClr val="E6E2DC"/>
    </a:custClr>
    <a:custClr name="Körber Gray 03">
      <a:srgbClr val="BFB8AF"/>
    </a:custClr>
    <a:custClr name="Körber Gray 04">
      <a:srgbClr val="9D968D"/>
    </a:custClr>
    <a:custClr name="Körber Black">
      <a:srgbClr val="000000"/>
    </a:custClr>
    <a:custClr name="Körber Yellow">
      <a:srgbClr val="FFE32F"/>
    </a:custClr>
    <a:custClr name="Körber Light Orange">
      <a:srgbClr val="FEC037"/>
    </a:custClr>
    <a:custClr name="Körber Orange">
      <a:srgbClr val="FE8623"/>
    </a:custClr>
  </a:custClrLst>
  <a:extLst>
    <a:ext uri="{05A4C25C-085E-4340-85A3-A5531E510DB2}">
      <thm15:themeFamily xmlns:thm15="http://schemas.microsoft.com/office/thememl/2012/main" name="20251022_PPT_Master_Template.pptx" id="{78415447-78BF-46CF-AB3B-9FB0EEA59E0D}" vid="{D4D55B85-348B-43F6-88F1-9CD3C3C1A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5ABDF528EFC43A0619635D4C6D96B" ma:contentTypeVersion="14" ma:contentTypeDescription="Create a new document." ma:contentTypeScope="" ma:versionID="f959b3429b9df458b81ca087c611bbf7">
  <xsd:schema xmlns:xsd="http://www.w3.org/2001/XMLSchema" xmlns:xs="http://www.w3.org/2001/XMLSchema" xmlns:p="http://schemas.microsoft.com/office/2006/metadata/properties" xmlns:ns2="67a0a844-c889-4af4-add2-90867fce7b52" xmlns:ns3="d95d6a36-7d53-4e58-a163-525d39abd5e7" targetNamespace="http://schemas.microsoft.com/office/2006/metadata/properties" ma:root="true" ma:fieldsID="5a03ef14d7cf6af83089092d65e50f86" ns2:_="" ns3:_="">
    <xsd:import namespace="67a0a844-c889-4af4-add2-90867fce7b52"/>
    <xsd:import namespace="d95d6a36-7d53-4e58-a163-525d39abd5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Owne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a0a844-c889-4af4-add2-90867fce7b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d643c87-8475-4bb8-9a4c-73f2453193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Owner" ma:index="17" nillable="true" ma:displayName="Owner" ma:description="Who is owner/ contact person or group for this file?" ma:format="Dropdown" ma:list="UserInfo" ma:SharePointGroup="0" ma:internalName="Owner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5d6a36-7d53-4e58-a163-525d39abd5e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7622b2e-458d-44d6-b277-30dc517fb09c}" ma:internalName="TaxCatchAll" ma:showField="CatchAllData" ma:web="d95d6a36-7d53-4e58-a163-525d39abd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5d6a36-7d53-4e58-a163-525d39abd5e7" xsi:nil="true"/>
    <lcf76f155ced4ddcb4097134ff3c332f xmlns="67a0a844-c889-4af4-add2-90867fce7b52">
      <Terms xmlns="http://schemas.microsoft.com/office/infopath/2007/PartnerControls"/>
    </lcf76f155ced4ddcb4097134ff3c332f>
    <Owner xmlns="67a0a844-c889-4af4-add2-90867fce7b52">
      <UserInfo>
        <DisplayName/>
        <AccountId xsi:nil="true"/>
        <AccountType/>
      </UserInfo>
    </Owner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3497D1-CAB6-425A-B130-DD16E5D4FF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a0a844-c889-4af4-add2-90867fce7b52"/>
    <ds:schemaRef ds:uri="d95d6a36-7d53-4e58-a163-525d39abd5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43D2CA-3330-442D-95A4-03EC30E4003D}">
  <ds:schemaRefs>
    <ds:schemaRef ds:uri="http://schemas.microsoft.com/office/infopath/2007/PartnerControls"/>
    <ds:schemaRef ds:uri="http://purl.org/dc/elements/1.1/"/>
    <ds:schemaRef ds:uri="fe1b8a00-75b3-4ccf-8833-ca3682896ad7"/>
    <ds:schemaRef ds:uri="http://schemas.openxmlformats.org/package/2006/metadata/core-properties"/>
    <ds:schemaRef ds:uri="0de3c8c5-f13d-49cc-9dd8-0869e0ab27b1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d95d6a36-7d53-4e58-a163-525d39abd5e7"/>
    <ds:schemaRef ds:uri="67a0a844-c889-4af4-add2-90867fce7b52"/>
  </ds:schemaRefs>
</ds:datastoreItem>
</file>

<file path=customXml/itemProps3.xml><?xml version="1.0" encoding="utf-8"?>
<ds:datastoreItem xmlns:ds="http://schemas.openxmlformats.org/officeDocument/2006/customXml" ds:itemID="{9A2F2099-A5C5-4F91-BEF5-FEB66A3ECD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1809</Words>
  <Application>Microsoft Office PowerPoint</Application>
  <PresentationFormat>Breitbild</PresentationFormat>
  <Paragraphs>289</Paragraphs>
  <Slides>27</Slides>
  <Notes>6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27</vt:i4>
      </vt:variant>
    </vt:vector>
  </HeadingPairs>
  <TitlesOfParts>
    <vt:vector size="35" baseType="lpstr">
      <vt:lpstr>Aeonik</vt:lpstr>
      <vt:lpstr>Aptos</vt:lpstr>
      <vt:lpstr>Arial</vt:lpstr>
      <vt:lpstr>Arial Black</vt:lpstr>
      <vt:lpstr>Symbol</vt:lpstr>
      <vt:lpstr>Koerber2025</vt:lpstr>
      <vt:lpstr>think-cell Folie</vt:lpstr>
      <vt:lpstr>think-cell Slide</vt:lpstr>
      <vt:lpstr>Körber 2025 Template refresh</vt:lpstr>
      <vt:lpstr>Körber 2025 Template refresh</vt:lpstr>
      <vt:lpstr>Get some help here with your Presentation! </vt:lpstr>
      <vt:lpstr>Contents</vt:lpstr>
      <vt:lpstr>PowerPoint-Präsentation</vt:lpstr>
      <vt:lpstr>PowerPoint-Präsentation</vt:lpstr>
      <vt:lpstr>Short headline</vt:lpstr>
      <vt:lpstr>Slide title to go here</vt:lpstr>
      <vt:lpstr>PowerPoint-Präsentation</vt:lpstr>
      <vt:lpstr>Slide title to go here</vt:lpstr>
      <vt:lpstr>Slide title to go here</vt:lpstr>
      <vt:lpstr>Slide title to go here</vt:lpstr>
      <vt:lpstr>Slide title to go here</vt:lpstr>
      <vt:lpstr>Slide title to go here</vt:lpstr>
      <vt:lpstr>Turning complexity into advantage</vt:lpstr>
      <vt:lpstr>Slide title to go here</vt:lpstr>
      <vt:lpstr>Agenda</vt:lpstr>
      <vt:lpstr>“ Hero quote lorem ipsum dolor sit amet, consectetur adipiscing elit, sed do eiusmod esto tempor incididunt ut labore et dol magna”</vt:lpstr>
      <vt:lpstr>Visualize your data effectively:  Use a timeline</vt:lpstr>
      <vt:lpstr>Visualize your data effectively: Use a world map </vt:lpstr>
      <vt:lpstr>Color sequence</vt:lpstr>
      <vt:lpstr>The key message of a slide should be easy to understand for the audience</vt:lpstr>
      <vt:lpstr>Use of Körber colors</vt:lpstr>
      <vt:lpstr>How to use the blue disturber</vt:lpstr>
      <vt:lpstr>Toolkit and shape generator</vt:lpstr>
      <vt:lpstr>Data classification and handling</vt:lpstr>
      <vt:lpstr>Thank you!</vt:lpstr>
    </vt:vector>
  </TitlesOfParts>
  <Manager/>
  <Company>Koerber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Neufeld</dc:creator>
  <cp:keywords/>
  <cp:lastModifiedBy>Lukas Neufeld</cp:lastModifiedBy>
  <cp:revision>1</cp:revision>
  <dcterms:created xsi:type="dcterms:W3CDTF">2026-10-15T09:43:29Z</dcterms:created>
  <dcterms:modified xsi:type="dcterms:W3CDTF">2026-10-15T09:43:51Z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0x0101004FF5ABDF528EFC43A0619635D4C6D96B</vt:lpwstr>
  </property>
  <property fmtid="{D5CDD505-2E9C-101B-9397-08002B2CF9AE}" pid="3" name="MediaServiceImageTags">
    <vt:lpwstr/>
  </property>
  <property fmtid="{D5CDD505-2E9C-101B-9397-08002B2CF9AE}" pid="4" name="MSIP_Label_afcc590d-d398-4a85-9096-b7bc0a388b42_Enabled">
    <vt:lpwstr>true</vt:lpwstr>
  </property>
  <property fmtid="{D5CDD505-2E9C-101B-9397-08002B2CF9AE}" pid="5" name="MSIP_Label_afcc590d-d398-4a85-9096-b7bc0a388b42_SetDate">
    <vt:lpwstr>2026-10-15T09:43:51Z</vt:lpwstr>
  </property>
  <property fmtid="{D5CDD505-2E9C-101B-9397-08002B2CF9AE}" pid="6" name="MSIP_Label_afcc590d-d398-4a85-9096-b7bc0a388b42_Method">
    <vt:lpwstr>Privileged</vt:lpwstr>
  </property>
  <property fmtid="{D5CDD505-2E9C-101B-9397-08002B2CF9AE}" pid="7" name="MSIP_Label_afcc590d-d398-4a85-9096-b7bc0a388b42_Name">
    <vt:lpwstr>C2 - For Internal Use</vt:lpwstr>
  </property>
  <property fmtid="{D5CDD505-2E9C-101B-9397-08002B2CF9AE}" pid="8" name="MSIP_Label_afcc590d-d398-4a85-9096-b7bc0a388b42_SiteId">
    <vt:lpwstr>dca04e92-b0c8-46b4-9d33-f893be36d972</vt:lpwstr>
  </property>
  <property fmtid="{D5CDD505-2E9C-101B-9397-08002B2CF9AE}" pid="9" name="MSIP_Label_afcc590d-d398-4a85-9096-b7bc0a388b42_ActionId">
    <vt:lpwstr>4ba7d212-917b-4f4f-b482-90d8e9e550d8</vt:lpwstr>
  </property>
  <property fmtid="{D5CDD505-2E9C-101B-9397-08002B2CF9AE}" pid="10" name="MSIP_Label_afcc590d-d398-4a85-9096-b7bc0a388b42_ContentBits">
    <vt:lpwstr>2</vt:lpwstr>
  </property>
  <property fmtid="{D5CDD505-2E9C-101B-9397-08002B2CF9AE}" pid="11" name="MSIP_Label_afcc590d-d398-4a85-9096-b7bc0a388b42_Tag">
    <vt:lpwstr>10, 0, 1, 1</vt:lpwstr>
  </property>
  <property fmtid="{D5CDD505-2E9C-101B-9397-08002B2CF9AE}" pid="12" name="ClassificationContentMarkingFooterLocations">
    <vt:lpwstr>Koerber2025:10</vt:lpwstr>
  </property>
  <property fmtid="{D5CDD505-2E9C-101B-9397-08002B2CF9AE}" pid="13" name="ClassificationContentMarkingFooterText">
    <vt:lpwstr>C2 - For Internal Use</vt:lpwstr>
  </property>
</Properties>
</file>